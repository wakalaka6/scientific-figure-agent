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6678655" cy="8247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::canvas"/>
          <p:cNvSpPr/>
          <p:nvPr/>
        </p:nvSpPr>
        <p:spPr>
          <a:xfrm>
            <a:off x="0" y="0"/>
            <a:ext cx="16678655" cy="8247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guide-dots-upper::guide-dots-upper-dot-387-25"/>
          <p:cNvSpPr/>
          <p:nvPr/>
        </p:nvSpPr>
        <p:spPr>
          <a:xfrm>
            <a:off x="353872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uide-dots-upper::guide-dots-upper-dot-423-25"/>
          <p:cNvSpPr/>
          <p:nvPr/>
        </p:nvSpPr>
        <p:spPr>
          <a:xfrm>
            <a:off x="386791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uide-dots-upper::guide-dots-upper-dot-459-25"/>
          <p:cNvSpPr/>
          <p:nvPr/>
        </p:nvSpPr>
        <p:spPr>
          <a:xfrm>
            <a:off x="419709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guide-dots-upper::guide-dots-upper-dot-495-25"/>
          <p:cNvSpPr/>
          <p:nvPr/>
        </p:nvSpPr>
        <p:spPr>
          <a:xfrm>
            <a:off x="452628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guide-dots-upper::guide-dots-upper-dot-531-25"/>
          <p:cNvSpPr/>
          <p:nvPr/>
        </p:nvSpPr>
        <p:spPr>
          <a:xfrm>
            <a:off x="485546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guide-dots-upper::guide-dots-upper-dot-567-25"/>
          <p:cNvSpPr/>
          <p:nvPr/>
        </p:nvSpPr>
        <p:spPr>
          <a:xfrm>
            <a:off x="518464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guide-dots-upper::guide-dots-upper-dot-603-25"/>
          <p:cNvSpPr/>
          <p:nvPr/>
        </p:nvSpPr>
        <p:spPr>
          <a:xfrm>
            <a:off x="551383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guide-dots-upper::guide-dots-upper-dot-639-25"/>
          <p:cNvSpPr/>
          <p:nvPr/>
        </p:nvSpPr>
        <p:spPr>
          <a:xfrm>
            <a:off x="584301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uide-dots-upper::guide-dots-upper-dot-675-25"/>
          <p:cNvSpPr/>
          <p:nvPr/>
        </p:nvSpPr>
        <p:spPr>
          <a:xfrm>
            <a:off x="617220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guide-dots-upper::guide-dots-upper-dot-711-25"/>
          <p:cNvSpPr/>
          <p:nvPr/>
        </p:nvSpPr>
        <p:spPr>
          <a:xfrm>
            <a:off x="650138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guide-dots-upper::guide-dots-upper-dot-747-25"/>
          <p:cNvSpPr/>
          <p:nvPr/>
        </p:nvSpPr>
        <p:spPr>
          <a:xfrm>
            <a:off x="683056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uide-dots-upper::guide-dots-upper-dot-783-25"/>
          <p:cNvSpPr/>
          <p:nvPr/>
        </p:nvSpPr>
        <p:spPr>
          <a:xfrm>
            <a:off x="715975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uide-dots-upper::guide-dots-upper-dot-819-25"/>
          <p:cNvSpPr/>
          <p:nvPr/>
        </p:nvSpPr>
        <p:spPr>
          <a:xfrm>
            <a:off x="748893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guide-dots-upper::guide-dots-upper-dot-855-25"/>
          <p:cNvSpPr/>
          <p:nvPr/>
        </p:nvSpPr>
        <p:spPr>
          <a:xfrm>
            <a:off x="781812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guide-dots-upper::guide-dots-upper-dot-891-25"/>
          <p:cNvSpPr/>
          <p:nvPr/>
        </p:nvSpPr>
        <p:spPr>
          <a:xfrm>
            <a:off x="814730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guide-dots-upper::guide-dots-upper-dot-927-25"/>
          <p:cNvSpPr/>
          <p:nvPr/>
        </p:nvSpPr>
        <p:spPr>
          <a:xfrm>
            <a:off x="847648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guide-dots-upper::guide-dots-upper-dot-963-25"/>
          <p:cNvSpPr/>
          <p:nvPr/>
        </p:nvSpPr>
        <p:spPr>
          <a:xfrm>
            <a:off x="880567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guide-dots-upper::guide-dots-upper-dot-999-25"/>
          <p:cNvSpPr/>
          <p:nvPr/>
        </p:nvSpPr>
        <p:spPr>
          <a:xfrm>
            <a:off x="913485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guide-dots-upper::guide-dots-upper-dot-1035-25"/>
          <p:cNvSpPr/>
          <p:nvPr/>
        </p:nvSpPr>
        <p:spPr>
          <a:xfrm>
            <a:off x="946404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uide-dots-upper::guide-dots-upper-dot-1071-25"/>
          <p:cNvSpPr/>
          <p:nvPr/>
        </p:nvSpPr>
        <p:spPr>
          <a:xfrm>
            <a:off x="979322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guide-dots-upper::guide-dots-upper-dot-1107-25"/>
          <p:cNvSpPr/>
          <p:nvPr/>
        </p:nvSpPr>
        <p:spPr>
          <a:xfrm>
            <a:off x="1012240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guide-dots-upper::guide-dots-upper-dot-1143-25"/>
          <p:cNvSpPr/>
          <p:nvPr/>
        </p:nvSpPr>
        <p:spPr>
          <a:xfrm>
            <a:off x="1045159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guide-dots-upper::guide-dots-upper-dot-1179-25"/>
          <p:cNvSpPr/>
          <p:nvPr/>
        </p:nvSpPr>
        <p:spPr>
          <a:xfrm>
            <a:off x="1078077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guide-dots-upper::guide-dots-upper-dot-1215-25"/>
          <p:cNvSpPr/>
          <p:nvPr/>
        </p:nvSpPr>
        <p:spPr>
          <a:xfrm>
            <a:off x="1110996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guide-dots-upper::guide-dots-upper-dot-1251-25"/>
          <p:cNvSpPr/>
          <p:nvPr/>
        </p:nvSpPr>
        <p:spPr>
          <a:xfrm>
            <a:off x="1143914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guide-dots-upper::guide-dots-upper-dot-1287-25"/>
          <p:cNvSpPr/>
          <p:nvPr/>
        </p:nvSpPr>
        <p:spPr>
          <a:xfrm>
            <a:off x="1176832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guide-dots-upper::guide-dots-upper-dot-1323-25"/>
          <p:cNvSpPr/>
          <p:nvPr/>
        </p:nvSpPr>
        <p:spPr>
          <a:xfrm>
            <a:off x="1209751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guide-dots-upper::guide-dots-upper-dot-1359-25"/>
          <p:cNvSpPr/>
          <p:nvPr/>
        </p:nvSpPr>
        <p:spPr>
          <a:xfrm>
            <a:off x="1242669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guide-dots-upper::guide-dots-upper-dot-1395-25"/>
          <p:cNvSpPr/>
          <p:nvPr/>
        </p:nvSpPr>
        <p:spPr>
          <a:xfrm>
            <a:off x="1275588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guide-dots-upper::guide-dots-upper-dot-1431-25"/>
          <p:cNvSpPr/>
          <p:nvPr/>
        </p:nvSpPr>
        <p:spPr>
          <a:xfrm>
            <a:off x="1308506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uide-dots-upper::guide-dots-upper-dot-387-61"/>
          <p:cNvSpPr/>
          <p:nvPr/>
        </p:nvSpPr>
        <p:spPr>
          <a:xfrm>
            <a:off x="353872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uide-dots-upper::guide-dots-upper-dot-423-61"/>
          <p:cNvSpPr/>
          <p:nvPr/>
        </p:nvSpPr>
        <p:spPr>
          <a:xfrm>
            <a:off x="386791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uide-dots-upper::guide-dots-upper-dot-459-61"/>
          <p:cNvSpPr/>
          <p:nvPr/>
        </p:nvSpPr>
        <p:spPr>
          <a:xfrm>
            <a:off x="419709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guide-dots-upper::guide-dots-upper-dot-495-61"/>
          <p:cNvSpPr/>
          <p:nvPr/>
        </p:nvSpPr>
        <p:spPr>
          <a:xfrm>
            <a:off x="452628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uide-dots-upper::guide-dots-upper-dot-531-61"/>
          <p:cNvSpPr/>
          <p:nvPr/>
        </p:nvSpPr>
        <p:spPr>
          <a:xfrm>
            <a:off x="485546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uide-dots-upper::guide-dots-upper-dot-567-61"/>
          <p:cNvSpPr/>
          <p:nvPr/>
        </p:nvSpPr>
        <p:spPr>
          <a:xfrm>
            <a:off x="518464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guide-dots-upper::guide-dots-upper-dot-603-61"/>
          <p:cNvSpPr/>
          <p:nvPr/>
        </p:nvSpPr>
        <p:spPr>
          <a:xfrm>
            <a:off x="551383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guide-dots-upper::guide-dots-upper-dot-639-61"/>
          <p:cNvSpPr/>
          <p:nvPr/>
        </p:nvSpPr>
        <p:spPr>
          <a:xfrm>
            <a:off x="584301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guide-dots-upper::guide-dots-upper-dot-675-61"/>
          <p:cNvSpPr/>
          <p:nvPr/>
        </p:nvSpPr>
        <p:spPr>
          <a:xfrm>
            <a:off x="617220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guide-dots-upper::guide-dots-upper-dot-711-61"/>
          <p:cNvSpPr/>
          <p:nvPr/>
        </p:nvSpPr>
        <p:spPr>
          <a:xfrm>
            <a:off x="650138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guide-dots-upper::guide-dots-upper-dot-747-61"/>
          <p:cNvSpPr/>
          <p:nvPr/>
        </p:nvSpPr>
        <p:spPr>
          <a:xfrm>
            <a:off x="683056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guide-dots-upper::guide-dots-upper-dot-783-61"/>
          <p:cNvSpPr/>
          <p:nvPr/>
        </p:nvSpPr>
        <p:spPr>
          <a:xfrm>
            <a:off x="715975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guide-dots-upper::guide-dots-upper-dot-819-61"/>
          <p:cNvSpPr/>
          <p:nvPr/>
        </p:nvSpPr>
        <p:spPr>
          <a:xfrm>
            <a:off x="748893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guide-dots-upper::guide-dots-upper-dot-855-61"/>
          <p:cNvSpPr/>
          <p:nvPr/>
        </p:nvSpPr>
        <p:spPr>
          <a:xfrm>
            <a:off x="781812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guide-dots-upper::guide-dots-upper-dot-891-61"/>
          <p:cNvSpPr/>
          <p:nvPr/>
        </p:nvSpPr>
        <p:spPr>
          <a:xfrm>
            <a:off x="814730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guide-dots-upper::guide-dots-upper-dot-927-61"/>
          <p:cNvSpPr/>
          <p:nvPr/>
        </p:nvSpPr>
        <p:spPr>
          <a:xfrm>
            <a:off x="847648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guide-dots-upper::guide-dots-upper-dot-963-61"/>
          <p:cNvSpPr/>
          <p:nvPr/>
        </p:nvSpPr>
        <p:spPr>
          <a:xfrm>
            <a:off x="880567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guide-dots-upper::guide-dots-upper-dot-999-61"/>
          <p:cNvSpPr/>
          <p:nvPr/>
        </p:nvSpPr>
        <p:spPr>
          <a:xfrm>
            <a:off x="913485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guide-dots-upper::guide-dots-upper-dot-1035-61"/>
          <p:cNvSpPr/>
          <p:nvPr/>
        </p:nvSpPr>
        <p:spPr>
          <a:xfrm>
            <a:off x="946404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guide-dots-upper::guide-dots-upper-dot-1071-61"/>
          <p:cNvSpPr/>
          <p:nvPr/>
        </p:nvSpPr>
        <p:spPr>
          <a:xfrm>
            <a:off x="979322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guide-dots-upper::guide-dots-upper-dot-1107-61"/>
          <p:cNvSpPr/>
          <p:nvPr/>
        </p:nvSpPr>
        <p:spPr>
          <a:xfrm>
            <a:off x="1012240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guide-dots-upper::guide-dots-upper-dot-1143-61"/>
          <p:cNvSpPr/>
          <p:nvPr/>
        </p:nvSpPr>
        <p:spPr>
          <a:xfrm>
            <a:off x="1045159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guide-dots-upper::guide-dots-upper-dot-1179-61"/>
          <p:cNvSpPr/>
          <p:nvPr/>
        </p:nvSpPr>
        <p:spPr>
          <a:xfrm>
            <a:off x="1078077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guide-dots-upper::guide-dots-upper-dot-1215-61"/>
          <p:cNvSpPr/>
          <p:nvPr/>
        </p:nvSpPr>
        <p:spPr>
          <a:xfrm>
            <a:off x="1110996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guide-dots-upper::guide-dots-upper-dot-1251-61"/>
          <p:cNvSpPr/>
          <p:nvPr/>
        </p:nvSpPr>
        <p:spPr>
          <a:xfrm>
            <a:off x="1143914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guide-dots-upper::guide-dots-upper-dot-1287-61"/>
          <p:cNvSpPr/>
          <p:nvPr/>
        </p:nvSpPr>
        <p:spPr>
          <a:xfrm>
            <a:off x="1176832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guide-dots-upper::guide-dots-upper-dot-1323-61"/>
          <p:cNvSpPr/>
          <p:nvPr/>
        </p:nvSpPr>
        <p:spPr>
          <a:xfrm>
            <a:off x="1209751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uide-dots-upper::guide-dots-upper-dot-1359-61"/>
          <p:cNvSpPr/>
          <p:nvPr/>
        </p:nvSpPr>
        <p:spPr>
          <a:xfrm>
            <a:off x="1242669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guide-dots-upper::guide-dots-upper-dot-1395-61"/>
          <p:cNvSpPr/>
          <p:nvPr/>
        </p:nvSpPr>
        <p:spPr>
          <a:xfrm>
            <a:off x="1275588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guide-dots-upper::guide-dots-upper-dot-1431-61"/>
          <p:cNvSpPr/>
          <p:nvPr/>
        </p:nvSpPr>
        <p:spPr>
          <a:xfrm>
            <a:off x="1308506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guide-dots-upper::guide-dots-upper-dot-387-97"/>
          <p:cNvSpPr/>
          <p:nvPr/>
        </p:nvSpPr>
        <p:spPr>
          <a:xfrm>
            <a:off x="353872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guide-dots-upper::guide-dots-upper-dot-423-97"/>
          <p:cNvSpPr/>
          <p:nvPr/>
        </p:nvSpPr>
        <p:spPr>
          <a:xfrm>
            <a:off x="386791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guide-dots-upper::guide-dots-upper-dot-459-97"/>
          <p:cNvSpPr/>
          <p:nvPr/>
        </p:nvSpPr>
        <p:spPr>
          <a:xfrm>
            <a:off x="419709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guide-dots-upper::guide-dots-upper-dot-495-97"/>
          <p:cNvSpPr/>
          <p:nvPr/>
        </p:nvSpPr>
        <p:spPr>
          <a:xfrm>
            <a:off x="452628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uide-dots-upper::guide-dots-upper-dot-531-97"/>
          <p:cNvSpPr/>
          <p:nvPr/>
        </p:nvSpPr>
        <p:spPr>
          <a:xfrm>
            <a:off x="485546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guide-dots-upper::guide-dots-upper-dot-567-97"/>
          <p:cNvSpPr/>
          <p:nvPr/>
        </p:nvSpPr>
        <p:spPr>
          <a:xfrm>
            <a:off x="518464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guide-dots-upper::guide-dots-upper-dot-603-97"/>
          <p:cNvSpPr/>
          <p:nvPr/>
        </p:nvSpPr>
        <p:spPr>
          <a:xfrm>
            <a:off x="551383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guide-dots-upper::guide-dots-upper-dot-639-97"/>
          <p:cNvSpPr/>
          <p:nvPr/>
        </p:nvSpPr>
        <p:spPr>
          <a:xfrm>
            <a:off x="584301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guide-dots-upper::guide-dots-upper-dot-675-97"/>
          <p:cNvSpPr/>
          <p:nvPr/>
        </p:nvSpPr>
        <p:spPr>
          <a:xfrm>
            <a:off x="617220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guide-dots-upper::guide-dots-upper-dot-711-97"/>
          <p:cNvSpPr/>
          <p:nvPr/>
        </p:nvSpPr>
        <p:spPr>
          <a:xfrm>
            <a:off x="650138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guide-dots-upper::guide-dots-upper-dot-747-97"/>
          <p:cNvSpPr/>
          <p:nvPr/>
        </p:nvSpPr>
        <p:spPr>
          <a:xfrm>
            <a:off x="683056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guide-dots-upper::guide-dots-upper-dot-783-97"/>
          <p:cNvSpPr/>
          <p:nvPr/>
        </p:nvSpPr>
        <p:spPr>
          <a:xfrm>
            <a:off x="715975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guide-dots-upper::guide-dots-upper-dot-819-97"/>
          <p:cNvSpPr/>
          <p:nvPr/>
        </p:nvSpPr>
        <p:spPr>
          <a:xfrm>
            <a:off x="748893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guide-dots-upper::guide-dots-upper-dot-855-97"/>
          <p:cNvSpPr/>
          <p:nvPr/>
        </p:nvSpPr>
        <p:spPr>
          <a:xfrm>
            <a:off x="781812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guide-dots-upper::guide-dots-upper-dot-891-97"/>
          <p:cNvSpPr/>
          <p:nvPr/>
        </p:nvSpPr>
        <p:spPr>
          <a:xfrm>
            <a:off x="814730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guide-dots-upper::guide-dots-upper-dot-927-97"/>
          <p:cNvSpPr/>
          <p:nvPr/>
        </p:nvSpPr>
        <p:spPr>
          <a:xfrm>
            <a:off x="847648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guide-dots-upper::guide-dots-upper-dot-963-97"/>
          <p:cNvSpPr/>
          <p:nvPr/>
        </p:nvSpPr>
        <p:spPr>
          <a:xfrm>
            <a:off x="880567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guide-dots-upper::guide-dots-upper-dot-999-97"/>
          <p:cNvSpPr/>
          <p:nvPr/>
        </p:nvSpPr>
        <p:spPr>
          <a:xfrm>
            <a:off x="913485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guide-dots-upper::guide-dots-upper-dot-1035-97"/>
          <p:cNvSpPr/>
          <p:nvPr/>
        </p:nvSpPr>
        <p:spPr>
          <a:xfrm>
            <a:off x="946404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guide-dots-upper::guide-dots-upper-dot-1071-97"/>
          <p:cNvSpPr/>
          <p:nvPr/>
        </p:nvSpPr>
        <p:spPr>
          <a:xfrm>
            <a:off x="979322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guide-dots-upper::guide-dots-upper-dot-1107-97"/>
          <p:cNvSpPr/>
          <p:nvPr/>
        </p:nvSpPr>
        <p:spPr>
          <a:xfrm>
            <a:off x="1012240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guide-dots-upper::guide-dots-upper-dot-1143-97"/>
          <p:cNvSpPr/>
          <p:nvPr/>
        </p:nvSpPr>
        <p:spPr>
          <a:xfrm>
            <a:off x="1045159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guide-dots-upper::guide-dots-upper-dot-1179-97"/>
          <p:cNvSpPr/>
          <p:nvPr/>
        </p:nvSpPr>
        <p:spPr>
          <a:xfrm>
            <a:off x="1078077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guide-dots-upper::guide-dots-upper-dot-1215-97"/>
          <p:cNvSpPr/>
          <p:nvPr/>
        </p:nvSpPr>
        <p:spPr>
          <a:xfrm>
            <a:off x="1110996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guide-dots-upper::guide-dots-upper-dot-1251-97"/>
          <p:cNvSpPr/>
          <p:nvPr/>
        </p:nvSpPr>
        <p:spPr>
          <a:xfrm>
            <a:off x="1143914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guide-dots-upper::guide-dots-upper-dot-1287-97"/>
          <p:cNvSpPr/>
          <p:nvPr/>
        </p:nvSpPr>
        <p:spPr>
          <a:xfrm>
            <a:off x="1176832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guide-dots-upper::guide-dots-upper-dot-1323-97"/>
          <p:cNvSpPr/>
          <p:nvPr/>
        </p:nvSpPr>
        <p:spPr>
          <a:xfrm>
            <a:off x="1209751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guide-dots-upper::guide-dots-upper-dot-1359-97"/>
          <p:cNvSpPr/>
          <p:nvPr/>
        </p:nvSpPr>
        <p:spPr>
          <a:xfrm>
            <a:off x="1242669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guide-dots-upper::guide-dots-upper-dot-1395-97"/>
          <p:cNvSpPr/>
          <p:nvPr/>
        </p:nvSpPr>
        <p:spPr>
          <a:xfrm>
            <a:off x="1275588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guide-dots-upper::guide-dots-upper-dot-1431-97"/>
          <p:cNvSpPr/>
          <p:nvPr/>
        </p:nvSpPr>
        <p:spPr>
          <a:xfrm>
            <a:off x="1308506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guide-dots-upper::guide-dots-upper-dot-387-133"/>
          <p:cNvSpPr/>
          <p:nvPr/>
        </p:nvSpPr>
        <p:spPr>
          <a:xfrm>
            <a:off x="353872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guide-dots-upper::guide-dots-upper-dot-423-133"/>
          <p:cNvSpPr/>
          <p:nvPr/>
        </p:nvSpPr>
        <p:spPr>
          <a:xfrm>
            <a:off x="386791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guide-dots-upper::guide-dots-upper-dot-459-133"/>
          <p:cNvSpPr/>
          <p:nvPr/>
        </p:nvSpPr>
        <p:spPr>
          <a:xfrm>
            <a:off x="419709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guide-dots-upper::guide-dots-upper-dot-495-133"/>
          <p:cNvSpPr/>
          <p:nvPr/>
        </p:nvSpPr>
        <p:spPr>
          <a:xfrm>
            <a:off x="452628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guide-dots-upper::guide-dots-upper-dot-531-133"/>
          <p:cNvSpPr/>
          <p:nvPr/>
        </p:nvSpPr>
        <p:spPr>
          <a:xfrm>
            <a:off x="485546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guide-dots-upper::guide-dots-upper-dot-567-133"/>
          <p:cNvSpPr/>
          <p:nvPr/>
        </p:nvSpPr>
        <p:spPr>
          <a:xfrm>
            <a:off x="518464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guide-dots-upper::guide-dots-upper-dot-603-133"/>
          <p:cNvSpPr/>
          <p:nvPr/>
        </p:nvSpPr>
        <p:spPr>
          <a:xfrm>
            <a:off x="551383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guide-dots-upper::guide-dots-upper-dot-639-133"/>
          <p:cNvSpPr/>
          <p:nvPr/>
        </p:nvSpPr>
        <p:spPr>
          <a:xfrm>
            <a:off x="584301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guide-dots-upper::guide-dots-upper-dot-675-133"/>
          <p:cNvSpPr/>
          <p:nvPr/>
        </p:nvSpPr>
        <p:spPr>
          <a:xfrm>
            <a:off x="617220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guide-dots-upper::guide-dots-upper-dot-711-133"/>
          <p:cNvSpPr/>
          <p:nvPr/>
        </p:nvSpPr>
        <p:spPr>
          <a:xfrm>
            <a:off x="650138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guide-dots-upper::guide-dots-upper-dot-747-133"/>
          <p:cNvSpPr/>
          <p:nvPr/>
        </p:nvSpPr>
        <p:spPr>
          <a:xfrm>
            <a:off x="683056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guide-dots-upper::guide-dots-upper-dot-783-133"/>
          <p:cNvSpPr/>
          <p:nvPr/>
        </p:nvSpPr>
        <p:spPr>
          <a:xfrm>
            <a:off x="715975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guide-dots-upper::guide-dots-upper-dot-819-133"/>
          <p:cNvSpPr/>
          <p:nvPr/>
        </p:nvSpPr>
        <p:spPr>
          <a:xfrm>
            <a:off x="748893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guide-dots-upper::guide-dots-upper-dot-855-133"/>
          <p:cNvSpPr/>
          <p:nvPr/>
        </p:nvSpPr>
        <p:spPr>
          <a:xfrm>
            <a:off x="781812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guide-dots-upper::guide-dots-upper-dot-891-133"/>
          <p:cNvSpPr/>
          <p:nvPr/>
        </p:nvSpPr>
        <p:spPr>
          <a:xfrm>
            <a:off x="814730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guide-dots-upper::guide-dots-upper-dot-927-133"/>
          <p:cNvSpPr/>
          <p:nvPr/>
        </p:nvSpPr>
        <p:spPr>
          <a:xfrm>
            <a:off x="847648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guide-dots-upper::guide-dots-upper-dot-963-133"/>
          <p:cNvSpPr/>
          <p:nvPr/>
        </p:nvSpPr>
        <p:spPr>
          <a:xfrm>
            <a:off x="880567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guide-dots-upper::guide-dots-upper-dot-999-133"/>
          <p:cNvSpPr/>
          <p:nvPr/>
        </p:nvSpPr>
        <p:spPr>
          <a:xfrm>
            <a:off x="913485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guide-dots-upper::guide-dots-upper-dot-1035-133"/>
          <p:cNvSpPr/>
          <p:nvPr/>
        </p:nvSpPr>
        <p:spPr>
          <a:xfrm>
            <a:off x="946404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guide-dots-upper::guide-dots-upper-dot-1071-133"/>
          <p:cNvSpPr/>
          <p:nvPr/>
        </p:nvSpPr>
        <p:spPr>
          <a:xfrm>
            <a:off x="979322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guide-dots-upper::guide-dots-upper-dot-1107-133"/>
          <p:cNvSpPr/>
          <p:nvPr/>
        </p:nvSpPr>
        <p:spPr>
          <a:xfrm>
            <a:off x="1012240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guide-dots-upper::guide-dots-upper-dot-1143-133"/>
          <p:cNvSpPr/>
          <p:nvPr/>
        </p:nvSpPr>
        <p:spPr>
          <a:xfrm>
            <a:off x="1045159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guide-dots-upper::guide-dots-upper-dot-1179-133"/>
          <p:cNvSpPr/>
          <p:nvPr/>
        </p:nvSpPr>
        <p:spPr>
          <a:xfrm>
            <a:off x="1078077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guide-dots-upper::guide-dots-upper-dot-1215-133"/>
          <p:cNvSpPr/>
          <p:nvPr/>
        </p:nvSpPr>
        <p:spPr>
          <a:xfrm>
            <a:off x="1110996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guide-dots-upper::guide-dots-upper-dot-1251-133"/>
          <p:cNvSpPr/>
          <p:nvPr/>
        </p:nvSpPr>
        <p:spPr>
          <a:xfrm>
            <a:off x="1143914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guide-dots-upper::guide-dots-upper-dot-1287-133"/>
          <p:cNvSpPr/>
          <p:nvPr/>
        </p:nvSpPr>
        <p:spPr>
          <a:xfrm>
            <a:off x="1176832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guide-dots-upper::guide-dots-upper-dot-1323-133"/>
          <p:cNvSpPr/>
          <p:nvPr/>
        </p:nvSpPr>
        <p:spPr>
          <a:xfrm>
            <a:off x="1209751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guide-dots-upper::guide-dots-upper-dot-1359-133"/>
          <p:cNvSpPr/>
          <p:nvPr/>
        </p:nvSpPr>
        <p:spPr>
          <a:xfrm>
            <a:off x="1242669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guide-dots-upper::guide-dots-upper-dot-1395-133"/>
          <p:cNvSpPr/>
          <p:nvPr/>
        </p:nvSpPr>
        <p:spPr>
          <a:xfrm>
            <a:off x="1275588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guide-dots-upper::guide-dots-upper-dot-1431-133"/>
          <p:cNvSpPr/>
          <p:nvPr/>
        </p:nvSpPr>
        <p:spPr>
          <a:xfrm>
            <a:off x="1308506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guide-dots-upper::guide-dots-upper-dot-387-169"/>
          <p:cNvSpPr/>
          <p:nvPr/>
        </p:nvSpPr>
        <p:spPr>
          <a:xfrm>
            <a:off x="353872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guide-dots-upper::guide-dots-upper-dot-423-169"/>
          <p:cNvSpPr/>
          <p:nvPr/>
        </p:nvSpPr>
        <p:spPr>
          <a:xfrm>
            <a:off x="386791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guide-dots-upper::guide-dots-upper-dot-459-169"/>
          <p:cNvSpPr/>
          <p:nvPr/>
        </p:nvSpPr>
        <p:spPr>
          <a:xfrm>
            <a:off x="419709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guide-dots-upper::guide-dots-upper-dot-495-169"/>
          <p:cNvSpPr/>
          <p:nvPr/>
        </p:nvSpPr>
        <p:spPr>
          <a:xfrm>
            <a:off x="452628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guide-dots-upper::guide-dots-upper-dot-531-169"/>
          <p:cNvSpPr/>
          <p:nvPr/>
        </p:nvSpPr>
        <p:spPr>
          <a:xfrm>
            <a:off x="485546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guide-dots-upper::guide-dots-upper-dot-567-169"/>
          <p:cNvSpPr/>
          <p:nvPr/>
        </p:nvSpPr>
        <p:spPr>
          <a:xfrm>
            <a:off x="518464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guide-dots-upper::guide-dots-upper-dot-603-169"/>
          <p:cNvSpPr/>
          <p:nvPr/>
        </p:nvSpPr>
        <p:spPr>
          <a:xfrm>
            <a:off x="551383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guide-dots-upper::guide-dots-upper-dot-639-169"/>
          <p:cNvSpPr/>
          <p:nvPr/>
        </p:nvSpPr>
        <p:spPr>
          <a:xfrm>
            <a:off x="584301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guide-dots-upper::guide-dots-upper-dot-675-169"/>
          <p:cNvSpPr/>
          <p:nvPr/>
        </p:nvSpPr>
        <p:spPr>
          <a:xfrm>
            <a:off x="617220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guide-dots-upper::guide-dots-upper-dot-711-169"/>
          <p:cNvSpPr/>
          <p:nvPr/>
        </p:nvSpPr>
        <p:spPr>
          <a:xfrm>
            <a:off x="650138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guide-dots-upper::guide-dots-upper-dot-747-169"/>
          <p:cNvSpPr/>
          <p:nvPr/>
        </p:nvSpPr>
        <p:spPr>
          <a:xfrm>
            <a:off x="683056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guide-dots-upper::guide-dots-upper-dot-783-169"/>
          <p:cNvSpPr/>
          <p:nvPr/>
        </p:nvSpPr>
        <p:spPr>
          <a:xfrm>
            <a:off x="715975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guide-dots-upper::guide-dots-upper-dot-819-169"/>
          <p:cNvSpPr/>
          <p:nvPr/>
        </p:nvSpPr>
        <p:spPr>
          <a:xfrm>
            <a:off x="748893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guide-dots-upper::guide-dots-upper-dot-855-169"/>
          <p:cNvSpPr/>
          <p:nvPr/>
        </p:nvSpPr>
        <p:spPr>
          <a:xfrm>
            <a:off x="781812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guide-dots-upper::guide-dots-upper-dot-891-169"/>
          <p:cNvSpPr/>
          <p:nvPr/>
        </p:nvSpPr>
        <p:spPr>
          <a:xfrm>
            <a:off x="814730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guide-dots-upper::guide-dots-upper-dot-927-169"/>
          <p:cNvSpPr/>
          <p:nvPr/>
        </p:nvSpPr>
        <p:spPr>
          <a:xfrm>
            <a:off x="847648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guide-dots-upper::guide-dots-upper-dot-963-169"/>
          <p:cNvSpPr/>
          <p:nvPr/>
        </p:nvSpPr>
        <p:spPr>
          <a:xfrm>
            <a:off x="880567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guide-dots-upper::guide-dots-upper-dot-999-169"/>
          <p:cNvSpPr/>
          <p:nvPr/>
        </p:nvSpPr>
        <p:spPr>
          <a:xfrm>
            <a:off x="913485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guide-dots-upper::guide-dots-upper-dot-1035-169"/>
          <p:cNvSpPr/>
          <p:nvPr/>
        </p:nvSpPr>
        <p:spPr>
          <a:xfrm>
            <a:off x="946404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guide-dots-upper::guide-dots-upper-dot-1071-169"/>
          <p:cNvSpPr/>
          <p:nvPr/>
        </p:nvSpPr>
        <p:spPr>
          <a:xfrm>
            <a:off x="979322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uide-dots-upper::guide-dots-upper-dot-1107-169"/>
          <p:cNvSpPr/>
          <p:nvPr/>
        </p:nvSpPr>
        <p:spPr>
          <a:xfrm>
            <a:off x="1012240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guide-dots-upper::guide-dots-upper-dot-1143-169"/>
          <p:cNvSpPr/>
          <p:nvPr/>
        </p:nvSpPr>
        <p:spPr>
          <a:xfrm>
            <a:off x="1045159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guide-dots-upper::guide-dots-upper-dot-1179-169"/>
          <p:cNvSpPr/>
          <p:nvPr/>
        </p:nvSpPr>
        <p:spPr>
          <a:xfrm>
            <a:off x="1078077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guide-dots-upper::guide-dots-upper-dot-1215-169"/>
          <p:cNvSpPr/>
          <p:nvPr/>
        </p:nvSpPr>
        <p:spPr>
          <a:xfrm>
            <a:off x="1110996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guide-dots-upper::guide-dots-upper-dot-1251-169"/>
          <p:cNvSpPr/>
          <p:nvPr/>
        </p:nvSpPr>
        <p:spPr>
          <a:xfrm>
            <a:off x="1143914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guide-dots-upper::guide-dots-upper-dot-1287-169"/>
          <p:cNvSpPr/>
          <p:nvPr/>
        </p:nvSpPr>
        <p:spPr>
          <a:xfrm>
            <a:off x="1176832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guide-dots-upper::guide-dots-upper-dot-1323-169"/>
          <p:cNvSpPr/>
          <p:nvPr/>
        </p:nvSpPr>
        <p:spPr>
          <a:xfrm>
            <a:off x="1209751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guide-dots-upper::guide-dots-upper-dot-1359-169"/>
          <p:cNvSpPr/>
          <p:nvPr/>
        </p:nvSpPr>
        <p:spPr>
          <a:xfrm>
            <a:off x="1242669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guide-dots-upper::guide-dots-upper-dot-1395-169"/>
          <p:cNvSpPr/>
          <p:nvPr/>
        </p:nvSpPr>
        <p:spPr>
          <a:xfrm>
            <a:off x="1275588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guide-dots-upper::guide-dots-upper-dot-1431-169"/>
          <p:cNvSpPr/>
          <p:nvPr/>
        </p:nvSpPr>
        <p:spPr>
          <a:xfrm>
            <a:off x="1308506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guide-dots-upper::guide-dots-upper-dot-387-205"/>
          <p:cNvSpPr/>
          <p:nvPr/>
        </p:nvSpPr>
        <p:spPr>
          <a:xfrm>
            <a:off x="353872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guide-dots-upper::guide-dots-upper-dot-423-205"/>
          <p:cNvSpPr/>
          <p:nvPr/>
        </p:nvSpPr>
        <p:spPr>
          <a:xfrm>
            <a:off x="386791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guide-dots-upper::guide-dots-upper-dot-459-205"/>
          <p:cNvSpPr/>
          <p:nvPr/>
        </p:nvSpPr>
        <p:spPr>
          <a:xfrm>
            <a:off x="419709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guide-dots-upper::guide-dots-upper-dot-495-205"/>
          <p:cNvSpPr/>
          <p:nvPr/>
        </p:nvSpPr>
        <p:spPr>
          <a:xfrm>
            <a:off x="452628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guide-dots-upper::guide-dots-upper-dot-531-205"/>
          <p:cNvSpPr/>
          <p:nvPr/>
        </p:nvSpPr>
        <p:spPr>
          <a:xfrm>
            <a:off x="485546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guide-dots-upper::guide-dots-upper-dot-567-205"/>
          <p:cNvSpPr/>
          <p:nvPr/>
        </p:nvSpPr>
        <p:spPr>
          <a:xfrm>
            <a:off x="518464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guide-dots-upper::guide-dots-upper-dot-603-205"/>
          <p:cNvSpPr/>
          <p:nvPr/>
        </p:nvSpPr>
        <p:spPr>
          <a:xfrm>
            <a:off x="551383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guide-dots-upper::guide-dots-upper-dot-639-205"/>
          <p:cNvSpPr/>
          <p:nvPr/>
        </p:nvSpPr>
        <p:spPr>
          <a:xfrm>
            <a:off x="584301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guide-dots-upper::guide-dots-upper-dot-675-205"/>
          <p:cNvSpPr/>
          <p:nvPr/>
        </p:nvSpPr>
        <p:spPr>
          <a:xfrm>
            <a:off x="617220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uide-dots-upper::guide-dots-upper-dot-711-205"/>
          <p:cNvSpPr/>
          <p:nvPr/>
        </p:nvSpPr>
        <p:spPr>
          <a:xfrm>
            <a:off x="650138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uide-dots-upper::guide-dots-upper-dot-747-205"/>
          <p:cNvSpPr/>
          <p:nvPr/>
        </p:nvSpPr>
        <p:spPr>
          <a:xfrm>
            <a:off x="683056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guide-dots-upper::guide-dots-upper-dot-783-205"/>
          <p:cNvSpPr/>
          <p:nvPr/>
        </p:nvSpPr>
        <p:spPr>
          <a:xfrm>
            <a:off x="715975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uide-dots-upper::guide-dots-upper-dot-819-205"/>
          <p:cNvSpPr/>
          <p:nvPr/>
        </p:nvSpPr>
        <p:spPr>
          <a:xfrm>
            <a:off x="748893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guide-dots-upper::guide-dots-upper-dot-855-205"/>
          <p:cNvSpPr/>
          <p:nvPr/>
        </p:nvSpPr>
        <p:spPr>
          <a:xfrm>
            <a:off x="781812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guide-dots-upper::guide-dots-upper-dot-891-205"/>
          <p:cNvSpPr/>
          <p:nvPr/>
        </p:nvSpPr>
        <p:spPr>
          <a:xfrm>
            <a:off x="814730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uide-dots-upper::guide-dots-upper-dot-927-205"/>
          <p:cNvSpPr/>
          <p:nvPr/>
        </p:nvSpPr>
        <p:spPr>
          <a:xfrm>
            <a:off x="847648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uide-dots-upper::guide-dots-upper-dot-963-205"/>
          <p:cNvSpPr/>
          <p:nvPr/>
        </p:nvSpPr>
        <p:spPr>
          <a:xfrm>
            <a:off x="880567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guide-dots-upper::guide-dots-upper-dot-999-205"/>
          <p:cNvSpPr/>
          <p:nvPr/>
        </p:nvSpPr>
        <p:spPr>
          <a:xfrm>
            <a:off x="913485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uide-dots-upper::guide-dots-upper-dot-1035-205"/>
          <p:cNvSpPr/>
          <p:nvPr/>
        </p:nvSpPr>
        <p:spPr>
          <a:xfrm>
            <a:off x="946404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guide-dots-upper::guide-dots-upper-dot-1071-205"/>
          <p:cNvSpPr/>
          <p:nvPr/>
        </p:nvSpPr>
        <p:spPr>
          <a:xfrm>
            <a:off x="979322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guide-dots-upper::guide-dots-upper-dot-1107-205"/>
          <p:cNvSpPr/>
          <p:nvPr/>
        </p:nvSpPr>
        <p:spPr>
          <a:xfrm>
            <a:off x="1012240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guide-dots-upper::guide-dots-upper-dot-1143-205"/>
          <p:cNvSpPr/>
          <p:nvPr/>
        </p:nvSpPr>
        <p:spPr>
          <a:xfrm>
            <a:off x="1045159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guide-dots-upper::guide-dots-upper-dot-1179-205"/>
          <p:cNvSpPr/>
          <p:nvPr/>
        </p:nvSpPr>
        <p:spPr>
          <a:xfrm>
            <a:off x="1078077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guide-dots-upper::guide-dots-upper-dot-1215-205"/>
          <p:cNvSpPr/>
          <p:nvPr/>
        </p:nvSpPr>
        <p:spPr>
          <a:xfrm>
            <a:off x="1110996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guide-dots-upper::guide-dots-upper-dot-1251-205"/>
          <p:cNvSpPr/>
          <p:nvPr/>
        </p:nvSpPr>
        <p:spPr>
          <a:xfrm>
            <a:off x="1143914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guide-dots-upper::guide-dots-upper-dot-1287-205"/>
          <p:cNvSpPr/>
          <p:nvPr/>
        </p:nvSpPr>
        <p:spPr>
          <a:xfrm>
            <a:off x="1176832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guide-dots-upper::guide-dots-upper-dot-1323-205"/>
          <p:cNvSpPr/>
          <p:nvPr/>
        </p:nvSpPr>
        <p:spPr>
          <a:xfrm>
            <a:off x="1209751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guide-dots-upper::guide-dots-upper-dot-1359-205"/>
          <p:cNvSpPr/>
          <p:nvPr/>
        </p:nvSpPr>
        <p:spPr>
          <a:xfrm>
            <a:off x="1242669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guide-dots-upper::guide-dots-upper-dot-1395-205"/>
          <p:cNvSpPr/>
          <p:nvPr/>
        </p:nvSpPr>
        <p:spPr>
          <a:xfrm>
            <a:off x="1275588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guide-dots-upper::guide-dots-upper-dot-1431-205"/>
          <p:cNvSpPr/>
          <p:nvPr/>
        </p:nvSpPr>
        <p:spPr>
          <a:xfrm>
            <a:off x="1308506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guide-dots-upper::guide-dots-upper-dot-387-241"/>
          <p:cNvSpPr/>
          <p:nvPr/>
        </p:nvSpPr>
        <p:spPr>
          <a:xfrm>
            <a:off x="353872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guide-dots-upper::guide-dots-upper-dot-423-241"/>
          <p:cNvSpPr/>
          <p:nvPr/>
        </p:nvSpPr>
        <p:spPr>
          <a:xfrm>
            <a:off x="386791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guide-dots-upper::guide-dots-upper-dot-459-241"/>
          <p:cNvSpPr/>
          <p:nvPr/>
        </p:nvSpPr>
        <p:spPr>
          <a:xfrm>
            <a:off x="419709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guide-dots-upper::guide-dots-upper-dot-495-241"/>
          <p:cNvSpPr/>
          <p:nvPr/>
        </p:nvSpPr>
        <p:spPr>
          <a:xfrm>
            <a:off x="452628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guide-dots-upper::guide-dots-upper-dot-531-241"/>
          <p:cNvSpPr/>
          <p:nvPr/>
        </p:nvSpPr>
        <p:spPr>
          <a:xfrm>
            <a:off x="485546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guide-dots-upper::guide-dots-upper-dot-567-241"/>
          <p:cNvSpPr/>
          <p:nvPr/>
        </p:nvSpPr>
        <p:spPr>
          <a:xfrm>
            <a:off x="518464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guide-dots-upper::guide-dots-upper-dot-603-241"/>
          <p:cNvSpPr/>
          <p:nvPr/>
        </p:nvSpPr>
        <p:spPr>
          <a:xfrm>
            <a:off x="551383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guide-dots-upper::guide-dots-upper-dot-639-241"/>
          <p:cNvSpPr/>
          <p:nvPr/>
        </p:nvSpPr>
        <p:spPr>
          <a:xfrm>
            <a:off x="584301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guide-dots-upper::guide-dots-upper-dot-675-241"/>
          <p:cNvSpPr/>
          <p:nvPr/>
        </p:nvSpPr>
        <p:spPr>
          <a:xfrm>
            <a:off x="617220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guide-dots-upper::guide-dots-upper-dot-711-241"/>
          <p:cNvSpPr/>
          <p:nvPr/>
        </p:nvSpPr>
        <p:spPr>
          <a:xfrm>
            <a:off x="650138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guide-dots-upper::guide-dots-upper-dot-747-241"/>
          <p:cNvSpPr/>
          <p:nvPr/>
        </p:nvSpPr>
        <p:spPr>
          <a:xfrm>
            <a:off x="683056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guide-dots-upper::guide-dots-upper-dot-783-241"/>
          <p:cNvSpPr/>
          <p:nvPr/>
        </p:nvSpPr>
        <p:spPr>
          <a:xfrm>
            <a:off x="715975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guide-dots-upper::guide-dots-upper-dot-819-241"/>
          <p:cNvSpPr/>
          <p:nvPr/>
        </p:nvSpPr>
        <p:spPr>
          <a:xfrm>
            <a:off x="748893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guide-dots-upper::guide-dots-upper-dot-855-241"/>
          <p:cNvSpPr/>
          <p:nvPr/>
        </p:nvSpPr>
        <p:spPr>
          <a:xfrm>
            <a:off x="781812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guide-dots-upper::guide-dots-upper-dot-891-241"/>
          <p:cNvSpPr/>
          <p:nvPr/>
        </p:nvSpPr>
        <p:spPr>
          <a:xfrm>
            <a:off x="814730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guide-dots-upper::guide-dots-upper-dot-927-241"/>
          <p:cNvSpPr/>
          <p:nvPr/>
        </p:nvSpPr>
        <p:spPr>
          <a:xfrm>
            <a:off x="847648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guide-dots-upper::guide-dots-upper-dot-963-241"/>
          <p:cNvSpPr/>
          <p:nvPr/>
        </p:nvSpPr>
        <p:spPr>
          <a:xfrm>
            <a:off x="880567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guide-dots-upper::guide-dots-upper-dot-999-241"/>
          <p:cNvSpPr/>
          <p:nvPr/>
        </p:nvSpPr>
        <p:spPr>
          <a:xfrm>
            <a:off x="913485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guide-dots-upper::guide-dots-upper-dot-1035-241"/>
          <p:cNvSpPr/>
          <p:nvPr/>
        </p:nvSpPr>
        <p:spPr>
          <a:xfrm>
            <a:off x="946404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guide-dots-upper::guide-dots-upper-dot-1071-241"/>
          <p:cNvSpPr/>
          <p:nvPr/>
        </p:nvSpPr>
        <p:spPr>
          <a:xfrm>
            <a:off x="979322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guide-dots-upper::guide-dots-upper-dot-1107-241"/>
          <p:cNvSpPr/>
          <p:nvPr/>
        </p:nvSpPr>
        <p:spPr>
          <a:xfrm>
            <a:off x="1012240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guide-dots-upper::guide-dots-upper-dot-1143-241"/>
          <p:cNvSpPr/>
          <p:nvPr/>
        </p:nvSpPr>
        <p:spPr>
          <a:xfrm>
            <a:off x="1045159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guide-dots-upper::guide-dots-upper-dot-1179-241"/>
          <p:cNvSpPr/>
          <p:nvPr/>
        </p:nvSpPr>
        <p:spPr>
          <a:xfrm>
            <a:off x="1078077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guide-dots-upper::guide-dots-upper-dot-1215-241"/>
          <p:cNvSpPr/>
          <p:nvPr/>
        </p:nvSpPr>
        <p:spPr>
          <a:xfrm>
            <a:off x="1110996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guide-dots-upper::guide-dots-upper-dot-1251-241"/>
          <p:cNvSpPr/>
          <p:nvPr/>
        </p:nvSpPr>
        <p:spPr>
          <a:xfrm>
            <a:off x="1143914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guide-dots-upper::guide-dots-upper-dot-1287-241"/>
          <p:cNvSpPr/>
          <p:nvPr/>
        </p:nvSpPr>
        <p:spPr>
          <a:xfrm>
            <a:off x="1176832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guide-dots-upper::guide-dots-upper-dot-1323-241"/>
          <p:cNvSpPr/>
          <p:nvPr/>
        </p:nvSpPr>
        <p:spPr>
          <a:xfrm>
            <a:off x="1209751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guide-dots-upper::guide-dots-upper-dot-1359-241"/>
          <p:cNvSpPr/>
          <p:nvPr/>
        </p:nvSpPr>
        <p:spPr>
          <a:xfrm>
            <a:off x="1242669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guide-dots-upper::guide-dots-upper-dot-1395-241"/>
          <p:cNvSpPr/>
          <p:nvPr/>
        </p:nvSpPr>
        <p:spPr>
          <a:xfrm>
            <a:off x="1275588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uide-dots-upper::guide-dots-upper-dot-1431-241"/>
          <p:cNvSpPr/>
          <p:nvPr/>
        </p:nvSpPr>
        <p:spPr>
          <a:xfrm>
            <a:off x="1308506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guide-dots-upper::guide-dots-upper-dot-387-277"/>
          <p:cNvSpPr/>
          <p:nvPr/>
        </p:nvSpPr>
        <p:spPr>
          <a:xfrm>
            <a:off x="353872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guide-dots-upper::guide-dots-upper-dot-423-277"/>
          <p:cNvSpPr/>
          <p:nvPr/>
        </p:nvSpPr>
        <p:spPr>
          <a:xfrm>
            <a:off x="386791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uide-dots-upper::guide-dots-upper-dot-459-277"/>
          <p:cNvSpPr/>
          <p:nvPr/>
        </p:nvSpPr>
        <p:spPr>
          <a:xfrm>
            <a:off x="419709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guide-dots-upper::guide-dots-upper-dot-495-277"/>
          <p:cNvSpPr/>
          <p:nvPr/>
        </p:nvSpPr>
        <p:spPr>
          <a:xfrm>
            <a:off x="452628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guide-dots-upper::guide-dots-upper-dot-531-277"/>
          <p:cNvSpPr/>
          <p:nvPr/>
        </p:nvSpPr>
        <p:spPr>
          <a:xfrm>
            <a:off x="485546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guide-dots-upper::guide-dots-upper-dot-567-277"/>
          <p:cNvSpPr/>
          <p:nvPr/>
        </p:nvSpPr>
        <p:spPr>
          <a:xfrm>
            <a:off x="518464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guide-dots-upper::guide-dots-upper-dot-603-277"/>
          <p:cNvSpPr/>
          <p:nvPr/>
        </p:nvSpPr>
        <p:spPr>
          <a:xfrm>
            <a:off x="551383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guide-dots-upper::guide-dots-upper-dot-639-277"/>
          <p:cNvSpPr/>
          <p:nvPr/>
        </p:nvSpPr>
        <p:spPr>
          <a:xfrm>
            <a:off x="584301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guide-dots-upper::guide-dots-upper-dot-675-277"/>
          <p:cNvSpPr/>
          <p:nvPr/>
        </p:nvSpPr>
        <p:spPr>
          <a:xfrm>
            <a:off x="617220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guide-dots-upper::guide-dots-upper-dot-711-277"/>
          <p:cNvSpPr/>
          <p:nvPr/>
        </p:nvSpPr>
        <p:spPr>
          <a:xfrm>
            <a:off x="650138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guide-dots-upper::guide-dots-upper-dot-747-277"/>
          <p:cNvSpPr/>
          <p:nvPr/>
        </p:nvSpPr>
        <p:spPr>
          <a:xfrm>
            <a:off x="683056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guide-dots-upper::guide-dots-upper-dot-783-277"/>
          <p:cNvSpPr/>
          <p:nvPr/>
        </p:nvSpPr>
        <p:spPr>
          <a:xfrm>
            <a:off x="715975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guide-dots-upper::guide-dots-upper-dot-819-277"/>
          <p:cNvSpPr/>
          <p:nvPr/>
        </p:nvSpPr>
        <p:spPr>
          <a:xfrm>
            <a:off x="748893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guide-dots-upper::guide-dots-upper-dot-855-277"/>
          <p:cNvSpPr/>
          <p:nvPr/>
        </p:nvSpPr>
        <p:spPr>
          <a:xfrm>
            <a:off x="781812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guide-dots-upper::guide-dots-upper-dot-891-277"/>
          <p:cNvSpPr/>
          <p:nvPr/>
        </p:nvSpPr>
        <p:spPr>
          <a:xfrm>
            <a:off x="814730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guide-dots-upper::guide-dots-upper-dot-927-277"/>
          <p:cNvSpPr/>
          <p:nvPr/>
        </p:nvSpPr>
        <p:spPr>
          <a:xfrm>
            <a:off x="847648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guide-dots-upper::guide-dots-upper-dot-963-277"/>
          <p:cNvSpPr/>
          <p:nvPr/>
        </p:nvSpPr>
        <p:spPr>
          <a:xfrm>
            <a:off x="880567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uide-dots-upper::guide-dots-upper-dot-999-277"/>
          <p:cNvSpPr/>
          <p:nvPr/>
        </p:nvSpPr>
        <p:spPr>
          <a:xfrm>
            <a:off x="913485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guide-dots-upper::guide-dots-upper-dot-1035-277"/>
          <p:cNvSpPr/>
          <p:nvPr/>
        </p:nvSpPr>
        <p:spPr>
          <a:xfrm>
            <a:off x="946404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guide-dots-upper::guide-dots-upper-dot-1071-277"/>
          <p:cNvSpPr/>
          <p:nvPr/>
        </p:nvSpPr>
        <p:spPr>
          <a:xfrm>
            <a:off x="979322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guide-dots-upper::guide-dots-upper-dot-1107-277"/>
          <p:cNvSpPr/>
          <p:nvPr/>
        </p:nvSpPr>
        <p:spPr>
          <a:xfrm>
            <a:off x="1012240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guide-dots-upper::guide-dots-upper-dot-1143-277"/>
          <p:cNvSpPr/>
          <p:nvPr/>
        </p:nvSpPr>
        <p:spPr>
          <a:xfrm>
            <a:off x="1045159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guide-dots-upper::guide-dots-upper-dot-1179-277"/>
          <p:cNvSpPr/>
          <p:nvPr/>
        </p:nvSpPr>
        <p:spPr>
          <a:xfrm>
            <a:off x="1078077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guide-dots-upper::guide-dots-upper-dot-1215-277"/>
          <p:cNvSpPr/>
          <p:nvPr/>
        </p:nvSpPr>
        <p:spPr>
          <a:xfrm>
            <a:off x="1110996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guide-dots-upper::guide-dots-upper-dot-1251-277"/>
          <p:cNvSpPr/>
          <p:nvPr/>
        </p:nvSpPr>
        <p:spPr>
          <a:xfrm>
            <a:off x="1143914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guide-dots-upper::guide-dots-upper-dot-1287-277"/>
          <p:cNvSpPr/>
          <p:nvPr/>
        </p:nvSpPr>
        <p:spPr>
          <a:xfrm>
            <a:off x="1176832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guide-dots-upper::guide-dots-upper-dot-1323-277"/>
          <p:cNvSpPr/>
          <p:nvPr/>
        </p:nvSpPr>
        <p:spPr>
          <a:xfrm>
            <a:off x="1209751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guide-dots-upper::guide-dots-upper-dot-1359-277"/>
          <p:cNvSpPr/>
          <p:nvPr/>
        </p:nvSpPr>
        <p:spPr>
          <a:xfrm>
            <a:off x="1242669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guide-dots-upper::guide-dots-upper-dot-1395-277"/>
          <p:cNvSpPr/>
          <p:nvPr/>
        </p:nvSpPr>
        <p:spPr>
          <a:xfrm>
            <a:off x="1275588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guide-dots-upper::guide-dots-upper-dot-1431-277"/>
          <p:cNvSpPr/>
          <p:nvPr/>
        </p:nvSpPr>
        <p:spPr>
          <a:xfrm>
            <a:off x="1308506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guide-dots-upper::guide-dots-upper-dot-387-313"/>
          <p:cNvSpPr/>
          <p:nvPr/>
        </p:nvSpPr>
        <p:spPr>
          <a:xfrm>
            <a:off x="353872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guide-dots-upper::guide-dots-upper-dot-423-313"/>
          <p:cNvSpPr/>
          <p:nvPr/>
        </p:nvSpPr>
        <p:spPr>
          <a:xfrm>
            <a:off x="386791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guide-dots-upper::guide-dots-upper-dot-459-313"/>
          <p:cNvSpPr/>
          <p:nvPr/>
        </p:nvSpPr>
        <p:spPr>
          <a:xfrm>
            <a:off x="419709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guide-dots-upper::guide-dots-upper-dot-495-313"/>
          <p:cNvSpPr/>
          <p:nvPr/>
        </p:nvSpPr>
        <p:spPr>
          <a:xfrm>
            <a:off x="452628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guide-dots-upper::guide-dots-upper-dot-531-313"/>
          <p:cNvSpPr/>
          <p:nvPr/>
        </p:nvSpPr>
        <p:spPr>
          <a:xfrm>
            <a:off x="485546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guide-dots-upper::guide-dots-upper-dot-567-313"/>
          <p:cNvSpPr/>
          <p:nvPr/>
        </p:nvSpPr>
        <p:spPr>
          <a:xfrm>
            <a:off x="518464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guide-dots-upper::guide-dots-upper-dot-603-313"/>
          <p:cNvSpPr/>
          <p:nvPr/>
        </p:nvSpPr>
        <p:spPr>
          <a:xfrm>
            <a:off x="551383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guide-dots-upper::guide-dots-upper-dot-639-313"/>
          <p:cNvSpPr/>
          <p:nvPr/>
        </p:nvSpPr>
        <p:spPr>
          <a:xfrm>
            <a:off x="584301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guide-dots-upper::guide-dots-upper-dot-675-313"/>
          <p:cNvSpPr/>
          <p:nvPr/>
        </p:nvSpPr>
        <p:spPr>
          <a:xfrm>
            <a:off x="617220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guide-dots-upper::guide-dots-upper-dot-711-313"/>
          <p:cNvSpPr/>
          <p:nvPr/>
        </p:nvSpPr>
        <p:spPr>
          <a:xfrm>
            <a:off x="650138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guide-dots-upper::guide-dots-upper-dot-747-313"/>
          <p:cNvSpPr/>
          <p:nvPr/>
        </p:nvSpPr>
        <p:spPr>
          <a:xfrm>
            <a:off x="683056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guide-dots-upper::guide-dots-upper-dot-783-313"/>
          <p:cNvSpPr/>
          <p:nvPr/>
        </p:nvSpPr>
        <p:spPr>
          <a:xfrm>
            <a:off x="715975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guide-dots-upper::guide-dots-upper-dot-819-313"/>
          <p:cNvSpPr/>
          <p:nvPr/>
        </p:nvSpPr>
        <p:spPr>
          <a:xfrm>
            <a:off x="748893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guide-dots-upper::guide-dots-upper-dot-855-313"/>
          <p:cNvSpPr/>
          <p:nvPr/>
        </p:nvSpPr>
        <p:spPr>
          <a:xfrm>
            <a:off x="781812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guide-dots-upper::guide-dots-upper-dot-891-313"/>
          <p:cNvSpPr/>
          <p:nvPr/>
        </p:nvSpPr>
        <p:spPr>
          <a:xfrm>
            <a:off x="814730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guide-dots-upper::guide-dots-upper-dot-927-313"/>
          <p:cNvSpPr/>
          <p:nvPr/>
        </p:nvSpPr>
        <p:spPr>
          <a:xfrm>
            <a:off x="847648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guide-dots-upper::guide-dots-upper-dot-963-313"/>
          <p:cNvSpPr/>
          <p:nvPr/>
        </p:nvSpPr>
        <p:spPr>
          <a:xfrm>
            <a:off x="880567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guide-dots-upper::guide-dots-upper-dot-999-313"/>
          <p:cNvSpPr/>
          <p:nvPr/>
        </p:nvSpPr>
        <p:spPr>
          <a:xfrm>
            <a:off x="913485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guide-dots-upper::guide-dots-upper-dot-1035-313"/>
          <p:cNvSpPr/>
          <p:nvPr/>
        </p:nvSpPr>
        <p:spPr>
          <a:xfrm>
            <a:off x="946404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guide-dots-upper::guide-dots-upper-dot-1071-313"/>
          <p:cNvSpPr/>
          <p:nvPr/>
        </p:nvSpPr>
        <p:spPr>
          <a:xfrm>
            <a:off x="979322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guide-dots-upper::guide-dots-upper-dot-1107-313"/>
          <p:cNvSpPr/>
          <p:nvPr/>
        </p:nvSpPr>
        <p:spPr>
          <a:xfrm>
            <a:off x="1012240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guide-dots-upper::guide-dots-upper-dot-1143-313"/>
          <p:cNvSpPr/>
          <p:nvPr/>
        </p:nvSpPr>
        <p:spPr>
          <a:xfrm>
            <a:off x="1045159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guide-dots-upper::guide-dots-upper-dot-1179-313"/>
          <p:cNvSpPr/>
          <p:nvPr/>
        </p:nvSpPr>
        <p:spPr>
          <a:xfrm>
            <a:off x="1078077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guide-dots-upper::guide-dots-upper-dot-1215-313"/>
          <p:cNvSpPr/>
          <p:nvPr/>
        </p:nvSpPr>
        <p:spPr>
          <a:xfrm>
            <a:off x="1110996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guide-dots-upper::guide-dots-upper-dot-1251-313"/>
          <p:cNvSpPr/>
          <p:nvPr/>
        </p:nvSpPr>
        <p:spPr>
          <a:xfrm>
            <a:off x="1143914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guide-dots-upper::guide-dots-upper-dot-1287-313"/>
          <p:cNvSpPr/>
          <p:nvPr/>
        </p:nvSpPr>
        <p:spPr>
          <a:xfrm>
            <a:off x="1176832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guide-dots-upper::guide-dots-upper-dot-1323-313"/>
          <p:cNvSpPr/>
          <p:nvPr/>
        </p:nvSpPr>
        <p:spPr>
          <a:xfrm>
            <a:off x="1209751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guide-dots-upper::guide-dots-upper-dot-1359-313"/>
          <p:cNvSpPr/>
          <p:nvPr/>
        </p:nvSpPr>
        <p:spPr>
          <a:xfrm>
            <a:off x="1242669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guide-dots-upper::guide-dots-upper-dot-1395-313"/>
          <p:cNvSpPr/>
          <p:nvPr/>
        </p:nvSpPr>
        <p:spPr>
          <a:xfrm>
            <a:off x="1275588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guide-dots-upper::guide-dots-upper-dot-1431-313"/>
          <p:cNvSpPr/>
          <p:nvPr/>
        </p:nvSpPr>
        <p:spPr>
          <a:xfrm>
            <a:off x="1308506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guide-dots-upper::guide-dots-upper-dot-387-349"/>
          <p:cNvSpPr/>
          <p:nvPr/>
        </p:nvSpPr>
        <p:spPr>
          <a:xfrm>
            <a:off x="353872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guide-dots-upper::guide-dots-upper-dot-423-349"/>
          <p:cNvSpPr/>
          <p:nvPr/>
        </p:nvSpPr>
        <p:spPr>
          <a:xfrm>
            <a:off x="386791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guide-dots-upper::guide-dots-upper-dot-459-349"/>
          <p:cNvSpPr/>
          <p:nvPr/>
        </p:nvSpPr>
        <p:spPr>
          <a:xfrm>
            <a:off x="419709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guide-dots-upper::guide-dots-upper-dot-495-349"/>
          <p:cNvSpPr/>
          <p:nvPr/>
        </p:nvSpPr>
        <p:spPr>
          <a:xfrm>
            <a:off x="452628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guide-dots-upper::guide-dots-upper-dot-531-349"/>
          <p:cNvSpPr/>
          <p:nvPr/>
        </p:nvSpPr>
        <p:spPr>
          <a:xfrm>
            <a:off x="485546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guide-dots-upper::guide-dots-upper-dot-567-349"/>
          <p:cNvSpPr/>
          <p:nvPr/>
        </p:nvSpPr>
        <p:spPr>
          <a:xfrm>
            <a:off x="518464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guide-dots-upper::guide-dots-upper-dot-603-349"/>
          <p:cNvSpPr/>
          <p:nvPr/>
        </p:nvSpPr>
        <p:spPr>
          <a:xfrm>
            <a:off x="551383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guide-dots-upper::guide-dots-upper-dot-639-349"/>
          <p:cNvSpPr/>
          <p:nvPr/>
        </p:nvSpPr>
        <p:spPr>
          <a:xfrm>
            <a:off x="584301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guide-dots-upper::guide-dots-upper-dot-675-349"/>
          <p:cNvSpPr/>
          <p:nvPr/>
        </p:nvSpPr>
        <p:spPr>
          <a:xfrm>
            <a:off x="617220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guide-dots-upper::guide-dots-upper-dot-711-349"/>
          <p:cNvSpPr/>
          <p:nvPr/>
        </p:nvSpPr>
        <p:spPr>
          <a:xfrm>
            <a:off x="650138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guide-dots-upper::guide-dots-upper-dot-747-349"/>
          <p:cNvSpPr/>
          <p:nvPr/>
        </p:nvSpPr>
        <p:spPr>
          <a:xfrm>
            <a:off x="683056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guide-dots-upper::guide-dots-upper-dot-783-349"/>
          <p:cNvSpPr/>
          <p:nvPr/>
        </p:nvSpPr>
        <p:spPr>
          <a:xfrm>
            <a:off x="715975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guide-dots-upper::guide-dots-upper-dot-819-349"/>
          <p:cNvSpPr/>
          <p:nvPr/>
        </p:nvSpPr>
        <p:spPr>
          <a:xfrm>
            <a:off x="748893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guide-dots-upper::guide-dots-upper-dot-855-349"/>
          <p:cNvSpPr/>
          <p:nvPr/>
        </p:nvSpPr>
        <p:spPr>
          <a:xfrm>
            <a:off x="781812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guide-dots-upper::guide-dots-upper-dot-891-349"/>
          <p:cNvSpPr/>
          <p:nvPr/>
        </p:nvSpPr>
        <p:spPr>
          <a:xfrm>
            <a:off x="814730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guide-dots-upper::guide-dots-upper-dot-927-349"/>
          <p:cNvSpPr/>
          <p:nvPr/>
        </p:nvSpPr>
        <p:spPr>
          <a:xfrm>
            <a:off x="847648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guide-dots-upper::guide-dots-upper-dot-963-349"/>
          <p:cNvSpPr/>
          <p:nvPr/>
        </p:nvSpPr>
        <p:spPr>
          <a:xfrm>
            <a:off x="880567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guide-dots-upper::guide-dots-upper-dot-999-349"/>
          <p:cNvSpPr/>
          <p:nvPr/>
        </p:nvSpPr>
        <p:spPr>
          <a:xfrm>
            <a:off x="913485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guide-dots-upper::guide-dots-upper-dot-1035-349"/>
          <p:cNvSpPr/>
          <p:nvPr/>
        </p:nvSpPr>
        <p:spPr>
          <a:xfrm>
            <a:off x="946404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guide-dots-upper::guide-dots-upper-dot-1071-349"/>
          <p:cNvSpPr/>
          <p:nvPr/>
        </p:nvSpPr>
        <p:spPr>
          <a:xfrm>
            <a:off x="979322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guide-dots-upper::guide-dots-upper-dot-1107-349"/>
          <p:cNvSpPr/>
          <p:nvPr/>
        </p:nvSpPr>
        <p:spPr>
          <a:xfrm>
            <a:off x="1012240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guide-dots-upper::guide-dots-upper-dot-1143-349"/>
          <p:cNvSpPr/>
          <p:nvPr/>
        </p:nvSpPr>
        <p:spPr>
          <a:xfrm>
            <a:off x="1045159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guide-dots-upper::guide-dots-upper-dot-1179-349"/>
          <p:cNvSpPr/>
          <p:nvPr/>
        </p:nvSpPr>
        <p:spPr>
          <a:xfrm>
            <a:off x="1078077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guide-dots-upper::guide-dots-upper-dot-1215-349"/>
          <p:cNvSpPr/>
          <p:nvPr/>
        </p:nvSpPr>
        <p:spPr>
          <a:xfrm>
            <a:off x="1110996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guide-dots-upper::guide-dots-upper-dot-1251-349"/>
          <p:cNvSpPr/>
          <p:nvPr/>
        </p:nvSpPr>
        <p:spPr>
          <a:xfrm>
            <a:off x="1143914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guide-dots-upper::guide-dots-upper-dot-1287-349"/>
          <p:cNvSpPr/>
          <p:nvPr/>
        </p:nvSpPr>
        <p:spPr>
          <a:xfrm>
            <a:off x="1176832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guide-dots-upper::guide-dots-upper-dot-1323-349"/>
          <p:cNvSpPr/>
          <p:nvPr/>
        </p:nvSpPr>
        <p:spPr>
          <a:xfrm>
            <a:off x="1209751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guide-dots-upper::guide-dots-upper-dot-1359-349"/>
          <p:cNvSpPr/>
          <p:nvPr/>
        </p:nvSpPr>
        <p:spPr>
          <a:xfrm>
            <a:off x="1242669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guide-dots-upper::guide-dots-upper-dot-1395-349"/>
          <p:cNvSpPr/>
          <p:nvPr/>
        </p:nvSpPr>
        <p:spPr>
          <a:xfrm>
            <a:off x="1275588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guide-dots-upper::guide-dots-upper-dot-1431-349"/>
          <p:cNvSpPr/>
          <p:nvPr/>
        </p:nvSpPr>
        <p:spPr>
          <a:xfrm>
            <a:off x="1308506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guide-dots-upper::guide-dots-upper-dot-387-385"/>
          <p:cNvSpPr/>
          <p:nvPr/>
        </p:nvSpPr>
        <p:spPr>
          <a:xfrm>
            <a:off x="353872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guide-dots-upper::guide-dots-upper-dot-423-385"/>
          <p:cNvSpPr/>
          <p:nvPr/>
        </p:nvSpPr>
        <p:spPr>
          <a:xfrm>
            <a:off x="386791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guide-dots-upper::guide-dots-upper-dot-459-385"/>
          <p:cNvSpPr/>
          <p:nvPr/>
        </p:nvSpPr>
        <p:spPr>
          <a:xfrm>
            <a:off x="419709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guide-dots-upper::guide-dots-upper-dot-495-385"/>
          <p:cNvSpPr/>
          <p:nvPr/>
        </p:nvSpPr>
        <p:spPr>
          <a:xfrm>
            <a:off x="452628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guide-dots-upper::guide-dots-upper-dot-531-385"/>
          <p:cNvSpPr/>
          <p:nvPr/>
        </p:nvSpPr>
        <p:spPr>
          <a:xfrm>
            <a:off x="485546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guide-dots-upper::guide-dots-upper-dot-567-385"/>
          <p:cNvSpPr/>
          <p:nvPr/>
        </p:nvSpPr>
        <p:spPr>
          <a:xfrm>
            <a:off x="518464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guide-dots-upper::guide-dots-upper-dot-603-385"/>
          <p:cNvSpPr/>
          <p:nvPr/>
        </p:nvSpPr>
        <p:spPr>
          <a:xfrm>
            <a:off x="551383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guide-dots-upper::guide-dots-upper-dot-639-385"/>
          <p:cNvSpPr/>
          <p:nvPr/>
        </p:nvSpPr>
        <p:spPr>
          <a:xfrm>
            <a:off x="584301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guide-dots-upper::guide-dots-upper-dot-675-385"/>
          <p:cNvSpPr/>
          <p:nvPr/>
        </p:nvSpPr>
        <p:spPr>
          <a:xfrm>
            <a:off x="617220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guide-dots-upper::guide-dots-upper-dot-711-385"/>
          <p:cNvSpPr/>
          <p:nvPr/>
        </p:nvSpPr>
        <p:spPr>
          <a:xfrm>
            <a:off x="650138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guide-dots-upper::guide-dots-upper-dot-747-385"/>
          <p:cNvSpPr/>
          <p:nvPr/>
        </p:nvSpPr>
        <p:spPr>
          <a:xfrm>
            <a:off x="683056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guide-dots-upper::guide-dots-upper-dot-783-385"/>
          <p:cNvSpPr/>
          <p:nvPr/>
        </p:nvSpPr>
        <p:spPr>
          <a:xfrm>
            <a:off x="715975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guide-dots-upper::guide-dots-upper-dot-819-385"/>
          <p:cNvSpPr/>
          <p:nvPr/>
        </p:nvSpPr>
        <p:spPr>
          <a:xfrm>
            <a:off x="748893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guide-dots-upper::guide-dots-upper-dot-855-385"/>
          <p:cNvSpPr/>
          <p:nvPr/>
        </p:nvSpPr>
        <p:spPr>
          <a:xfrm>
            <a:off x="781812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guide-dots-upper::guide-dots-upper-dot-891-385"/>
          <p:cNvSpPr/>
          <p:nvPr/>
        </p:nvSpPr>
        <p:spPr>
          <a:xfrm>
            <a:off x="814730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guide-dots-upper::guide-dots-upper-dot-927-385"/>
          <p:cNvSpPr/>
          <p:nvPr/>
        </p:nvSpPr>
        <p:spPr>
          <a:xfrm>
            <a:off x="847648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guide-dots-upper::guide-dots-upper-dot-963-385"/>
          <p:cNvSpPr/>
          <p:nvPr/>
        </p:nvSpPr>
        <p:spPr>
          <a:xfrm>
            <a:off x="880567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guide-dots-upper::guide-dots-upper-dot-999-385"/>
          <p:cNvSpPr/>
          <p:nvPr/>
        </p:nvSpPr>
        <p:spPr>
          <a:xfrm>
            <a:off x="913485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guide-dots-upper::guide-dots-upper-dot-1035-385"/>
          <p:cNvSpPr/>
          <p:nvPr/>
        </p:nvSpPr>
        <p:spPr>
          <a:xfrm>
            <a:off x="946404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guide-dots-upper::guide-dots-upper-dot-1071-385"/>
          <p:cNvSpPr/>
          <p:nvPr/>
        </p:nvSpPr>
        <p:spPr>
          <a:xfrm>
            <a:off x="979322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guide-dots-upper::guide-dots-upper-dot-1107-385"/>
          <p:cNvSpPr/>
          <p:nvPr/>
        </p:nvSpPr>
        <p:spPr>
          <a:xfrm>
            <a:off x="1012240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guide-dots-upper::guide-dots-upper-dot-1143-385"/>
          <p:cNvSpPr/>
          <p:nvPr/>
        </p:nvSpPr>
        <p:spPr>
          <a:xfrm>
            <a:off x="1045159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guide-dots-upper::guide-dots-upper-dot-1179-385"/>
          <p:cNvSpPr/>
          <p:nvPr/>
        </p:nvSpPr>
        <p:spPr>
          <a:xfrm>
            <a:off x="1078077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guide-dots-upper::guide-dots-upper-dot-1215-385"/>
          <p:cNvSpPr/>
          <p:nvPr/>
        </p:nvSpPr>
        <p:spPr>
          <a:xfrm>
            <a:off x="1110996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guide-dots-upper::guide-dots-upper-dot-1251-385"/>
          <p:cNvSpPr/>
          <p:nvPr/>
        </p:nvSpPr>
        <p:spPr>
          <a:xfrm>
            <a:off x="1143914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guide-dots-upper::guide-dots-upper-dot-1287-385"/>
          <p:cNvSpPr/>
          <p:nvPr/>
        </p:nvSpPr>
        <p:spPr>
          <a:xfrm>
            <a:off x="1176832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guide-dots-upper::guide-dots-upper-dot-1323-385"/>
          <p:cNvSpPr/>
          <p:nvPr/>
        </p:nvSpPr>
        <p:spPr>
          <a:xfrm>
            <a:off x="1209751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guide-dots-upper::guide-dots-upper-dot-1359-385"/>
          <p:cNvSpPr/>
          <p:nvPr/>
        </p:nvSpPr>
        <p:spPr>
          <a:xfrm>
            <a:off x="1242669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guide-dots-upper::guide-dots-upper-dot-1395-385"/>
          <p:cNvSpPr/>
          <p:nvPr/>
        </p:nvSpPr>
        <p:spPr>
          <a:xfrm>
            <a:off x="1275588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guide-dots-upper::guide-dots-upper-dot-1431-385"/>
          <p:cNvSpPr/>
          <p:nvPr/>
        </p:nvSpPr>
        <p:spPr>
          <a:xfrm>
            <a:off x="1308506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guide-dots-upper::guide-dots-upper-dot-387-421"/>
          <p:cNvSpPr/>
          <p:nvPr/>
        </p:nvSpPr>
        <p:spPr>
          <a:xfrm>
            <a:off x="353872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guide-dots-upper::guide-dots-upper-dot-423-421"/>
          <p:cNvSpPr/>
          <p:nvPr/>
        </p:nvSpPr>
        <p:spPr>
          <a:xfrm>
            <a:off x="386791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guide-dots-upper::guide-dots-upper-dot-459-421"/>
          <p:cNvSpPr/>
          <p:nvPr/>
        </p:nvSpPr>
        <p:spPr>
          <a:xfrm>
            <a:off x="419709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guide-dots-upper::guide-dots-upper-dot-495-421"/>
          <p:cNvSpPr/>
          <p:nvPr/>
        </p:nvSpPr>
        <p:spPr>
          <a:xfrm>
            <a:off x="452628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guide-dots-upper::guide-dots-upper-dot-531-421"/>
          <p:cNvSpPr/>
          <p:nvPr/>
        </p:nvSpPr>
        <p:spPr>
          <a:xfrm>
            <a:off x="485546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guide-dots-upper::guide-dots-upper-dot-567-421"/>
          <p:cNvSpPr/>
          <p:nvPr/>
        </p:nvSpPr>
        <p:spPr>
          <a:xfrm>
            <a:off x="518464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guide-dots-upper::guide-dots-upper-dot-603-421"/>
          <p:cNvSpPr/>
          <p:nvPr/>
        </p:nvSpPr>
        <p:spPr>
          <a:xfrm>
            <a:off x="551383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guide-dots-upper::guide-dots-upper-dot-639-421"/>
          <p:cNvSpPr/>
          <p:nvPr/>
        </p:nvSpPr>
        <p:spPr>
          <a:xfrm>
            <a:off x="584301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guide-dots-upper::guide-dots-upper-dot-675-421"/>
          <p:cNvSpPr/>
          <p:nvPr/>
        </p:nvSpPr>
        <p:spPr>
          <a:xfrm>
            <a:off x="617220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guide-dots-upper::guide-dots-upper-dot-711-421"/>
          <p:cNvSpPr/>
          <p:nvPr/>
        </p:nvSpPr>
        <p:spPr>
          <a:xfrm>
            <a:off x="650138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guide-dots-upper::guide-dots-upper-dot-747-421"/>
          <p:cNvSpPr/>
          <p:nvPr/>
        </p:nvSpPr>
        <p:spPr>
          <a:xfrm>
            <a:off x="683056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guide-dots-upper::guide-dots-upper-dot-783-421"/>
          <p:cNvSpPr/>
          <p:nvPr/>
        </p:nvSpPr>
        <p:spPr>
          <a:xfrm>
            <a:off x="715975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guide-dots-upper::guide-dots-upper-dot-819-421"/>
          <p:cNvSpPr/>
          <p:nvPr/>
        </p:nvSpPr>
        <p:spPr>
          <a:xfrm>
            <a:off x="748893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guide-dots-upper::guide-dots-upper-dot-855-421"/>
          <p:cNvSpPr/>
          <p:nvPr/>
        </p:nvSpPr>
        <p:spPr>
          <a:xfrm>
            <a:off x="781812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guide-dots-upper::guide-dots-upper-dot-891-421"/>
          <p:cNvSpPr/>
          <p:nvPr/>
        </p:nvSpPr>
        <p:spPr>
          <a:xfrm>
            <a:off x="814730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guide-dots-upper::guide-dots-upper-dot-927-421"/>
          <p:cNvSpPr/>
          <p:nvPr/>
        </p:nvSpPr>
        <p:spPr>
          <a:xfrm>
            <a:off x="847648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guide-dots-upper::guide-dots-upper-dot-963-421"/>
          <p:cNvSpPr/>
          <p:nvPr/>
        </p:nvSpPr>
        <p:spPr>
          <a:xfrm>
            <a:off x="880567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guide-dots-upper::guide-dots-upper-dot-999-421"/>
          <p:cNvSpPr/>
          <p:nvPr/>
        </p:nvSpPr>
        <p:spPr>
          <a:xfrm>
            <a:off x="913485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guide-dots-upper::guide-dots-upper-dot-1035-421"/>
          <p:cNvSpPr/>
          <p:nvPr/>
        </p:nvSpPr>
        <p:spPr>
          <a:xfrm>
            <a:off x="946404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guide-dots-upper::guide-dots-upper-dot-1071-421"/>
          <p:cNvSpPr/>
          <p:nvPr/>
        </p:nvSpPr>
        <p:spPr>
          <a:xfrm>
            <a:off x="979322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guide-dots-upper::guide-dots-upper-dot-1107-421"/>
          <p:cNvSpPr/>
          <p:nvPr/>
        </p:nvSpPr>
        <p:spPr>
          <a:xfrm>
            <a:off x="1012240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guide-dots-upper::guide-dots-upper-dot-1143-421"/>
          <p:cNvSpPr/>
          <p:nvPr/>
        </p:nvSpPr>
        <p:spPr>
          <a:xfrm>
            <a:off x="1045159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guide-dots-upper::guide-dots-upper-dot-1179-421"/>
          <p:cNvSpPr/>
          <p:nvPr/>
        </p:nvSpPr>
        <p:spPr>
          <a:xfrm>
            <a:off x="1078077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guide-dots-upper::guide-dots-upper-dot-1215-421"/>
          <p:cNvSpPr/>
          <p:nvPr/>
        </p:nvSpPr>
        <p:spPr>
          <a:xfrm>
            <a:off x="1110996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guide-dots-upper::guide-dots-upper-dot-1251-421"/>
          <p:cNvSpPr/>
          <p:nvPr/>
        </p:nvSpPr>
        <p:spPr>
          <a:xfrm>
            <a:off x="1143914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guide-dots-upper::guide-dots-upper-dot-1287-421"/>
          <p:cNvSpPr/>
          <p:nvPr/>
        </p:nvSpPr>
        <p:spPr>
          <a:xfrm>
            <a:off x="1176832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guide-dots-upper::guide-dots-upper-dot-1323-421"/>
          <p:cNvSpPr/>
          <p:nvPr/>
        </p:nvSpPr>
        <p:spPr>
          <a:xfrm>
            <a:off x="1209751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guide-dots-upper::guide-dots-upper-dot-1359-421"/>
          <p:cNvSpPr/>
          <p:nvPr/>
        </p:nvSpPr>
        <p:spPr>
          <a:xfrm>
            <a:off x="1242669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guide-dots-upper::guide-dots-upper-dot-1395-421"/>
          <p:cNvSpPr/>
          <p:nvPr/>
        </p:nvSpPr>
        <p:spPr>
          <a:xfrm>
            <a:off x="1275588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guide-dots-upper::guide-dots-upper-dot-1431-421"/>
          <p:cNvSpPr/>
          <p:nvPr/>
        </p:nvSpPr>
        <p:spPr>
          <a:xfrm>
            <a:off x="1308506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guide-dots-lower::guide-dots-lower-dot-387-485"/>
          <p:cNvSpPr/>
          <p:nvPr/>
        </p:nvSpPr>
        <p:spPr>
          <a:xfrm>
            <a:off x="353872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guide-dots-lower::guide-dots-lower-dot-423-485"/>
          <p:cNvSpPr/>
          <p:nvPr/>
        </p:nvSpPr>
        <p:spPr>
          <a:xfrm>
            <a:off x="386791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guide-dots-lower::guide-dots-lower-dot-459-485"/>
          <p:cNvSpPr/>
          <p:nvPr/>
        </p:nvSpPr>
        <p:spPr>
          <a:xfrm>
            <a:off x="419709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guide-dots-lower::guide-dots-lower-dot-495-485"/>
          <p:cNvSpPr/>
          <p:nvPr/>
        </p:nvSpPr>
        <p:spPr>
          <a:xfrm>
            <a:off x="452628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guide-dots-lower::guide-dots-lower-dot-531-485"/>
          <p:cNvSpPr/>
          <p:nvPr/>
        </p:nvSpPr>
        <p:spPr>
          <a:xfrm>
            <a:off x="485546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guide-dots-lower::guide-dots-lower-dot-567-485"/>
          <p:cNvSpPr/>
          <p:nvPr/>
        </p:nvSpPr>
        <p:spPr>
          <a:xfrm>
            <a:off x="518464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guide-dots-lower::guide-dots-lower-dot-603-485"/>
          <p:cNvSpPr/>
          <p:nvPr/>
        </p:nvSpPr>
        <p:spPr>
          <a:xfrm>
            <a:off x="551383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guide-dots-lower::guide-dots-lower-dot-639-485"/>
          <p:cNvSpPr/>
          <p:nvPr/>
        </p:nvSpPr>
        <p:spPr>
          <a:xfrm>
            <a:off x="584301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guide-dots-lower::guide-dots-lower-dot-675-485"/>
          <p:cNvSpPr/>
          <p:nvPr/>
        </p:nvSpPr>
        <p:spPr>
          <a:xfrm>
            <a:off x="617220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guide-dots-lower::guide-dots-lower-dot-711-485"/>
          <p:cNvSpPr/>
          <p:nvPr/>
        </p:nvSpPr>
        <p:spPr>
          <a:xfrm>
            <a:off x="650138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guide-dots-lower::guide-dots-lower-dot-747-485"/>
          <p:cNvSpPr/>
          <p:nvPr/>
        </p:nvSpPr>
        <p:spPr>
          <a:xfrm>
            <a:off x="683056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guide-dots-lower::guide-dots-lower-dot-783-485"/>
          <p:cNvSpPr/>
          <p:nvPr/>
        </p:nvSpPr>
        <p:spPr>
          <a:xfrm>
            <a:off x="715975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guide-dots-lower::guide-dots-lower-dot-819-485"/>
          <p:cNvSpPr/>
          <p:nvPr/>
        </p:nvSpPr>
        <p:spPr>
          <a:xfrm>
            <a:off x="748893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guide-dots-lower::guide-dots-lower-dot-855-485"/>
          <p:cNvSpPr/>
          <p:nvPr/>
        </p:nvSpPr>
        <p:spPr>
          <a:xfrm>
            <a:off x="781812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guide-dots-lower::guide-dots-lower-dot-891-485"/>
          <p:cNvSpPr/>
          <p:nvPr/>
        </p:nvSpPr>
        <p:spPr>
          <a:xfrm>
            <a:off x="814730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guide-dots-lower::guide-dots-lower-dot-927-485"/>
          <p:cNvSpPr/>
          <p:nvPr/>
        </p:nvSpPr>
        <p:spPr>
          <a:xfrm>
            <a:off x="847648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guide-dots-lower::guide-dots-lower-dot-963-485"/>
          <p:cNvSpPr/>
          <p:nvPr/>
        </p:nvSpPr>
        <p:spPr>
          <a:xfrm>
            <a:off x="880567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guide-dots-lower::guide-dots-lower-dot-999-485"/>
          <p:cNvSpPr/>
          <p:nvPr/>
        </p:nvSpPr>
        <p:spPr>
          <a:xfrm>
            <a:off x="913485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guide-dots-lower::guide-dots-lower-dot-1035-485"/>
          <p:cNvSpPr/>
          <p:nvPr/>
        </p:nvSpPr>
        <p:spPr>
          <a:xfrm>
            <a:off x="946404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guide-dots-lower::guide-dots-lower-dot-1071-485"/>
          <p:cNvSpPr/>
          <p:nvPr/>
        </p:nvSpPr>
        <p:spPr>
          <a:xfrm>
            <a:off x="979322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guide-dots-lower::guide-dots-lower-dot-1107-485"/>
          <p:cNvSpPr/>
          <p:nvPr/>
        </p:nvSpPr>
        <p:spPr>
          <a:xfrm>
            <a:off x="1012240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guide-dots-lower::guide-dots-lower-dot-1143-485"/>
          <p:cNvSpPr/>
          <p:nvPr/>
        </p:nvSpPr>
        <p:spPr>
          <a:xfrm>
            <a:off x="1045159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guide-dots-lower::guide-dots-lower-dot-1179-485"/>
          <p:cNvSpPr/>
          <p:nvPr/>
        </p:nvSpPr>
        <p:spPr>
          <a:xfrm>
            <a:off x="1078077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guide-dots-lower::guide-dots-lower-dot-1215-485"/>
          <p:cNvSpPr/>
          <p:nvPr/>
        </p:nvSpPr>
        <p:spPr>
          <a:xfrm>
            <a:off x="1110996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guide-dots-lower::guide-dots-lower-dot-1251-485"/>
          <p:cNvSpPr/>
          <p:nvPr/>
        </p:nvSpPr>
        <p:spPr>
          <a:xfrm>
            <a:off x="1143914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guide-dots-lower::guide-dots-lower-dot-1287-485"/>
          <p:cNvSpPr/>
          <p:nvPr/>
        </p:nvSpPr>
        <p:spPr>
          <a:xfrm>
            <a:off x="11768328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guide-dots-lower::guide-dots-lower-dot-1323-485"/>
          <p:cNvSpPr/>
          <p:nvPr/>
        </p:nvSpPr>
        <p:spPr>
          <a:xfrm>
            <a:off x="12097512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guide-dots-lower::guide-dots-lower-dot-1359-485"/>
          <p:cNvSpPr/>
          <p:nvPr/>
        </p:nvSpPr>
        <p:spPr>
          <a:xfrm>
            <a:off x="12426696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guide-dots-lower::guide-dots-lower-dot-1395-485"/>
          <p:cNvSpPr/>
          <p:nvPr/>
        </p:nvSpPr>
        <p:spPr>
          <a:xfrm>
            <a:off x="12755880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guide-dots-lower::guide-dots-lower-dot-1431-485"/>
          <p:cNvSpPr/>
          <p:nvPr/>
        </p:nvSpPr>
        <p:spPr>
          <a:xfrm>
            <a:off x="13085064" y="44348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guide-dots-lower::guide-dots-lower-dot-387-521"/>
          <p:cNvSpPr/>
          <p:nvPr/>
        </p:nvSpPr>
        <p:spPr>
          <a:xfrm>
            <a:off x="353872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guide-dots-lower::guide-dots-lower-dot-423-521"/>
          <p:cNvSpPr/>
          <p:nvPr/>
        </p:nvSpPr>
        <p:spPr>
          <a:xfrm>
            <a:off x="386791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guide-dots-lower::guide-dots-lower-dot-459-521"/>
          <p:cNvSpPr/>
          <p:nvPr/>
        </p:nvSpPr>
        <p:spPr>
          <a:xfrm>
            <a:off x="419709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guide-dots-lower::guide-dots-lower-dot-495-521"/>
          <p:cNvSpPr/>
          <p:nvPr/>
        </p:nvSpPr>
        <p:spPr>
          <a:xfrm>
            <a:off x="452628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guide-dots-lower::guide-dots-lower-dot-531-521"/>
          <p:cNvSpPr/>
          <p:nvPr/>
        </p:nvSpPr>
        <p:spPr>
          <a:xfrm>
            <a:off x="485546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guide-dots-lower::guide-dots-lower-dot-567-521"/>
          <p:cNvSpPr/>
          <p:nvPr/>
        </p:nvSpPr>
        <p:spPr>
          <a:xfrm>
            <a:off x="518464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guide-dots-lower::guide-dots-lower-dot-603-521"/>
          <p:cNvSpPr/>
          <p:nvPr/>
        </p:nvSpPr>
        <p:spPr>
          <a:xfrm>
            <a:off x="551383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guide-dots-lower::guide-dots-lower-dot-639-521"/>
          <p:cNvSpPr/>
          <p:nvPr/>
        </p:nvSpPr>
        <p:spPr>
          <a:xfrm>
            <a:off x="584301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guide-dots-lower::guide-dots-lower-dot-675-521"/>
          <p:cNvSpPr/>
          <p:nvPr/>
        </p:nvSpPr>
        <p:spPr>
          <a:xfrm>
            <a:off x="617220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guide-dots-lower::guide-dots-lower-dot-711-521"/>
          <p:cNvSpPr/>
          <p:nvPr/>
        </p:nvSpPr>
        <p:spPr>
          <a:xfrm>
            <a:off x="650138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guide-dots-lower::guide-dots-lower-dot-747-521"/>
          <p:cNvSpPr/>
          <p:nvPr/>
        </p:nvSpPr>
        <p:spPr>
          <a:xfrm>
            <a:off x="683056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guide-dots-lower::guide-dots-lower-dot-783-521"/>
          <p:cNvSpPr/>
          <p:nvPr/>
        </p:nvSpPr>
        <p:spPr>
          <a:xfrm>
            <a:off x="715975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guide-dots-lower::guide-dots-lower-dot-819-521"/>
          <p:cNvSpPr/>
          <p:nvPr/>
        </p:nvSpPr>
        <p:spPr>
          <a:xfrm>
            <a:off x="748893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guide-dots-lower::guide-dots-lower-dot-855-521"/>
          <p:cNvSpPr/>
          <p:nvPr/>
        </p:nvSpPr>
        <p:spPr>
          <a:xfrm>
            <a:off x="781812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guide-dots-lower::guide-dots-lower-dot-891-521"/>
          <p:cNvSpPr/>
          <p:nvPr/>
        </p:nvSpPr>
        <p:spPr>
          <a:xfrm>
            <a:off x="814730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guide-dots-lower::guide-dots-lower-dot-927-521"/>
          <p:cNvSpPr/>
          <p:nvPr/>
        </p:nvSpPr>
        <p:spPr>
          <a:xfrm>
            <a:off x="847648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guide-dots-lower::guide-dots-lower-dot-963-521"/>
          <p:cNvSpPr/>
          <p:nvPr/>
        </p:nvSpPr>
        <p:spPr>
          <a:xfrm>
            <a:off x="880567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guide-dots-lower::guide-dots-lower-dot-999-521"/>
          <p:cNvSpPr/>
          <p:nvPr/>
        </p:nvSpPr>
        <p:spPr>
          <a:xfrm>
            <a:off x="913485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guide-dots-lower::guide-dots-lower-dot-1035-521"/>
          <p:cNvSpPr/>
          <p:nvPr/>
        </p:nvSpPr>
        <p:spPr>
          <a:xfrm>
            <a:off x="946404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guide-dots-lower::guide-dots-lower-dot-1071-521"/>
          <p:cNvSpPr/>
          <p:nvPr/>
        </p:nvSpPr>
        <p:spPr>
          <a:xfrm>
            <a:off x="979322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guide-dots-lower::guide-dots-lower-dot-1107-521"/>
          <p:cNvSpPr/>
          <p:nvPr/>
        </p:nvSpPr>
        <p:spPr>
          <a:xfrm>
            <a:off x="1012240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guide-dots-lower::guide-dots-lower-dot-1143-521"/>
          <p:cNvSpPr/>
          <p:nvPr/>
        </p:nvSpPr>
        <p:spPr>
          <a:xfrm>
            <a:off x="1045159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guide-dots-lower::guide-dots-lower-dot-1179-521"/>
          <p:cNvSpPr/>
          <p:nvPr/>
        </p:nvSpPr>
        <p:spPr>
          <a:xfrm>
            <a:off x="1078077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guide-dots-lower::guide-dots-lower-dot-1215-521"/>
          <p:cNvSpPr/>
          <p:nvPr/>
        </p:nvSpPr>
        <p:spPr>
          <a:xfrm>
            <a:off x="1110996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guide-dots-lower::guide-dots-lower-dot-1251-521"/>
          <p:cNvSpPr/>
          <p:nvPr/>
        </p:nvSpPr>
        <p:spPr>
          <a:xfrm>
            <a:off x="1143914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guide-dots-lower::guide-dots-lower-dot-1287-521"/>
          <p:cNvSpPr/>
          <p:nvPr/>
        </p:nvSpPr>
        <p:spPr>
          <a:xfrm>
            <a:off x="11768328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guide-dots-lower::guide-dots-lower-dot-1323-521"/>
          <p:cNvSpPr/>
          <p:nvPr/>
        </p:nvSpPr>
        <p:spPr>
          <a:xfrm>
            <a:off x="12097512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guide-dots-lower::guide-dots-lower-dot-1359-521"/>
          <p:cNvSpPr/>
          <p:nvPr/>
        </p:nvSpPr>
        <p:spPr>
          <a:xfrm>
            <a:off x="12426696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guide-dots-lower::guide-dots-lower-dot-1395-521"/>
          <p:cNvSpPr/>
          <p:nvPr/>
        </p:nvSpPr>
        <p:spPr>
          <a:xfrm>
            <a:off x="12755880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guide-dots-lower::guide-dots-lower-dot-1431-521"/>
          <p:cNvSpPr/>
          <p:nvPr/>
        </p:nvSpPr>
        <p:spPr>
          <a:xfrm>
            <a:off x="13085064" y="47640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guide-dots-lower::guide-dots-lower-dot-387-557"/>
          <p:cNvSpPr/>
          <p:nvPr/>
        </p:nvSpPr>
        <p:spPr>
          <a:xfrm>
            <a:off x="353872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guide-dots-lower::guide-dots-lower-dot-423-557"/>
          <p:cNvSpPr/>
          <p:nvPr/>
        </p:nvSpPr>
        <p:spPr>
          <a:xfrm>
            <a:off x="386791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guide-dots-lower::guide-dots-lower-dot-459-557"/>
          <p:cNvSpPr/>
          <p:nvPr/>
        </p:nvSpPr>
        <p:spPr>
          <a:xfrm>
            <a:off x="419709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guide-dots-lower::guide-dots-lower-dot-495-557"/>
          <p:cNvSpPr/>
          <p:nvPr/>
        </p:nvSpPr>
        <p:spPr>
          <a:xfrm>
            <a:off x="452628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guide-dots-lower::guide-dots-lower-dot-531-557"/>
          <p:cNvSpPr/>
          <p:nvPr/>
        </p:nvSpPr>
        <p:spPr>
          <a:xfrm>
            <a:off x="485546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guide-dots-lower::guide-dots-lower-dot-567-557"/>
          <p:cNvSpPr/>
          <p:nvPr/>
        </p:nvSpPr>
        <p:spPr>
          <a:xfrm>
            <a:off x="518464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guide-dots-lower::guide-dots-lower-dot-603-557"/>
          <p:cNvSpPr/>
          <p:nvPr/>
        </p:nvSpPr>
        <p:spPr>
          <a:xfrm>
            <a:off x="551383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guide-dots-lower::guide-dots-lower-dot-639-557"/>
          <p:cNvSpPr/>
          <p:nvPr/>
        </p:nvSpPr>
        <p:spPr>
          <a:xfrm>
            <a:off x="584301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guide-dots-lower::guide-dots-lower-dot-675-557"/>
          <p:cNvSpPr/>
          <p:nvPr/>
        </p:nvSpPr>
        <p:spPr>
          <a:xfrm>
            <a:off x="617220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guide-dots-lower::guide-dots-lower-dot-711-557"/>
          <p:cNvSpPr/>
          <p:nvPr/>
        </p:nvSpPr>
        <p:spPr>
          <a:xfrm>
            <a:off x="650138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guide-dots-lower::guide-dots-lower-dot-747-557"/>
          <p:cNvSpPr/>
          <p:nvPr/>
        </p:nvSpPr>
        <p:spPr>
          <a:xfrm>
            <a:off x="683056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guide-dots-lower::guide-dots-lower-dot-783-557"/>
          <p:cNvSpPr/>
          <p:nvPr/>
        </p:nvSpPr>
        <p:spPr>
          <a:xfrm>
            <a:off x="715975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guide-dots-lower::guide-dots-lower-dot-819-557"/>
          <p:cNvSpPr/>
          <p:nvPr/>
        </p:nvSpPr>
        <p:spPr>
          <a:xfrm>
            <a:off x="748893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guide-dots-lower::guide-dots-lower-dot-855-557"/>
          <p:cNvSpPr/>
          <p:nvPr/>
        </p:nvSpPr>
        <p:spPr>
          <a:xfrm>
            <a:off x="781812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guide-dots-lower::guide-dots-lower-dot-891-557"/>
          <p:cNvSpPr/>
          <p:nvPr/>
        </p:nvSpPr>
        <p:spPr>
          <a:xfrm>
            <a:off x="814730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8" name="guide-dots-lower::guide-dots-lower-dot-927-557"/>
          <p:cNvSpPr/>
          <p:nvPr/>
        </p:nvSpPr>
        <p:spPr>
          <a:xfrm>
            <a:off x="847648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guide-dots-lower::guide-dots-lower-dot-963-557"/>
          <p:cNvSpPr/>
          <p:nvPr/>
        </p:nvSpPr>
        <p:spPr>
          <a:xfrm>
            <a:off x="880567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0" name="guide-dots-lower::guide-dots-lower-dot-999-557"/>
          <p:cNvSpPr/>
          <p:nvPr/>
        </p:nvSpPr>
        <p:spPr>
          <a:xfrm>
            <a:off x="913485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1" name="guide-dots-lower::guide-dots-lower-dot-1035-557"/>
          <p:cNvSpPr/>
          <p:nvPr/>
        </p:nvSpPr>
        <p:spPr>
          <a:xfrm>
            <a:off x="946404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2" name="guide-dots-lower::guide-dots-lower-dot-1071-557"/>
          <p:cNvSpPr/>
          <p:nvPr/>
        </p:nvSpPr>
        <p:spPr>
          <a:xfrm>
            <a:off x="979322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3" name="guide-dots-lower::guide-dots-lower-dot-1107-557"/>
          <p:cNvSpPr/>
          <p:nvPr/>
        </p:nvSpPr>
        <p:spPr>
          <a:xfrm>
            <a:off x="1012240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4" name="guide-dots-lower::guide-dots-lower-dot-1143-557"/>
          <p:cNvSpPr/>
          <p:nvPr/>
        </p:nvSpPr>
        <p:spPr>
          <a:xfrm>
            <a:off x="1045159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guide-dots-lower::guide-dots-lower-dot-1179-557"/>
          <p:cNvSpPr/>
          <p:nvPr/>
        </p:nvSpPr>
        <p:spPr>
          <a:xfrm>
            <a:off x="1078077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6" name="guide-dots-lower::guide-dots-lower-dot-1215-557"/>
          <p:cNvSpPr/>
          <p:nvPr/>
        </p:nvSpPr>
        <p:spPr>
          <a:xfrm>
            <a:off x="1110996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guide-dots-lower::guide-dots-lower-dot-1251-557"/>
          <p:cNvSpPr/>
          <p:nvPr/>
        </p:nvSpPr>
        <p:spPr>
          <a:xfrm>
            <a:off x="1143914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8" name="guide-dots-lower::guide-dots-lower-dot-1287-557"/>
          <p:cNvSpPr/>
          <p:nvPr/>
        </p:nvSpPr>
        <p:spPr>
          <a:xfrm>
            <a:off x="11768328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guide-dots-lower::guide-dots-lower-dot-1323-557"/>
          <p:cNvSpPr/>
          <p:nvPr/>
        </p:nvSpPr>
        <p:spPr>
          <a:xfrm>
            <a:off x="12097512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guide-dots-lower::guide-dots-lower-dot-1359-557"/>
          <p:cNvSpPr/>
          <p:nvPr/>
        </p:nvSpPr>
        <p:spPr>
          <a:xfrm>
            <a:off x="12426696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guide-dots-lower::guide-dots-lower-dot-1395-557"/>
          <p:cNvSpPr/>
          <p:nvPr/>
        </p:nvSpPr>
        <p:spPr>
          <a:xfrm>
            <a:off x="12755880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2" name="guide-dots-lower::guide-dots-lower-dot-1431-557"/>
          <p:cNvSpPr/>
          <p:nvPr/>
        </p:nvSpPr>
        <p:spPr>
          <a:xfrm>
            <a:off x="13085064" y="50932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guide-dots-lower::guide-dots-lower-dot-387-593"/>
          <p:cNvSpPr/>
          <p:nvPr/>
        </p:nvSpPr>
        <p:spPr>
          <a:xfrm>
            <a:off x="353872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4" name="guide-dots-lower::guide-dots-lower-dot-423-593"/>
          <p:cNvSpPr/>
          <p:nvPr/>
        </p:nvSpPr>
        <p:spPr>
          <a:xfrm>
            <a:off x="386791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guide-dots-lower::guide-dots-lower-dot-459-593"/>
          <p:cNvSpPr/>
          <p:nvPr/>
        </p:nvSpPr>
        <p:spPr>
          <a:xfrm>
            <a:off x="419709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guide-dots-lower::guide-dots-lower-dot-495-593"/>
          <p:cNvSpPr/>
          <p:nvPr/>
        </p:nvSpPr>
        <p:spPr>
          <a:xfrm>
            <a:off x="452628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guide-dots-lower::guide-dots-lower-dot-531-593"/>
          <p:cNvSpPr/>
          <p:nvPr/>
        </p:nvSpPr>
        <p:spPr>
          <a:xfrm>
            <a:off x="485546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8" name="guide-dots-lower::guide-dots-lower-dot-567-593"/>
          <p:cNvSpPr/>
          <p:nvPr/>
        </p:nvSpPr>
        <p:spPr>
          <a:xfrm>
            <a:off x="518464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guide-dots-lower::guide-dots-lower-dot-603-593"/>
          <p:cNvSpPr/>
          <p:nvPr/>
        </p:nvSpPr>
        <p:spPr>
          <a:xfrm>
            <a:off x="551383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0" name="guide-dots-lower::guide-dots-lower-dot-639-593"/>
          <p:cNvSpPr/>
          <p:nvPr/>
        </p:nvSpPr>
        <p:spPr>
          <a:xfrm>
            <a:off x="584301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guide-dots-lower::guide-dots-lower-dot-675-593"/>
          <p:cNvSpPr/>
          <p:nvPr/>
        </p:nvSpPr>
        <p:spPr>
          <a:xfrm>
            <a:off x="617220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guide-dots-lower::guide-dots-lower-dot-711-593"/>
          <p:cNvSpPr/>
          <p:nvPr/>
        </p:nvSpPr>
        <p:spPr>
          <a:xfrm>
            <a:off x="650138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guide-dots-lower::guide-dots-lower-dot-747-593"/>
          <p:cNvSpPr/>
          <p:nvPr/>
        </p:nvSpPr>
        <p:spPr>
          <a:xfrm>
            <a:off x="683056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4" name="guide-dots-lower::guide-dots-lower-dot-783-593"/>
          <p:cNvSpPr/>
          <p:nvPr/>
        </p:nvSpPr>
        <p:spPr>
          <a:xfrm>
            <a:off x="715975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guide-dots-lower::guide-dots-lower-dot-819-593"/>
          <p:cNvSpPr/>
          <p:nvPr/>
        </p:nvSpPr>
        <p:spPr>
          <a:xfrm>
            <a:off x="748893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6" name="guide-dots-lower::guide-dots-lower-dot-855-593"/>
          <p:cNvSpPr/>
          <p:nvPr/>
        </p:nvSpPr>
        <p:spPr>
          <a:xfrm>
            <a:off x="781812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guide-dots-lower::guide-dots-lower-dot-891-593"/>
          <p:cNvSpPr/>
          <p:nvPr/>
        </p:nvSpPr>
        <p:spPr>
          <a:xfrm>
            <a:off x="814730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8" name="guide-dots-lower::guide-dots-lower-dot-927-593"/>
          <p:cNvSpPr/>
          <p:nvPr/>
        </p:nvSpPr>
        <p:spPr>
          <a:xfrm>
            <a:off x="847648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guide-dots-lower::guide-dots-lower-dot-963-593"/>
          <p:cNvSpPr/>
          <p:nvPr/>
        </p:nvSpPr>
        <p:spPr>
          <a:xfrm>
            <a:off x="880567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0" name="guide-dots-lower::guide-dots-lower-dot-999-593"/>
          <p:cNvSpPr/>
          <p:nvPr/>
        </p:nvSpPr>
        <p:spPr>
          <a:xfrm>
            <a:off x="913485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guide-dots-lower::guide-dots-lower-dot-1035-593"/>
          <p:cNvSpPr/>
          <p:nvPr/>
        </p:nvSpPr>
        <p:spPr>
          <a:xfrm>
            <a:off x="946404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2" name="guide-dots-lower::guide-dots-lower-dot-1071-593"/>
          <p:cNvSpPr/>
          <p:nvPr/>
        </p:nvSpPr>
        <p:spPr>
          <a:xfrm>
            <a:off x="979322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guide-dots-lower::guide-dots-lower-dot-1107-593"/>
          <p:cNvSpPr/>
          <p:nvPr/>
        </p:nvSpPr>
        <p:spPr>
          <a:xfrm>
            <a:off x="1012240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4" name="guide-dots-lower::guide-dots-lower-dot-1143-593"/>
          <p:cNvSpPr/>
          <p:nvPr/>
        </p:nvSpPr>
        <p:spPr>
          <a:xfrm>
            <a:off x="1045159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guide-dots-lower::guide-dots-lower-dot-1179-593"/>
          <p:cNvSpPr/>
          <p:nvPr/>
        </p:nvSpPr>
        <p:spPr>
          <a:xfrm>
            <a:off x="1078077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6" name="guide-dots-lower::guide-dots-lower-dot-1215-593"/>
          <p:cNvSpPr/>
          <p:nvPr/>
        </p:nvSpPr>
        <p:spPr>
          <a:xfrm>
            <a:off x="1110996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7" name="guide-dots-lower::guide-dots-lower-dot-1251-593"/>
          <p:cNvSpPr/>
          <p:nvPr/>
        </p:nvSpPr>
        <p:spPr>
          <a:xfrm>
            <a:off x="1143914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8" name="guide-dots-lower::guide-dots-lower-dot-1287-593"/>
          <p:cNvSpPr/>
          <p:nvPr/>
        </p:nvSpPr>
        <p:spPr>
          <a:xfrm>
            <a:off x="11768328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9" name="guide-dots-lower::guide-dots-lower-dot-1323-593"/>
          <p:cNvSpPr/>
          <p:nvPr/>
        </p:nvSpPr>
        <p:spPr>
          <a:xfrm>
            <a:off x="12097512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0" name="guide-dots-lower::guide-dots-lower-dot-1359-593"/>
          <p:cNvSpPr/>
          <p:nvPr/>
        </p:nvSpPr>
        <p:spPr>
          <a:xfrm>
            <a:off x="12426696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1" name="guide-dots-lower::guide-dots-lower-dot-1395-593"/>
          <p:cNvSpPr/>
          <p:nvPr/>
        </p:nvSpPr>
        <p:spPr>
          <a:xfrm>
            <a:off x="12755880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2" name="guide-dots-lower::guide-dots-lower-dot-1431-593"/>
          <p:cNvSpPr/>
          <p:nvPr/>
        </p:nvSpPr>
        <p:spPr>
          <a:xfrm>
            <a:off x="13085064" y="54223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3" name="guide-dots-lower::guide-dots-lower-dot-387-629"/>
          <p:cNvSpPr/>
          <p:nvPr/>
        </p:nvSpPr>
        <p:spPr>
          <a:xfrm>
            <a:off x="353872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4" name="guide-dots-lower::guide-dots-lower-dot-423-629"/>
          <p:cNvSpPr/>
          <p:nvPr/>
        </p:nvSpPr>
        <p:spPr>
          <a:xfrm>
            <a:off x="386791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5" name="guide-dots-lower::guide-dots-lower-dot-459-629"/>
          <p:cNvSpPr/>
          <p:nvPr/>
        </p:nvSpPr>
        <p:spPr>
          <a:xfrm>
            <a:off x="419709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6" name="guide-dots-lower::guide-dots-lower-dot-495-629"/>
          <p:cNvSpPr/>
          <p:nvPr/>
        </p:nvSpPr>
        <p:spPr>
          <a:xfrm>
            <a:off x="452628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7" name="guide-dots-lower::guide-dots-lower-dot-531-629"/>
          <p:cNvSpPr/>
          <p:nvPr/>
        </p:nvSpPr>
        <p:spPr>
          <a:xfrm>
            <a:off x="485546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8" name="guide-dots-lower::guide-dots-lower-dot-567-629"/>
          <p:cNvSpPr/>
          <p:nvPr/>
        </p:nvSpPr>
        <p:spPr>
          <a:xfrm>
            <a:off x="518464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guide-dots-lower::guide-dots-lower-dot-603-629"/>
          <p:cNvSpPr/>
          <p:nvPr/>
        </p:nvSpPr>
        <p:spPr>
          <a:xfrm>
            <a:off x="551383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guide-dots-lower::guide-dots-lower-dot-639-629"/>
          <p:cNvSpPr/>
          <p:nvPr/>
        </p:nvSpPr>
        <p:spPr>
          <a:xfrm>
            <a:off x="584301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guide-dots-lower::guide-dots-lower-dot-675-629"/>
          <p:cNvSpPr/>
          <p:nvPr/>
        </p:nvSpPr>
        <p:spPr>
          <a:xfrm>
            <a:off x="617220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2" name="guide-dots-lower::guide-dots-lower-dot-711-629"/>
          <p:cNvSpPr/>
          <p:nvPr/>
        </p:nvSpPr>
        <p:spPr>
          <a:xfrm>
            <a:off x="650138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3" name="guide-dots-lower::guide-dots-lower-dot-747-629"/>
          <p:cNvSpPr/>
          <p:nvPr/>
        </p:nvSpPr>
        <p:spPr>
          <a:xfrm>
            <a:off x="683056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4" name="guide-dots-lower::guide-dots-lower-dot-783-629"/>
          <p:cNvSpPr/>
          <p:nvPr/>
        </p:nvSpPr>
        <p:spPr>
          <a:xfrm>
            <a:off x="715975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5" name="guide-dots-lower::guide-dots-lower-dot-819-629"/>
          <p:cNvSpPr/>
          <p:nvPr/>
        </p:nvSpPr>
        <p:spPr>
          <a:xfrm>
            <a:off x="748893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6" name="guide-dots-lower::guide-dots-lower-dot-855-629"/>
          <p:cNvSpPr/>
          <p:nvPr/>
        </p:nvSpPr>
        <p:spPr>
          <a:xfrm>
            <a:off x="781812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7" name="guide-dots-lower::guide-dots-lower-dot-891-629"/>
          <p:cNvSpPr/>
          <p:nvPr/>
        </p:nvSpPr>
        <p:spPr>
          <a:xfrm>
            <a:off x="814730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8" name="guide-dots-lower::guide-dots-lower-dot-927-629"/>
          <p:cNvSpPr/>
          <p:nvPr/>
        </p:nvSpPr>
        <p:spPr>
          <a:xfrm>
            <a:off x="847648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9" name="guide-dots-lower::guide-dots-lower-dot-963-629"/>
          <p:cNvSpPr/>
          <p:nvPr/>
        </p:nvSpPr>
        <p:spPr>
          <a:xfrm>
            <a:off x="880567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0" name="guide-dots-lower::guide-dots-lower-dot-999-629"/>
          <p:cNvSpPr/>
          <p:nvPr/>
        </p:nvSpPr>
        <p:spPr>
          <a:xfrm>
            <a:off x="913485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1" name="guide-dots-lower::guide-dots-lower-dot-1035-629"/>
          <p:cNvSpPr/>
          <p:nvPr/>
        </p:nvSpPr>
        <p:spPr>
          <a:xfrm>
            <a:off x="946404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2" name="guide-dots-lower::guide-dots-lower-dot-1071-629"/>
          <p:cNvSpPr/>
          <p:nvPr/>
        </p:nvSpPr>
        <p:spPr>
          <a:xfrm>
            <a:off x="979322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guide-dots-lower::guide-dots-lower-dot-1107-629"/>
          <p:cNvSpPr/>
          <p:nvPr/>
        </p:nvSpPr>
        <p:spPr>
          <a:xfrm>
            <a:off x="1012240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4" name="guide-dots-lower::guide-dots-lower-dot-1143-629"/>
          <p:cNvSpPr/>
          <p:nvPr/>
        </p:nvSpPr>
        <p:spPr>
          <a:xfrm>
            <a:off x="1045159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5" name="guide-dots-lower::guide-dots-lower-dot-1179-629"/>
          <p:cNvSpPr/>
          <p:nvPr/>
        </p:nvSpPr>
        <p:spPr>
          <a:xfrm>
            <a:off x="1078077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6" name="guide-dots-lower::guide-dots-lower-dot-1215-629"/>
          <p:cNvSpPr/>
          <p:nvPr/>
        </p:nvSpPr>
        <p:spPr>
          <a:xfrm>
            <a:off x="1110996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7" name="guide-dots-lower::guide-dots-lower-dot-1251-629"/>
          <p:cNvSpPr/>
          <p:nvPr/>
        </p:nvSpPr>
        <p:spPr>
          <a:xfrm>
            <a:off x="1143914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8" name="guide-dots-lower::guide-dots-lower-dot-1287-629"/>
          <p:cNvSpPr/>
          <p:nvPr/>
        </p:nvSpPr>
        <p:spPr>
          <a:xfrm>
            <a:off x="11768328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9" name="guide-dots-lower::guide-dots-lower-dot-1323-629"/>
          <p:cNvSpPr/>
          <p:nvPr/>
        </p:nvSpPr>
        <p:spPr>
          <a:xfrm>
            <a:off x="12097512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0" name="guide-dots-lower::guide-dots-lower-dot-1359-629"/>
          <p:cNvSpPr/>
          <p:nvPr/>
        </p:nvSpPr>
        <p:spPr>
          <a:xfrm>
            <a:off x="12426696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1" name="guide-dots-lower::guide-dots-lower-dot-1395-629"/>
          <p:cNvSpPr/>
          <p:nvPr/>
        </p:nvSpPr>
        <p:spPr>
          <a:xfrm>
            <a:off x="12755880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2" name="guide-dots-lower::guide-dots-lower-dot-1431-629"/>
          <p:cNvSpPr/>
          <p:nvPr/>
        </p:nvSpPr>
        <p:spPr>
          <a:xfrm>
            <a:off x="13085064" y="57515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3" name="guide-dots-lower::guide-dots-lower-dot-387-665"/>
          <p:cNvSpPr/>
          <p:nvPr/>
        </p:nvSpPr>
        <p:spPr>
          <a:xfrm>
            <a:off x="353872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4" name="guide-dots-lower::guide-dots-lower-dot-423-665"/>
          <p:cNvSpPr/>
          <p:nvPr/>
        </p:nvSpPr>
        <p:spPr>
          <a:xfrm>
            <a:off x="386791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5" name="guide-dots-lower::guide-dots-lower-dot-459-665"/>
          <p:cNvSpPr/>
          <p:nvPr/>
        </p:nvSpPr>
        <p:spPr>
          <a:xfrm>
            <a:off x="419709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6" name="guide-dots-lower::guide-dots-lower-dot-495-665"/>
          <p:cNvSpPr/>
          <p:nvPr/>
        </p:nvSpPr>
        <p:spPr>
          <a:xfrm>
            <a:off x="452628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7" name="guide-dots-lower::guide-dots-lower-dot-531-665"/>
          <p:cNvSpPr/>
          <p:nvPr/>
        </p:nvSpPr>
        <p:spPr>
          <a:xfrm>
            <a:off x="485546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8" name="guide-dots-lower::guide-dots-lower-dot-567-665"/>
          <p:cNvSpPr/>
          <p:nvPr/>
        </p:nvSpPr>
        <p:spPr>
          <a:xfrm>
            <a:off x="518464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9" name="guide-dots-lower::guide-dots-lower-dot-603-665"/>
          <p:cNvSpPr/>
          <p:nvPr/>
        </p:nvSpPr>
        <p:spPr>
          <a:xfrm>
            <a:off x="551383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0" name="guide-dots-lower::guide-dots-lower-dot-639-665"/>
          <p:cNvSpPr/>
          <p:nvPr/>
        </p:nvSpPr>
        <p:spPr>
          <a:xfrm>
            <a:off x="584301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1" name="guide-dots-lower::guide-dots-lower-dot-675-665"/>
          <p:cNvSpPr/>
          <p:nvPr/>
        </p:nvSpPr>
        <p:spPr>
          <a:xfrm>
            <a:off x="617220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2" name="guide-dots-lower::guide-dots-lower-dot-711-665"/>
          <p:cNvSpPr/>
          <p:nvPr/>
        </p:nvSpPr>
        <p:spPr>
          <a:xfrm>
            <a:off x="650138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3" name="guide-dots-lower::guide-dots-lower-dot-747-665"/>
          <p:cNvSpPr/>
          <p:nvPr/>
        </p:nvSpPr>
        <p:spPr>
          <a:xfrm>
            <a:off x="683056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4" name="guide-dots-lower::guide-dots-lower-dot-783-665"/>
          <p:cNvSpPr/>
          <p:nvPr/>
        </p:nvSpPr>
        <p:spPr>
          <a:xfrm>
            <a:off x="715975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5" name="guide-dots-lower::guide-dots-lower-dot-819-665"/>
          <p:cNvSpPr/>
          <p:nvPr/>
        </p:nvSpPr>
        <p:spPr>
          <a:xfrm>
            <a:off x="748893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6" name="guide-dots-lower::guide-dots-lower-dot-855-665"/>
          <p:cNvSpPr/>
          <p:nvPr/>
        </p:nvSpPr>
        <p:spPr>
          <a:xfrm>
            <a:off x="781812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7" name="guide-dots-lower::guide-dots-lower-dot-891-665"/>
          <p:cNvSpPr/>
          <p:nvPr/>
        </p:nvSpPr>
        <p:spPr>
          <a:xfrm>
            <a:off x="814730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8" name="guide-dots-lower::guide-dots-lower-dot-927-665"/>
          <p:cNvSpPr/>
          <p:nvPr/>
        </p:nvSpPr>
        <p:spPr>
          <a:xfrm>
            <a:off x="847648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9" name="guide-dots-lower::guide-dots-lower-dot-963-665"/>
          <p:cNvSpPr/>
          <p:nvPr/>
        </p:nvSpPr>
        <p:spPr>
          <a:xfrm>
            <a:off x="880567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0" name="guide-dots-lower::guide-dots-lower-dot-999-665"/>
          <p:cNvSpPr/>
          <p:nvPr/>
        </p:nvSpPr>
        <p:spPr>
          <a:xfrm>
            <a:off x="913485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1" name="guide-dots-lower::guide-dots-lower-dot-1035-665"/>
          <p:cNvSpPr/>
          <p:nvPr/>
        </p:nvSpPr>
        <p:spPr>
          <a:xfrm>
            <a:off x="946404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2" name="guide-dots-lower::guide-dots-lower-dot-1071-665"/>
          <p:cNvSpPr/>
          <p:nvPr/>
        </p:nvSpPr>
        <p:spPr>
          <a:xfrm>
            <a:off x="979322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3" name="guide-dots-lower::guide-dots-lower-dot-1107-665"/>
          <p:cNvSpPr/>
          <p:nvPr/>
        </p:nvSpPr>
        <p:spPr>
          <a:xfrm>
            <a:off x="1012240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4" name="guide-dots-lower::guide-dots-lower-dot-1143-665"/>
          <p:cNvSpPr/>
          <p:nvPr/>
        </p:nvSpPr>
        <p:spPr>
          <a:xfrm>
            <a:off x="1045159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5" name="guide-dots-lower::guide-dots-lower-dot-1179-665"/>
          <p:cNvSpPr/>
          <p:nvPr/>
        </p:nvSpPr>
        <p:spPr>
          <a:xfrm>
            <a:off x="1078077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6" name="guide-dots-lower::guide-dots-lower-dot-1215-665"/>
          <p:cNvSpPr/>
          <p:nvPr/>
        </p:nvSpPr>
        <p:spPr>
          <a:xfrm>
            <a:off x="1110996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7" name="guide-dots-lower::guide-dots-lower-dot-1251-665"/>
          <p:cNvSpPr/>
          <p:nvPr/>
        </p:nvSpPr>
        <p:spPr>
          <a:xfrm>
            <a:off x="1143914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8" name="guide-dots-lower::guide-dots-lower-dot-1287-665"/>
          <p:cNvSpPr/>
          <p:nvPr/>
        </p:nvSpPr>
        <p:spPr>
          <a:xfrm>
            <a:off x="11768328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9" name="guide-dots-lower::guide-dots-lower-dot-1323-665"/>
          <p:cNvSpPr/>
          <p:nvPr/>
        </p:nvSpPr>
        <p:spPr>
          <a:xfrm>
            <a:off x="12097512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0" name="guide-dots-lower::guide-dots-lower-dot-1359-665"/>
          <p:cNvSpPr/>
          <p:nvPr/>
        </p:nvSpPr>
        <p:spPr>
          <a:xfrm>
            <a:off x="12426696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1" name="guide-dots-lower::guide-dots-lower-dot-1395-665"/>
          <p:cNvSpPr/>
          <p:nvPr/>
        </p:nvSpPr>
        <p:spPr>
          <a:xfrm>
            <a:off x="12755880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2" name="guide-dots-lower::guide-dots-lower-dot-1431-665"/>
          <p:cNvSpPr/>
          <p:nvPr/>
        </p:nvSpPr>
        <p:spPr>
          <a:xfrm>
            <a:off x="13085064" y="60807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3" name="guide-dots-lower::guide-dots-lower-dot-387-701"/>
          <p:cNvSpPr/>
          <p:nvPr/>
        </p:nvSpPr>
        <p:spPr>
          <a:xfrm>
            <a:off x="353872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4" name="guide-dots-lower::guide-dots-lower-dot-423-701"/>
          <p:cNvSpPr/>
          <p:nvPr/>
        </p:nvSpPr>
        <p:spPr>
          <a:xfrm>
            <a:off x="386791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5" name="guide-dots-lower::guide-dots-lower-dot-459-701"/>
          <p:cNvSpPr/>
          <p:nvPr/>
        </p:nvSpPr>
        <p:spPr>
          <a:xfrm>
            <a:off x="419709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6" name="guide-dots-lower::guide-dots-lower-dot-495-701"/>
          <p:cNvSpPr/>
          <p:nvPr/>
        </p:nvSpPr>
        <p:spPr>
          <a:xfrm>
            <a:off x="452628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7" name="guide-dots-lower::guide-dots-lower-dot-531-701"/>
          <p:cNvSpPr/>
          <p:nvPr/>
        </p:nvSpPr>
        <p:spPr>
          <a:xfrm>
            <a:off x="485546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8" name="guide-dots-lower::guide-dots-lower-dot-567-701"/>
          <p:cNvSpPr/>
          <p:nvPr/>
        </p:nvSpPr>
        <p:spPr>
          <a:xfrm>
            <a:off x="518464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9" name="guide-dots-lower::guide-dots-lower-dot-603-701"/>
          <p:cNvSpPr/>
          <p:nvPr/>
        </p:nvSpPr>
        <p:spPr>
          <a:xfrm>
            <a:off x="551383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0" name="guide-dots-lower::guide-dots-lower-dot-639-701"/>
          <p:cNvSpPr/>
          <p:nvPr/>
        </p:nvSpPr>
        <p:spPr>
          <a:xfrm>
            <a:off x="584301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1" name="guide-dots-lower::guide-dots-lower-dot-675-701"/>
          <p:cNvSpPr/>
          <p:nvPr/>
        </p:nvSpPr>
        <p:spPr>
          <a:xfrm>
            <a:off x="617220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2" name="guide-dots-lower::guide-dots-lower-dot-711-701"/>
          <p:cNvSpPr/>
          <p:nvPr/>
        </p:nvSpPr>
        <p:spPr>
          <a:xfrm>
            <a:off x="650138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3" name="guide-dots-lower::guide-dots-lower-dot-747-701"/>
          <p:cNvSpPr/>
          <p:nvPr/>
        </p:nvSpPr>
        <p:spPr>
          <a:xfrm>
            <a:off x="683056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4" name="guide-dots-lower::guide-dots-lower-dot-783-701"/>
          <p:cNvSpPr/>
          <p:nvPr/>
        </p:nvSpPr>
        <p:spPr>
          <a:xfrm>
            <a:off x="715975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5" name="guide-dots-lower::guide-dots-lower-dot-819-701"/>
          <p:cNvSpPr/>
          <p:nvPr/>
        </p:nvSpPr>
        <p:spPr>
          <a:xfrm>
            <a:off x="748893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6" name="guide-dots-lower::guide-dots-lower-dot-855-701"/>
          <p:cNvSpPr/>
          <p:nvPr/>
        </p:nvSpPr>
        <p:spPr>
          <a:xfrm>
            <a:off x="781812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7" name="guide-dots-lower::guide-dots-lower-dot-891-701"/>
          <p:cNvSpPr/>
          <p:nvPr/>
        </p:nvSpPr>
        <p:spPr>
          <a:xfrm>
            <a:off x="814730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8" name="guide-dots-lower::guide-dots-lower-dot-927-701"/>
          <p:cNvSpPr/>
          <p:nvPr/>
        </p:nvSpPr>
        <p:spPr>
          <a:xfrm>
            <a:off x="847648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9" name="guide-dots-lower::guide-dots-lower-dot-963-701"/>
          <p:cNvSpPr/>
          <p:nvPr/>
        </p:nvSpPr>
        <p:spPr>
          <a:xfrm>
            <a:off x="880567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0" name="guide-dots-lower::guide-dots-lower-dot-999-701"/>
          <p:cNvSpPr/>
          <p:nvPr/>
        </p:nvSpPr>
        <p:spPr>
          <a:xfrm>
            <a:off x="913485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1" name="guide-dots-lower::guide-dots-lower-dot-1035-701"/>
          <p:cNvSpPr/>
          <p:nvPr/>
        </p:nvSpPr>
        <p:spPr>
          <a:xfrm>
            <a:off x="946404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2" name="guide-dots-lower::guide-dots-lower-dot-1071-701"/>
          <p:cNvSpPr/>
          <p:nvPr/>
        </p:nvSpPr>
        <p:spPr>
          <a:xfrm>
            <a:off x="979322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3" name="guide-dots-lower::guide-dots-lower-dot-1107-701"/>
          <p:cNvSpPr/>
          <p:nvPr/>
        </p:nvSpPr>
        <p:spPr>
          <a:xfrm>
            <a:off x="1012240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4" name="guide-dots-lower::guide-dots-lower-dot-1143-701"/>
          <p:cNvSpPr/>
          <p:nvPr/>
        </p:nvSpPr>
        <p:spPr>
          <a:xfrm>
            <a:off x="1045159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5" name="guide-dots-lower::guide-dots-lower-dot-1179-701"/>
          <p:cNvSpPr/>
          <p:nvPr/>
        </p:nvSpPr>
        <p:spPr>
          <a:xfrm>
            <a:off x="1078077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6" name="guide-dots-lower::guide-dots-lower-dot-1215-701"/>
          <p:cNvSpPr/>
          <p:nvPr/>
        </p:nvSpPr>
        <p:spPr>
          <a:xfrm>
            <a:off x="1110996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7" name="guide-dots-lower::guide-dots-lower-dot-1251-701"/>
          <p:cNvSpPr/>
          <p:nvPr/>
        </p:nvSpPr>
        <p:spPr>
          <a:xfrm>
            <a:off x="1143914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8" name="guide-dots-lower::guide-dots-lower-dot-1287-701"/>
          <p:cNvSpPr/>
          <p:nvPr/>
        </p:nvSpPr>
        <p:spPr>
          <a:xfrm>
            <a:off x="11768328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9" name="guide-dots-lower::guide-dots-lower-dot-1323-701"/>
          <p:cNvSpPr/>
          <p:nvPr/>
        </p:nvSpPr>
        <p:spPr>
          <a:xfrm>
            <a:off x="12097512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0" name="guide-dots-lower::guide-dots-lower-dot-1359-701"/>
          <p:cNvSpPr/>
          <p:nvPr/>
        </p:nvSpPr>
        <p:spPr>
          <a:xfrm>
            <a:off x="12426696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1" name="guide-dots-lower::guide-dots-lower-dot-1395-701"/>
          <p:cNvSpPr/>
          <p:nvPr/>
        </p:nvSpPr>
        <p:spPr>
          <a:xfrm>
            <a:off x="12755880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2" name="guide-dots-lower::guide-dots-lower-dot-1431-701"/>
          <p:cNvSpPr/>
          <p:nvPr/>
        </p:nvSpPr>
        <p:spPr>
          <a:xfrm>
            <a:off x="13085064" y="64099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3" name="guide-dots-lower::guide-dots-lower-dot-387-737"/>
          <p:cNvSpPr/>
          <p:nvPr/>
        </p:nvSpPr>
        <p:spPr>
          <a:xfrm>
            <a:off x="353872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4" name="guide-dots-lower::guide-dots-lower-dot-423-737"/>
          <p:cNvSpPr/>
          <p:nvPr/>
        </p:nvSpPr>
        <p:spPr>
          <a:xfrm>
            <a:off x="386791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5" name="guide-dots-lower::guide-dots-lower-dot-459-737"/>
          <p:cNvSpPr/>
          <p:nvPr/>
        </p:nvSpPr>
        <p:spPr>
          <a:xfrm>
            <a:off x="419709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6" name="guide-dots-lower::guide-dots-lower-dot-495-737"/>
          <p:cNvSpPr/>
          <p:nvPr/>
        </p:nvSpPr>
        <p:spPr>
          <a:xfrm>
            <a:off x="452628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7" name="guide-dots-lower::guide-dots-lower-dot-531-737"/>
          <p:cNvSpPr/>
          <p:nvPr/>
        </p:nvSpPr>
        <p:spPr>
          <a:xfrm>
            <a:off x="485546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8" name="guide-dots-lower::guide-dots-lower-dot-567-737"/>
          <p:cNvSpPr/>
          <p:nvPr/>
        </p:nvSpPr>
        <p:spPr>
          <a:xfrm>
            <a:off x="518464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9" name="guide-dots-lower::guide-dots-lower-dot-603-737"/>
          <p:cNvSpPr/>
          <p:nvPr/>
        </p:nvSpPr>
        <p:spPr>
          <a:xfrm>
            <a:off x="551383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0" name="guide-dots-lower::guide-dots-lower-dot-639-737"/>
          <p:cNvSpPr/>
          <p:nvPr/>
        </p:nvSpPr>
        <p:spPr>
          <a:xfrm>
            <a:off x="584301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1" name="guide-dots-lower::guide-dots-lower-dot-675-737"/>
          <p:cNvSpPr/>
          <p:nvPr/>
        </p:nvSpPr>
        <p:spPr>
          <a:xfrm>
            <a:off x="617220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2" name="guide-dots-lower::guide-dots-lower-dot-711-737"/>
          <p:cNvSpPr/>
          <p:nvPr/>
        </p:nvSpPr>
        <p:spPr>
          <a:xfrm>
            <a:off x="650138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3" name="guide-dots-lower::guide-dots-lower-dot-747-737"/>
          <p:cNvSpPr/>
          <p:nvPr/>
        </p:nvSpPr>
        <p:spPr>
          <a:xfrm>
            <a:off x="683056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4" name="guide-dots-lower::guide-dots-lower-dot-783-737"/>
          <p:cNvSpPr/>
          <p:nvPr/>
        </p:nvSpPr>
        <p:spPr>
          <a:xfrm>
            <a:off x="715975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5" name="guide-dots-lower::guide-dots-lower-dot-819-737"/>
          <p:cNvSpPr/>
          <p:nvPr/>
        </p:nvSpPr>
        <p:spPr>
          <a:xfrm>
            <a:off x="748893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6" name="guide-dots-lower::guide-dots-lower-dot-855-737"/>
          <p:cNvSpPr/>
          <p:nvPr/>
        </p:nvSpPr>
        <p:spPr>
          <a:xfrm>
            <a:off x="781812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7" name="guide-dots-lower::guide-dots-lower-dot-891-737"/>
          <p:cNvSpPr/>
          <p:nvPr/>
        </p:nvSpPr>
        <p:spPr>
          <a:xfrm>
            <a:off x="814730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8" name="guide-dots-lower::guide-dots-lower-dot-927-737"/>
          <p:cNvSpPr/>
          <p:nvPr/>
        </p:nvSpPr>
        <p:spPr>
          <a:xfrm>
            <a:off x="847648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9" name="guide-dots-lower::guide-dots-lower-dot-963-737"/>
          <p:cNvSpPr/>
          <p:nvPr/>
        </p:nvSpPr>
        <p:spPr>
          <a:xfrm>
            <a:off x="880567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0" name="guide-dots-lower::guide-dots-lower-dot-999-737"/>
          <p:cNvSpPr/>
          <p:nvPr/>
        </p:nvSpPr>
        <p:spPr>
          <a:xfrm>
            <a:off x="913485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1" name="guide-dots-lower::guide-dots-lower-dot-1035-737"/>
          <p:cNvSpPr/>
          <p:nvPr/>
        </p:nvSpPr>
        <p:spPr>
          <a:xfrm>
            <a:off x="946404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2" name="guide-dots-lower::guide-dots-lower-dot-1071-737"/>
          <p:cNvSpPr/>
          <p:nvPr/>
        </p:nvSpPr>
        <p:spPr>
          <a:xfrm>
            <a:off x="979322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3" name="guide-dots-lower::guide-dots-lower-dot-1107-737"/>
          <p:cNvSpPr/>
          <p:nvPr/>
        </p:nvSpPr>
        <p:spPr>
          <a:xfrm>
            <a:off x="1012240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4" name="guide-dots-lower::guide-dots-lower-dot-1143-737"/>
          <p:cNvSpPr/>
          <p:nvPr/>
        </p:nvSpPr>
        <p:spPr>
          <a:xfrm>
            <a:off x="1045159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5" name="guide-dots-lower::guide-dots-lower-dot-1179-737"/>
          <p:cNvSpPr/>
          <p:nvPr/>
        </p:nvSpPr>
        <p:spPr>
          <a:xfrm>
            <a:off x="1078077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6" name="guide-dots-lower::guide-dots-lower-dot-1215-737"/>
          <p:cNvSpPr/>
          <p:nvPr/>
        </p:nvSpPr>
        <p:spPr>
          <a:xfrm>
            <a:off x="1110996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7" name="guide-dots-lower::guide-dots-lower-dot-1251-737"/>
          <p:cNvSpPr/>
          <p:nvPr/>
        </p:nvSpPr>
        <p:spPr>
          <a:xfrm>
            <a:off x="1143914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8" name="guide-dots-lower::guide-dots-lower-dot-1287-737"/>
          <p:cNvSpPr/>
          <p:nvPr/>
        </p:nvSpPr>
        <p:spPr>
          <a:xfrm>
            <a:off x="11768328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9" name="guide-dots-lower::guide-dots-lower-dot-1323-737"/>
          <p:cNvSpPr/>
          <p:nvPr/>
        </p:nvSpPr>
        <p:spPr>
          <a:xfrm>
            <a:off x="12097512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0" name="guide-dots-lower::guide-dots-lower-dot-1359-737"/>
          <p:cNvSpPr/>
          <p:nvPr/>
        </p:nvSpPr>
        <p:spPr>
          <a:xfrm>
            <a:off x="12426696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1" name="guide-dots-lower::guide-dots-lower-dot-1395-737"/>
          <p:cNvSpPr/>
          <p:nvPr/>
        </p:nvSpPr>
        <p:spPr>
          <a:xfrm>
            <a:off x="12755880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2" name="guide-dots-lower::guide-dots-lower-dot-1431-737"/>
          <p:cNvSpPr/>
          <p:nvPr/>
        </p:nvSpPr>
        <p:spPr>
          <a:xfrm>
            <a:off x="13085064" y="67391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3" name="guide-dots-lower::guide-dots-lower-dot-387-773"/>
          <p:cNvSpPr/>
          <p:nvPr/>
        </p:nvSpPr>
        <p:spPr>
          <a:xfrm>
            <a:off x="353872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4" name="guide-dots-lower::guide-dots-lower-dot-423-773"/>
          <p:cNvSpPr/>
          <p:nvPr/>
        </p:nvSpPr>
        <p:spPr>
          <a:xfrm>
            <a:off x="386791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5" name="guide-dots-lower::guide-dots-lower-dot-459-773"/>
          <p:cNvSpPr/>
          <p:nvPr/>
        </p:nvSpPr>
        <p:spPr>
          <a:xfrm>
            <a:off x="419709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6" name="guide-dots-lower::guide-dots-lower-dot-495-773"/>
          <p:cNvSpPr/>
          <p:nvPr/>
        </p:nvSpPr>
        <p:spPr>
          <a:xfrm>
            <a:off x="452628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7" name="guide-dots-lower::guide-dots-lower-dot-531-773"/>
          <p:cNvSpPr/>
          <p:nvPr/>
        </p:nvSpPr>
        <p:spPr>
          <a:xfrm>
            <a:off x="485546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8" name="guide-dots-lower::guide-dots-lower-dot-567-773"/>
          <p:cNvSpPr/>
          <p:nvPr/>
        </p:nvSpPr>
        <p:spPr>
          <a:xfrm>
            <a:off x="518464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9" name="guide-dots-lower::guide-dots-lower-dot-603-773"/>
          <p:cNvSpPr/>
          <p:nvPr/>
        </p:nvSpPr>
        <p:spPr>
          <a:xfrm>
            <a:off x="551383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0" name="guide-dots-lower::guide-dots-lower-dot-639-773"/>
          <p:cNvSpPr/>
          <p:nvPr/>
        </p:nvSpPr>
        <p:spPr>
          <a:xfrm>
            <a:off x="584301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1" name="guide-dots-lower::guide-dots-lower-dot-675-773"/>
          <p:cNvSpPr/>
          <p:nvPr/>
        </p:nvSpPr>
        <p:spPr>
          <a:xfrm>
            <a:off x="617220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2" name="guide-dots-lower::guide-dots-lower-dot-711-773"/>
          <p:cNvSpPr/>
          <p:nvPr/>
        </p:nvSpPr>
        <p:spPr>
          <a:xfrm>
            <a:off x="650138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3" name="guide-dots-lower::guide-dots-lower-dot-747-773"/>
          <p:cNvSpPr/>
          <p:nvPr/>
        </p:nvSpPr>
        <p:spPr>
          <a:xfrm>
            <a:off x="683056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4" name="guide-dots-lower::guide-dots-lower-dot-783-773"/>
          <p:cNvSpPr/>
          <p:nvPr/>
        </p:nvSpPr>
        <p:spPr>
          <a:xfrm>
            <a:off x="715975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5" name="guide-dots-lower::guide-dots-lower-dot-819-773"/>
          <p:cNvSpPr/>
          <p:nvPr/>
        </p:nvSpPr>
        <p:spPr>
          <a:xfrm>
            <a:off x="748893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6" name="guide-dots-lower::guide-dots-lower-dot-855-773"/>
          <p:cNvSpPr/>
          <p:nvPr/>
        </p:nvSpPr>
        <p:spPr>
          <a:xfrm>
            <a:off x="781812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7" name="guide-dots-lower::guide-dots-lower-dot-891-773"/>
          <p:cNvSpPr/>
          <p:nvPr/>
        </p:nvSpPr>
        <p:spPr>
          <a:xfrm>
            <a:off x="814730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8" name="guide-dots-lower::guide-dots-lower-dot-927-773"/>
          <p:cNvSpPr/>
          <p:nvPr/>
        </p:nvSpPr>
        <p:spPr>
          <a:xfrm>
            <a:off x="847648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9" name="guide-dots-lower::guide-dots-lower-dot-963-773"/>
          <p:cNvSpPr/>
          <p:nvPr/>
        </p:nvSpPr>
        <p:spPr>
          <a:xfrm>
            <a:off x="880567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0" name="guide-dots-lower::guide-dots-lower-dot-999-773"/>
          <p:cNvSpPr/>
          <p:nvPr/>
        </p:nvSpPr>
        <p:spPr>
          <a:xfrm>
            <a:off x="913485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1" name="guide-dots-lower::guide-dots-lower-dot-1035-773"/>
          <p:cNvSpPr/>
          <p:nvPr/>
        </p:nvSpPr>
        <p:spPr>
          <a:xfrm>
            <a:off x="946404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2" name="guide-dots-lower::guide-dots-lower-dot-1071-773"/>
          <p:cNvSpPr/>
          <p:nvPr/>
        </p:nvSpPr>
        <p:spPr>
          <a:xfrm>
            <a:off x="979322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3" name="guide-dots-lower::guide-dots-lower-dot-1107-773"/>
          <p:cNvSpPr/>
          <p:nvPr/>
        </p:nvSpPr>
        <p:spPr>
          <a:xfrm>
            <a:off x="1012240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4" name="guide-dots-lower::guide-dots-lower-dot-1143-773"/>
          <p:cNvSpPr/>
          <p:nvPr/>
        </p:nvSpPr>
        <p:spPr>
          <a:xfrm>
            <a:off x="1045159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5" name="guide-dots-lower::guide-dots-lower-dot-1179-773"/>
          <p:cNvSpPr/>
          <p:nvPr/>
        </p:nvSpPr>
        <p:spPr>
          <a:xfrm>
            <a:off x="1078077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6" name="guide-dots-lower::guide-dots-lower-dot-1215-773"/>
          <p:cNvSpPr/>
          <p:nvPr/>
        </p:nvSpPr>
        <p:spPr>
          <a:xfrm>
            <a:off x="1110996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7" name="guide-dots-lower::guide-dots-lower-dot-1251-773"/>
          <p:cNvSpPr/>
          <p:nvPr/>
        </p:nvSpPr>
        <p:spPr>
          <a:xfrm>
            <a:off x="1143914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8" name="guide-dots-lower::guide-dots-lower-dot-1287-773"/>
          <p:cNvSpPr/>
          <p:nvPr/>
        </p:nvSpPr>
        <p:spPr>
          <a:xfrm>
            <a:off x="11768328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9" name="guide-dots-lower::guide-dots-lower-dot-1323-773"/>
          <p:cNvSpPr/>
          <p:nvPr/>
        </p:nvSpPr>
        <p:spPr>
          <a:xfrm>
            <a:off x="12097512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0" name="guide-dots-lower::guide-dots-lower-dot-1359-773"/>
          <p:cNvSpPr/>
          <p:nvPr/>
        </p:nvSpPr>
        <p:spPr>
          <a:xfrm>
            <a:off x="12426696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1" name="guide-dots-lower::guide-dots-lower-dot-1395-773"/>
          <p:cNvSpPr/>
          <p:nvPr/>
        </p:nvSpPr>
        <p:spPr>
          <a:xfrm>
            <a:off x="12755880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2" name="guide-dots-lower::guide-dots-lower-dot-1431-773"/>
          <p:cNvSpPr/>
          <p:nvPr/>
        </p:nvSpPr>
        <p:spPr>
          <a:xfrm>
            <a:off x="13085064" y="70683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3" name="guide-dots-lower::guide-dots-lower-dot-387-809"/>
          <p:cNvSpPr/>
          <p:nvPr/>
        </p:nvSpPr>
        <p:spPr>
          <a:xfrm>
            <a:off x="353872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4" name="guide-dots-lower::guide-dots-lower-dot-423-809"/>
          <p:cNvSpPr/>
          <p:nvPr/>
        </p:nvSpPr>
        <p:spPr>
          <a:xfrm>
            <a:off x="386791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5" name="guide-dots-lower::guide-dots-lower-dot-459-809"/>
          <p:cNvSpPr/>
          <p:nvPr/>
        </p:nvSpPr>
        <p:spPr>
          <a:xfrm>
            <a:off x="419709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6" name="guide-dots-lower::guide-dots-lower-dot-495-809"/>
          <p:cNvSpPr/>
          <p:nvPr/>
        </p:nvSpPr>
        <p:spPr>
          <a:xfrm>
            <a:off x="452628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7" name="guide-dots-lower::guide-dots-lower-dot-531-809"/>
          <p:cNvSpPr/>
          <p:nvPr/>
        </p:nvSpPr>
        <p:spPr>
          <a:xfrm>
            <a:off x="485546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8" name="guide-dots-lower::guide-dots-lower-dot-567-809"/>
          <p:cNvSpPr/>
          <p:nvPr/>
        </p:nvSpPr>
        <p:spPr>
          <a:xfrm>
            <a:off x="518464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9" name="guide-dots-lower::guide-dots-lower-dot-603-809"/>
          <p:cNvSpPr/>
          <p:nvPr/>
        </p:nvSpPr>
        <p:spPr>
          <a:xfrm>
            <a:off x="551383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0" name="guide-dots-lower::guide-dots-lower-dot-639-809"/>
          <p:cNvSpPr/>
          <p:nvPr/>
        </p:nvSpPr>
        <p:spPr>
          <a:xfrm>
            <a:off x="584301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1" name="guide-dots-lower::guide-dots-lower-dot-675-809"/>
          <p:cNvSpPr/>
          <p:nvPr/>
        </p:nvSpPr>
        <p:spPr>
          <a:xfrm>
            <a:off x="617220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2" name="guide-dots-lower::guide-dots-lower-dot-711-809"/>
          <p:cNvSpPr/>
          <p:nvPr/>
        </p:nvSpPr>
        <p:spPr>
          <a:xfrm>
            <a:off x="650138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3" name="guide-dots-lower::guide-dots-lower-dot-747-809"/>
          <p:cNvSpPr/>
          <p:nvPr/>
        </p:nvSpPr>
        <p:spPr>
          <a:xfrm>
            <a:off x="683056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4" name="guide-dots-lower::guide-dots-lower-dot-783-809"/>
          <p:cNvSpPr/>
          <p:nvPr/>
        </p:nvSpPr>
        <p:spPr>
          <a:xfrm>
            <a:off x="715975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5" name="guide-dots-lower::guide-dots-lower-dot-819-809"/>
          <p:cNvSpPr/>
          <p:nvPr/>
        </p:nvSpPr>
        <p:spPr>
          <a:xfrm>
            <a:off x="748893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6" name="guide-dots-lower::guide-dots-lower-dot-855-809"/>
          <p:cNvSpPr/>
          <p:nvPr/>
        </p:nvSpPr>
        <p:spPr>
          <a:xfrm>
            <a:off x="781812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7" name="guide-dots-lower::guide-dots-lower-dot-891-809"/>
          <p:cNvSpPr/>
          <p:nvPr/>
        </p:nvSpPr>
        <p:spPr>
          <a:xfrm>
            <a:off x="814730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8" name="guide-dots-lower::guide-dots-lower-dot-927-809"/>
          <p:cNvSpPr/>
          <p:nvPr/>
        </p:nvSpPr>
        <p:spPr>
          <a:xfrm>
            <a:off x="847648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9" name="guide-dots-lower::guide-dots-lower-dot-963-809"/>
          <p:cNvSpPr/>
          <p:nvPr/>
        </p:nvSpPr>
        <p:spPr>
          <a:xfrm>
            <a:off x="880567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0" name="guide-dots-lower::guide-dots-lower-dot-999-809"/>
          <p:cNvSpPr/>
          <p:nvPr/>
        </p:nvSpPr>
        <p:spPr>
          <a:xfrm>
            <a:off x="913485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1" name="guide-dots-lower::guide-dots-lower-dot-1035-809"/>
          <p:cNvSpPr/>
          <p:nvPr/>
        </p:nvSpPr>
        <p:spPr>
          <a:xfrm>
            <a:off x="946404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2" name="guide-dots-lower::guide-dots-lower-dot-1071-809"/>
          <p:cNvSpPr/>
          <p:nvPr/>
        </p:nvSpPr>
        <p:spPr>
          <a:xfrm>
            <a:off x="979322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3" name="guide-dots-lower::guide-dots-lower-dot-1107-809"/>
          <p:cNvSpPr/>
          <p:nvPr/>
        </p:nvSpPr>
        <p:spPr>
          <a:xfrm>
            <a:off x="1012240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4" name="guide-dots-lower::guide-dots-lower-dot-1143-809"/>
          <p:cNvSpPr/>
          <p:nvPr/>
        </p:nvSpPr>
        <p:spPr>
          <a:xfrm>
            <a:off x="1045159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5" name="guide-dots-lower::guide-dots-lower-dot-1179-809"/>
          <p:cNvSpPr/>
          <p:nvPr/>
        </p:nvSpPr>
        <p:spPr>
          <a:xfrm>
            <a:off x="1078077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6" name="guide-dots-lower::guide-dots-lower-dot-1215-809"/>
          <p:cNvSpPr/>
          <p:nvPr/>
        </p:nvSpPr>
        <p:spPr>
          <a:xfrm>
            <a:off x="1110996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7" name="guide-dots-lower::guide-dots-lower-dot-1251-809"/>
          <p:cNvSpPr/>
          <p:nvPr/>
        </p:nvSpPr>
        <p:spPr>
          <a:xfrm>
            <a:off x="1143914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8" name="guide-dots-lower::guide-dots-lower-dot-1287-809"/>
          <p:cNvSpPr/>
          <p:nvPr/>
        </p:nvSpPr>
        <p:spPr>
          <a:xfrm>
            <a:off x="11768328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9" name="guide-dots-lower::guide-dots-lower-dot-1323-809"/>
          <p:cNvSpPr/>
          <p:nvPr/>
        </p:nvSpPr>
        <p:spPr>
          <a:xfrm>
            <a:off x="12097512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0" name="guide-dots-lower::guide-dots-lower-dot-1359-809"/>
          <p:cNvSpPr/>
          <p:nvPr/>
        </p:nvSpPr>
        <p:spPr>
          <a:xfrm>
            <a:off x="12426696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1" name="guide-dots-lower::guide-dots-lower-dot-1395-809"/>
          <p:cNvSpPr/>
          <p:nvPr/>
        </p:nvSpPr>
        <p:spPr>
          <a:xfrm>
            <a:off x="12755880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2" name="guide-dots-lower::guide-dots-lower-dot-1431-809"/>
          <p:cNvSpPr/>
          <p:nvPr/>
        </p:nvSpPr>
        <p:spPr>
          <a:xfrm>
            <a:off x="13085064" y="73974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3" name="guide-dots-lower::guide-dots-lower-dot-387-845"/>
          <p:cNvSpPr/>
          <p:nvPr/>
        </p:nvSpPr>
        <p:spPr>
          <a:xfrm>
            <a:off x="353872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4" name="guide-dots-lower::guide-dots-lower-dot-423-845"/>
          <p:cNvSpPr/>
          <p:nvPr/>
        </p:nvSpPr>
        <p:spPr>
          <a:xfrm>
            <a:off x="386791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5" name="guide-dots-lower::guide-dots-lower-dot-459-845"/>
          <p:cNvSpPr/>
          <p:nvPr/>
        </p:nvSpPr>
        <p:spPr>
          <a:xfrm>
            <a:off x="419709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6" name="guide-dots-lower::guide-dots-lower-dot-495-845"/>
          <p:cNvSpPr/>
          <p:nvPr/>
        </p:nvSpPr>
        <p:spPr>
          <a:xfrm>
            <a:off x="452628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7" name="guide-dots-lower::guide-dots-lower-dot-531-845"/>
          <p:cNvSpPr/>
          <p:nvPr/>
        </p:nvSpPr>
        <p:spPr>
          <a:xfrm>
            <a:off x="485546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8" name="guide-dots-lower::guide-dots-lower-dot-567-845"/>
          <p:cNvSpPr/>
          <p:nvPr/>
        </p:nvSpPr>
        <p:spPr>
          <a:xfrm>
            <a:off x="518464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9" name="guide-dots-lower::guide-dots-lower-dot-603-845"/>
          <p:cNvSpPr/>
          <p:nvPr/>
        </p:nvSpPr>
        <p:spPr>
          <a:xfrm>
            <a:off x="551383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0" name="guide-dots-lower::guide-dots-lower-dot-639-845"/>
          <p:cNvSpPr/>
          <p:nvPr/>
        </p:nvSpPr>
        <p:spPr>
          <a:xfrm>
            <a:off x="584301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1" name="guide-dots-lower::guide-dots-lower-dot-675-845"/>
          <p:cNvSpPr/>
          <p:nvPr/>
        </p:nvSpPr>
        <p:spPr>
          <a:xfrm>
            <a:off x="617220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2" name="guide-dots-lower::guide-dots-lower-dot-711-845"/>
          <p:cNvSpPr/>
          <p:nvPr/>
        </p:nvSpPr>
        <p:spPr>
          <a:xfrm>
            <a:off x="650138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3" name="guide-dots-lower::guide-dots-lower-dot-747-845"/>
          <p:cNvSpPr/>
          <p:nvPr/>
        </p:nvSpPr>
        <p:spPr>
          <a:xfrm>
            <a:off x="683056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4" name="guide-dots-lower::guide-dots-lower-dot-783-845"/>
          <p:cNvSpPr/>
          <p:nvPr/>
        </p:nvSpPr>
        <p:spPr>
          <a:xfrm>
            <a:off x="715975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5" name="guide-dots-lower::guide-dots-lower-dot-819-845"/>
          <p:cNvSpPr/>
          <p:nvPr/>
        </p:nvSpPr>
        <p:spPr>
          <a:xfrm>
            <a:off x="748893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6" name="guide-dots-lower::guide-dots-lower-dot-855-845"/>
          <p:cNvSpPr/>
          <p:nvPr/>
        </p:nvSpPr>
        <p:spPr>
          <a:xfrm>
            <a:off x="781812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7" name="guide-dots-lower::guide-dots-lower-dot-891-845"/>
          <p:cNvSpPr/>
          <p:nvPr/>
        </p:nvSpPr>
        <p:spPr>
          <a:xfrm>
            <a:off x="814730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8" name="guide-dots-lower::guide-dots-lower-dot-927-845"/>
          <p:cNvSpPr/>
          <p:nvPr/>
        </p:nvSpPr>
        <p:spPr>
          <a:xfrm>
            <a:off x="847648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9" name="guide-dots-lower::guide-dots-lower-dot-963-845"/>
          <p:cNvSpPr/>
          <p:nvPr/>
        </p:nvSpPr>
        <p:spPr>
          <a:xfrm>
            <a:off x="880567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0" name="guide-dots-lower::guide-dots-lower-dot-999-845"/>
          <p:cNvSpPr/>
          <p:nvPr/>
        </p:nvSpPr>
        <p:spPr>
          <a:xfrm>
            <a:off x="913485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1" name="guide-dots-lower::guide-dots-lower-dot-1035-845"/>
          <p:cNvSpPr/>
          <p:nvPr/>
        </p:nvSpPr>
        <p:spPr>
          <a:xfrm>
            <a:off x="946404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2" name="guide-dots-lower::guide-dots-lower-dot-1071-845"/>
          <p:cNvSpPr/>
          <p:nvPr/>
        </p:nvSpPr>
        <p:spPr>
          <a:xfrm>
            <a:off x="979322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3" name="guide-dots-lower::guide-dots-lower-dot-1107-845"/>
          <p:cNvSpPr/>
          <p:nvPr/>
        </p:nvSpPr>
        <p:spPr>
          <a:xfrm>
            <a:off x="1012240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4" name="guide-dots-lower::guide-dots-lower-dot-1143-845"/>
          <p:cNvSpPr/>
          <p:nvPr/>
        </p:nvSpPr>
        <p:spPr>
          <a:xfrm>
            <a:off x="1045159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5" name="guide-dots-lower::guide-dots-lower-dot-1179-845"/>
          <p:cNvSpPr/>
          <p:nvPr/>
        </p:nvSpPr>
        <p:spPr>
          <a:xfrm>
            <a:off x="1078077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6" name="guide-dots-lower::guide-dots-lower-dot-1215-845"/>
          <p:cNvSpPr/>
          <p:nvPr/>
        </p:nvSpPr>
        <p:spPr>
          <a:xfrm>
            <a:off x="1110996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7" name="guide-dots-lower::guide-dots-lower-dot-1251-845"/>
          <p:cNvSpPr/>
          <p:nvPr/>
        </p:nvSpPr>
        <p:spPr>
          <a:xfrm>
            <a:off x="1143914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8" name="guide-dots-lower::guide-dots-lower-dot-1287-845"/>
          <p:cNvSpPr/>
          <p:nvPr/>
        </p:nvSpPr>
        <p:spPr>
          <a:xfrm>
            <a:off x="11768328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9" name="guide-dots-lower::guide-dots-lower-dot-1323-845"/>
          <p:cNvSpPr/>
          <p:nvPr/>
        </p:nvSpPr>
        <p:spPr>
          <a:xfrm>
            <a:off x="12097512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0" name="guide-dots-lower::guide-dots-lower-dot-1359-845"/>
          <p:cNvSpPr/>
          <p:nvPr/>
        </p:nvSpPr>
        <p:spPr>
          <a:xfrm>
            <a:off x="12426696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1" name="guide-dots-lower::guide-dots-lower-dot-1395-845"/>
          <p:cNvSpPr/>
          <p:nvPr/>
        </p:nvSpPr>
        <p:spPr>
          <a:xfrm>
            <a:off x="12755880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2" name="guide-dots-lower::guide-dots-lower-dot-1431-845"/>
          <p:cNvSpPr/>
          <p:nvPr/>
        </p:nvSpPr>
        <p:spPr>
          <a:xfrm>
            <a:off x="13085064" y="772667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3" name="guide-dots-lower::guide-dots-lower-dot-387-881"/>
          <p:cNvSpPr/>
          <p:nvPr/>
        </p:nvSpPr>
        <p:spPr>
          <a:xfrm>
            <a:off x="353872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4" name="guide-dots-lower::guide-dots-lower-dot-423-881"/>
          <p:cNvSpPr/>
          <p:nvPr/>
        </p:nvSpPr>
        <p:spPr>
          <a:xfrm>
            <a:off x="386791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5" name="guide-dots-lower::guide-dots-lower-dot-459-881"/>
          <p:cNvSpPr/>
          <p:nvPr/>
        </p:nvSpPr>
        <p:spPr>
          <a:xfrm>
            <a:off x="419709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6" name="guide-dots-lower::guide-dots-lower-dot-495-881"/>
          <p:cNvSpPr/>
          <p:nvPr/>
        </p:nvSpPr>
        <p:spPr>
          <a:xfrm>
            <a:off x="452628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7" name="guide-dots-lower::guide-dots-lower-dot-531-881"/>
          <p:cNvSpPr/>
          <p:nvPr/>
        </p:nvSpPr>
        <p:spPr>
          <a:xfrm>
            <a:off x="485546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8" name="guide-dots-lower::guide-dots-lower-dot-567-881"/>
          <p:cNvSpPr/>
          <p:nvPr/>
        </p:nvSpPr>
        <p:spPr>
          <a:xfrm>
            <a:off x="518464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9" name="guide-dots-lower::guide-dots-lower-dot-603-881"/>
          <p:cNvSpPr/>
          <p:nvPr/>
        </p:nvSpPr>
        <p:spPr>
          <a:xfrm>
            <a:off x="551383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0" name="guide-dots-lower::guide-dots-lower-dot-639-881"/>
          <p:cNvSpPr/>
          <p:nvPr/>
        </p:nvSpPr>
        <p:spPr>
          <a:xfrm>
            <a:off x="584301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1" name="guide-dots-lower::guide-dots-lower-dot-675-881"/>
          <p:cNvSpPr/>
          <p:nvPr/>
        </p:nvSpPr>
        <p:spPr>
          <a:xfrm>
            <a:off x="617220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2" name="guide-dots-lower::guide-dots-lower-dot-711-881"/>
          <p:cNvSpPr/>
          <p:nvPr/>
        </p:nvSpPr>
        <p:spPr>
          <a:xfrm>
            <a:off x="650138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3" name="guide-dots-lower::guide-dots-lower-dot-747-881"/>
          <p:cNvSpPr/>
          <p:nvPr/>
        </p:nvSpPr>
        <p:spPr>
          <a:xfrm>
            <a:off x="683056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4" name="guide-dots-lower::guide-dots-lower-dot-783-881"/>
          <p:cNvSpPr/>
          <p:nvPr/>
        </p:nvSpPr>
        <p:spPr>
          <a:xfrm>
            <a:off x="715975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5" name="guide-dots-lower::guide-dots-lower-dot-819-881"/>
          <p:cNvSpPr/>
          <p:nvPr/>
        </p:nvSpPr>
        <p:spPr>
          <a:xfrm>
            <a:off x="748893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6" name="guide-dots-lower::guide-dots-lower-dot-855-881"/>
          <p:cNvSpPr/>
          <p:nvPr/>
        </p:nvSpPr>
        <p:spPr>
          <a:xfrm>
            <a:off x="781812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7" name="guide-dots-lower::guide-dots-lower-dot-891-881"/>
          <p:cNvSpPr/>
          <p:nvPr/>
        </p:nvSpPr>
        <p:spPr>
          <a:xfrm>
            <a:off x="814730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8" name="guide-dots-lower::guide-dots-lower-dot-927-881"/>
          <p:cNvSpPr/>
          <p:nvPr/>
        </p:nvSpPr>
        <p:spPr>
          <a:xfrm>
            <a:off x="847648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9" name="guide-dots-lower::guide-dots-lower-dot-963-881"/>
          <p:cNvSpPr/>
          <p:nvPr/>
        </p:nvSpPr>
        <p:spPr>
          <a:xfrm>
            <a:off x="880567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0" name="guide-dots-lower::guide-dots-lower-dot-999-881"/>
          <p:cNvSpPr/>
          <p:nvPr/>
        </p:nvSpPr>
        <p:spPr>
          <a:xfrm>
            <a:off x="913485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1" name="guide-dots-lower::guide-dots-lower-dot-1035-881"/>
          <p:cNvSpPr/>
          <p:nvPr/>
        </p:nvSpPr>
        <p:spPr>
          <a:xfrm>
            <a:off x="946404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2" name="guide-dots-lower::guide-dots-lower-dot-1071-881"/>
          <p:cNvSpPr/>
          <p:nvPr/>
        </p:nvSpPr>
        <p:spPr>
          <a:xfrm>
            <a:off x="979322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3" name="guide-dots-lower::guide-dots-lower-dot-1107-881"/>
          <p:cNvSpPr/>
          <p:nvPr/>
        </p:nvSpPr>
        <p:spPr>
          <a:xfrm>
            <a:off x="1012240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4" name="guide-dots-lower::guide-dots-lower-dot-1143-881"/>
          <p:cNvSpPr/>
          <p:nvPr/>
        </p:nvSpPr>
        <p:spPr>
          <a:xfrm>
            <a:off x="1045159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5" name="guide-dots-lower::guide-dots-lower-dot-1179-881"/>
          <p:cNvSpPr/>
          <p:nvPr/>
        </p:nvSpPr>
        <p:spPr>
          <a:xfrm>
            <a:off x="1078077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6" name="guide-dots-lower::guide-dots-lower-dot-1215-881"/>
          <p:cNvSpPr/>
          <p:nvPr/>
        </p:nvSpPr>
        <p:spPr>
          <a:xfrm>
            <a:off x="1110996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7" name="guide-dots-lower::guide-dots-lower-dot-1251-881"/>
          <p:cNvSpPr/>
          <p:nvPr/>
        </p:nvSpPr>
        <p:spPr>
          <a:xfrm>
            <a:off x="1143914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8" name="guide-dots-lower::guide-dots-lower-dot-1287-881"/>
          <p:cNvSpPr/>
          <p:nvPr/>
        </p:nvSpPr>
        <p:spPr>
          <a:xfrm>
            <a:off x="11768328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9" name="guide-dots-lower::guide-dots-lower-dot-1323-881"/>
          <p:cNvSpPr/>
          <p:nvPr/>
        </p:nvSpPr>
        <p:spPr>
          <a:xfrm>
            <a:off x="12097512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0" name="guide-dots-lower::guide-dots-lower-dot-1359-881"/>
          <p:cNvSpPr/>
          <p:nvPr/>
        </p:nvSpPr>
        <p:spPr>
          <a:xfrm>
            <a:off x="12426696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1" name="guide-dots-lower::guide-dots-lower-dot-1395-881"/>
          <p:cNvSpPr/>
          <p:nvPr/>
        </p:nvSpPr>
        <p:spPr>
          <a:xfrm>
            <a:off x="12755880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2" name="guide-dots-lower::guide-dots-lower-dot-1431-881"/>
          <p:cNvSpPr/>
          <p:nvPr/>
        </p:nvSpPr>
        <p:spPr>
          <a:xfrm>
            <a:off x="13085064" y="80558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3" name="guide-dots-right::guide-dots-right-dot-1477-25"/>
          <p:cNvSpPr/>
          <p:nvPr/>
        </p:nvSpPr>
        <p:spPr>
          <a:xfrm>
            <a:off x="1350568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4" name="guide-dots-right::guide-dots-right-dot-1513-25"/>
          <p:cNvSpPr/>
          <p:nvPr/>
        </p:nvSpPr>
        <p:spPr>
          <a:xfrm>
            <a:off x="1383487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5" name="guide-dots-right::guide-dots-right-dot-1549-25"/>
          <p:cNvSpPr/>
          <p:nvPr/>
        </p:nvSpPr>
        <p:spPr>
          <a:xfrm>
            <a:off x="1416405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6" name="guide-dots-right::guide-dots-right-dot-1585-25"/>
          <p:cNvSpPr/>
          <p:nvPr/>
        </p:nvSpPr>
        <p:spPr>
          <a:xfrm>
            <a:off x="14493240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7" name="guide-dots-right::guide-dots-right-dot-1621-25"/>
          <p:cNvSpPr/>
          <p:nvPr/>
        </p:nvSpPr>
        <p:spPr>
          <a:xfrm>
            <a:off x="1482242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8" name="guide-dots-right::guide-dots-right-dot-1657-25"/>
          <p:cNvSpPr/>
          <p:nvPr/>
        </p:nvSpPr>
        <p:spPr>
          <a:xfrm>
            <a:off x="15151608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9" name="guide-dots-right::guide-dots-right-dot-1693-25"/>
          <p:cNvSpPr/>
          <p:nvPr/>
        </p:nvSpPr>
        <p:spPr>
          <a:xfrm>
            <a:off x="15480792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0" name="guide-dots-right::guide-dots-right-dot-1729-25"/>
          <p:cNvSpPr/>
          <p:nvPr/>
        </p:nvSpPr>
        <p:spPr>
          <a:xfrm>
            <a:off x="15809976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1" name="guide-dots-right::guide-dots-right-dot-1765-25"/>
          <p:cNvSpPr/>
          <p:nvPr/>
        </p:nvSpPr>
        <p:spPr>
          <a:xfrm>
            <a:off x="16139159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2" name="guide-dots-right::guide-dots-right-dot-1801-25"/>
          <p:cNvSpPr/>
          <p:nvPr/>
        </p:nvSpPr>
        <p:spPr>
          <a:xfrm>
            <a:off x="16468344" y="22860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3" name="guide-dots-right::guide-dots-right-dot-1477-61"/>
          <p:cNvSpPr/>
          <p:nvPr/>
        </p:nvSpPr>
        <p:spPr>
          <a:xfrm>
            <a:off x="1350568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4" name="guide-dots-right::guide-dots-right-dot-1513-61"/>
          <p:cNvSpPr/>
          <p:nvPr/>
        </p:nvSpPr>
        <p:spPr>
          <a:xfrm>
            <a:off x="1383487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5" name="guide-dots-right::guide-dots-right-dot-1549-61"/>
          <p:cNvSpPr/>
          <p:nvPr/>
        </p:nvSpPr>
        <p:spPr>
          <a:xfrm>
            <a:off x="1416405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6" name="guide-dots-right::guide-dots-right-dot-1585-61"/>
          <p:cNvSpPr/>
          <p:nvPr/>
        </p:nvSpPr>
        <p:spPr>
          <a:xfrm>
            <a:off x="14493240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7" name="guide-dots-right::guide-dots-right-dot-1621-61"/>
          <p:cNvSpPr/>
          <p:nvPr/>
        </p:nvSpPr>
        <p:spPr>
          <a:xfrm>
            <a:off x="1482242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8" name="guide-dots-right::guide-dots-right-dot-1657-61"/>
          <p:cNvSpPr/>
          <p:nvPr/>
        </p:nvSpPr>
        <p:spPr>
          <a:xfrm>
            <a:off x="15151608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9" name="guide-dots-right::guide-dots-right-dot-1693-61"/>
          <p:cNvSpPr/>
          <p:nvPr/>
        </p:nvSpPr>
        <p:spPr>
          <a:xfrm>
            <a:off x="15480792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0" name="guide-dots-right::guide-dots-right-dot-1729-61"/>
          <p:cNvSpPr/>
          <p:nvPr/>
        </p:nvSpPr>
        <p:spPr>
          <a:xfrm>
            <a:off x="15809976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1" name="guide-dots-right::guide-dots-right-dot-1765-61"/>
          <p:cNvSpPr/>
          <p:nvPr/>
        </p:nvSpPr>
        <p:spPr>
          <a:xfrm>
            <a:off x="16139159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2" name="guide-dots-right::guide-dots-right-dot-1801-61"/>
          <p:cNvSpPr/>
          <p:nvPr/>
        </p:nvSpPr>
        <p:spPr>
          <a:xfrm>
            <a:off x="16468344" y="55778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3" name="guide-dots-right::guide-dots-right-dot-1477-97"/>
          <p:cNvSpPr/>
          <p:nvPr/>
        </p:nvSpPr>
        <p:spPr>
          <a:xfrm>
            <a:off x="1350568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4" name="guide-dots-right::guide-dots-right-dot-1513-97"/>
          <p:cNvSpPr/>
          <p:nvPr/>
        </p:nvSpPr>
        <p:spPr>
          <a:xfrm>
            <a:off x="1383487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5" name="guide-dots-right::guide-dots-right-dot-1549-97"/>
          <p:cNvSpPr/>
          <p:nvPr/>
        </p:nvSpPr>
        <p:spPr>
          <a:xfrm>
            <a:off x="1416405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6" name="guide-dots-right::guide-dots-right-dot-1585-97"/>
          <p:cNvSpPr/>
          <p:nvPr/>
        </p:nvSpPr>
        <p:spPr>
          <a:xfrm>
            <a:off x="14493240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7" name="guide-dots-right::guide-dots-right-dot-1621-97"/>
          <p:cNvSpPr/>
          <p:nvPr/>
        </p:nvSpPr>
        <p:spPr>
          <a:xfrm>
            <a:off x="1482242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8" name="guide-dots-right::guide-dots-right-dot-1657-97"/>
          <p:cNvSpPr/>
          <p:nvPr/>
        </p:nvSpPr>
        <p:spPr>
          <a:xfrm>
            <a:off x="15151608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9" name="guide-dots-right::guide-dots-right-dot-1693-97"/>
          <p:cNvSpPr/>
          <p:nvPr/>
        </p:nvSpPr>
        <p:spPr>
          <a:xfrm>
            <a:off x="15480792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0" name="guide-dots-right::guide-dots-right-dot-1729-97"/>
          <p:cNvSpPr/>
          <p:nvPr/>
        </p:nvSpPr>
        <p:spPr>
          <a:xfrm>
            <a:off x="15809976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1" name="guide-dots-right::guide-dots-right-dot-1765-97"/>
          <p:cNvSpPr/>
          <p:nvPr/>
        </p:nvSpPr>
        <p:spPr>
          <a:xfrm>
            <a:off x="16139159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2" name="guide-dots-right::guide-dots-right-dot-1801-97"/>
          <p:cNvSpPr/>
          <p:nvPr/>
        </p:nvSpPr>
        <p:spPr>
          <a:xfrm>
            <a:off x="16468344" y="88696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3" name="guide-dots-right::guide-dots-right-dot-1477-133"/>
          <p:cNvSpPr/>
          <p:nvPr/>
        </p:nvSpPr>
        <p:spPr>
          <a:xfrm>
            <a:off x="1350568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4" name="guide-dots-right::guide-dots-right-dot-1513-133"/>
          <p:cNvSpPr/>
          <p:nvPr/>
        </p:nvSpPr>
        <p:spPr>
          <a:xfrm>
            <a:off x="1383487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5" name="guide-dots-right::guide-dots-right-dot-1549-133"/>
          <p:cNvSpPr/>
          <p:nvPr/>
        </p:nvSpPr>
        <p:spPr>
          <a:xfrm>
            <a:off x="1416405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6" name="guide-dots-right::guide-dots-right-dot-1585-133"/>
          <p:cNvSpPr/>
          <p:nvPr/>
        </p:nvSpPr>
        <p:spPr>
          <a:xfrm>
            <a:off x="14493240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7" name="guide-dots-right::guide-dots-right-dot-1621-133"/>
          <p:cNvSpPr/>
          <p:nvPr/>
        </p:nvSpPr>
        <p:spPr>
          <a:xfrm>
            <a:off x="1482242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8" name="guide-dots-right::guide-dots-right-dot-1657-133"/>
          <p:cNvSpPr/>
          <p:nvPr/>
        </p:nvSpPr>
        <p:spPr>
          <a:xfrm>
            <a:off x="15151608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9" name="guide-dots-right::guide-dots-right-dot-1693-133"/>
          <p:cNvSpPr/>
          <p:nvPr/>
        </p:nvSpPr>
        <p:spPr>
          <a:xfrm>
            <a:off x="15480792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0" name="guide-dots-right::guide-dots-right-dot-1729-133"/>
          <p:cNvSpPr/>
          <p:nvPr/>
        </p:nvSpPr>
        <p:spPr>
          <a:xfrm>
            <a:off x="15809976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1" name="guide-dots-right::guide-dots-right-dot-1765-133"/>
          <p:cNvSpPr/>
          <p:nvPr/>
        </p:nvSpPr>
        <p:spPr>
          <a:xfrm>
            <a:off x="16139159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2" name="guide-dots-right::guide-dots-right-dot-1801-133"/>
          <p:cNvSpPr/>
          <p:nvPr/>
        </p:nvSpPr>
        <p:spPr>
          <a:xfrm>
            <a:off x="16468344" y="121615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3" name="guide-dots-right::guide-dots-right-dot-1477-169"/>
          <p:cNvSpPr/>
          <p:nvPr/>
        </p:nvSpPr>
        <p:spPr>
          <a:xfrm>
            <a:off x="1350568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4" name="guide-dots-right::guide-dots-right-dot-1513-169"/>
          <p:cNvSpPr/>
          <p:nvPr/>
        </p:nvSpPr>
        <p:spPr>
          <a:xfrm>
            <a:off x="1383487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5" name="guide-dots-right::guide-dots-right-dot-1549-169"/>
          <p:cNvSpPr/>
          <p:nvPr/>
        </p:nvSpPr>
        <p:spPr>
          <a:xfrm>
            <a:off x="1416405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6" name="guide-dots-right::guide-dots-right-dot-1585-169"/>
          <p:cNvSpPr/>
          <p:nvPr/>
        </p:nvSpPr>
        <p:spPr>
          <a:xfrm>
            <a:off x="14493240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7" name="guide-dots-right::guide-dots-right-dot-1621-169"/>
          <p:cNvSpPr/>
          <p:nvPr/>
        </p:nvSpPr>
        <p:spPr>
          <a:xfrm>
            <a:off x="1482242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8" name="guide-dots-right::guide-dots-right-dot-1657-169"/>
          <p:cNvSpPr/>
          <p:nvPr/>
        </p:nvSpPr>
        <p:spPr>
          <a:xfrm>
            <a:off x="15151608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9" name="guide-dots-right::guide-dots-right-dot-1693-169"/>
          <p:cNvSpPr/>
          <p:nvPr/>
        </p:nvSpPr>
        <p:spPr>
          <a:xfrm>
            <a:off x="15480792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0" name="guide-dots-right::guide-dots-right-dot-1729-169"/>
          <p:cNvSpPr/>
          <p:nvPr/>
        </p:nvSpPr>
        <p:spPr>
          <a:xfrm>
            <a:off x="15809976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1" name="guide-dots-right::guide-dots-right-dot-1765-169"/>
          <p:cNvSpPr/>
          <p:nvPr/>
        </p:nvSpPr>
        <p:spPr>
          <a:xfrm>
            <a:off x="16139159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2" name="guide-dots-right::guide-dots-right-dot-1801-169"/>
          <p:cNvSpPr/>
          <p:nvPr/>
        </p:nvSpPr>
        <p:spPr>
          <a:xfrm>
            <a:off x="16468344" y="154533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3" name="guide-dots-right::guide-dots-right-dot-1477-205"/>
          <p:cNvSpPr/>
          <p:nvPr/>
        </p:nvSpPr>
        <p:spPr>
          <a:xfrm>
            <a:off x="1350568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4" name="guide-dots-right::guide-dots-right-dot-1513-205"/>
          <p:cNvSpPr/>
          <p:nvPr/>
        </p:nvSpPr>
        <p:spPr>
          <a:xfrm>
            <a:off x="1383487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5" name="guide-dots-right::guide-dots-right-dot-1549-205"/>
          <p:cNvSpPr/>
          <p:nvPr/>
        </p:nvSpPr>
        <p:spPr>
          <a:xfrm>
            <a:off x="1416405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6" name="guide-dots-right::guide-dots-right-dot-1585-205"/>
          <p:cNvSpPr/>
          <p:nvPr/>
        </p:nvSpPr>
        <p:spPr>
          <a:xfrm>
            <a:off x="14493240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7" name="guide-dots-right::guide-dots-right-dot-1621-205"/>
          <p:cNvSpPr/>
          <p:nvPr/>
        </p:nvSpPr>
        <p:spPr>
          <a:xfrm>
            <a:off x="1482242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8" name="guide-dots-right::guide-dots-right-dot-1657-205"/>
          <p:cNvSpPr/>
          <p:nvPr/>
        </p:nvSpPr>
        <p:spPr>
          <a:xfrm>
            <a:off x="15151608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9" name="guide-dots-right::guide-dots-right-dot-1693-205"/>
          <p:cNvSpPr/>
          <p:nvPr/>
        </p:nvSpPr>
        <p:spPr>
          <a:xfrm>
            <a:off x="15480792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0" name="guide-dots-right::guide-dots-right-dot-1729-205"/>
          <p:cNvSpPr/>
          <p:nvPr/>
        </p:nvSpPr>
        <p:spPr>
          <a:xfrm>
            <a:off x="15809976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1" name="guide-dots-right::guide-dots-right-dot-1765-205"/>
          <p:cNvSpPr/>
          <p:nvPr/>
        </p:nvSpPr>
        <p:spPr>
          <a:xfrm>
            <a:off x="16139159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2" name="guide-dots-right::guide-dots-right-dot-1801-205"/>
          <p:cNvSpPr/>
          <p:nvPr/>
        </p:nvSpPr>
        <p:spPr>
          <a:xfrm>
            <a:off x="16468344" y="1874519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3" name="guide-dots-right::guide-dots-right-dot-1477-241"/>
          <p:cNvSpPr/>
          <p:nvPr/>
        </p:nvSpPr>
        <p:spPr>
          <a:xfrm>
            <a:off x="1350568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4" name="guide-dots-right::guide-dots-right-dot-1513-241"/>
          <p:cNvSpPr/>
          <p:nvPr/>
        </p:nvSpPr>
        <p:spPr>
          <a:xfrm>
            <a:off x="1383487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5" name="guide-dots-right::guide-dots-right-dot-1549-241"/>
          <p:cNvSpPr/>
          <p:nvPr/>
        </p:nvSpPr>
        <p:spPr>
          <a:xfrm>
            <a:off x="1416405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6" name="guide-dots-right::guide-dots-right-dot-1585-241"/>
          <p:cNvSpPr/>
          <p:nvPr/>
        </p:nvSpPr>
        <p:spPr>
          <a:xfrm>
            <a:off x="14493240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7" name="guide-dots-right::guide-dots-right-dot-1621-241"/>
          <p:cNvSpPr/>
          <p:nvPr/>
        </p:nvSpPr>
        <p:spPr>
          <a:xfrm>
            <a:off x="1482242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8" name="guide-dots-right::guide-dots-right-dot-1657-241"/>
          <p:cNvSpPr/>
          <p:nvPr/>
        </p:nvSpPr>
        <p:spPr>
          <a:xfrm>
            <a:off x="15151608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9" name="guide-dots-right::guide-dots-right-dot-1693-241"/>
          <p:cNvSpPr/>
          <p:nvPr/>
        </p:nvSpPr>
        <p:spPr>
          <a:xfrm>
            <a:off x="15480792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0" name="guide-dots-right::guide-dots-right-dot-1729-241"/>
          <p:cNvSpPr/>
          <p:nvPr/>
        </p:nvSpPr>
        <p:spPr>
          <a:xfrm>
            <a:off x="15809976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1" name="guide-dots-right::guide-dots-right-dot-1765-241"/>
          <p:cNvSpPr/>
          <p:nvPr/>
        </p:nvSpPr>
        <p:spPr>
          <a:xfrm>
            <a:off x="16139159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2" name="guide-dots-right::guide-dots-right-dot-1801-241"/>
          <p:cNvSpPr/>
          <p:nvPr/>
        </p:nvSpPr>
        <p:spPr>
          <a:xfrm>
            <a:off x="16468344" y="220370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3" name="guide-dots-right::guide-dots-right-dot-1477-277"/>
          <p:cNvSpPr/>
          <p:nvPr/>
        </p:nvSpPr>
        <p:spPr>
          <a:xfrm>
            <a:off x="1350568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4" name="guide-dots-right::guide-dots-right-dot-1513-277"/>
          <p:cNvSpPr/>
          <p:nvPr/>
        </p:nvSpPr>
        <p:spPr>
          <a:xfrm>
            <a:off x="1383487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5" name="guide-dots-right::guide-dots-right-dot-1549-277"/>
          <p:cNvSpPr/>
          <p:nvPr/>
        </p:nvSpPr>
        <p:spPr>
          <a:xfrm>
            <a:off x="1416405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6" name="guide-dots-right::guide-dots-right-dot-1585-277"/>
          <p:cNvSpPr/>
          <p:nvPr/>
        </p:nvSpPr>
        <p:spPr>
          <a:xfrm>
            <a:off x="14493240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7" name="guide-dots-right::guide-dots-right-dot-1621-277"/>
          <p:cNvSpPr/>
          <p:nvPr/>
        </p:nvSpPr>
        <p:spPr>
          <a:xfrm>
            <a:off x="1482242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8" name="guide-dots-right::guide-dots-right-dot-1657-277"/>
          <p:cNvSpPr/>
          <p:nvPr/>
        </p:nvSpPr>
        <p:spPr>
          <a:xfrm>
            <a:off x="15151608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9" name="guide-dots-right::guide-dots-right-dot-1693-277"/>
          <p:cNvSpPr/>
          <p:nvPr/>
        </p:nvSpPr>
        <p:spPr>
          <a:xfrm>
            <a:off x="15480792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0" name="guide-dots-right::guide-dots-right-dot-1729-277"/>
          <p:cNvSpPr/>
          <p:nvPr/>
        </p:nvSpPr>
        <p:spPr>
          <a:xfrm>
            <a:off x="15809976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1" name="guide-dots-right::guide-dots-right-dot-1765-277"/>
          <p:cNvSpPr/>
          <p:nvPr/>
        </p:nvSpPr>
        <p:spPr>
          <a:xfrm>
            <a:off x="16139159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2" name="guide-dots-right::guide-dots-right-dot-1801-277"/>
          <p:cNvSpPr/>
          <p:nvPr/>
        </p:nvSpPr>
        <p:spPr>
          <a:xfrm>
            <a:off x="16468344" y="253288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3" name="guide-dots-right::guide-dots-right-dot-1477-313"/>
          <p:cNvSpPr/>
          <p:nvPr/>
        </p:nvSpPr>
        <p:spPr>
          <a:xfrm>
            <a:off x="1350568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4" name="guide-dots-right::guide-dots-right-dot-1513-313"/>
          <p:cNvSpPr/>
          <p:nvPr/>
        </p:nvSpPr>
        <p:spPr>
          <a:xfrm>
            <a:off x="1383487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5" name="guide-dots-right::guide-dots-right-dot-1549-313"/>
          <p:cNvSpPr/>
          <p:nvPr/>
        </p:nvSpPr>
        <p:spPr>
          <a:xfrm>
            <a:off x="1416405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6" name="guide-dots-right::guide-dots-right-dot-1585-313"/>
          <p:cNvSpPr/>
          <p:nvPr/>
        </p:nvSpPr>
        <p:spPr>
          <a:xfrm>
            <a:off x="14493240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7" name="guide-dots-right::guide-dots-right-dot-1621-313"/>
          <p:cNvSpPr/>
          <p:nvPr/>
        </p:nvSpPr>
        <p:spPr>
          <a:xfrm>
            <a:off x="1482242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8" name="guide-dots-right::guide-dots-right-dot-1657-313"/>
          <p:cNvSpPr/>
          <p:nvPr/>
        </p:nvSpPr>
        <p:spPr>
          <a:xfrm>
            <a:off x="15151608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9" name="guide-dots-right::guide-dots-right-dot-1693-313"/>
          <p:cNvSpPr/>
          <p:nvPr/>
        </p:nvSpPr>
        <p:spPr>
          <a:xfrm>
            <a:off x="15480792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0" name="guide-dots-right::guide-dots-right-dot-1729-313"/>
          <p:cNvSpPr/>
          <p:nvPr/>
        </p:nvSpPr>
        <p:spPr>
          <a:xfrm>
            <a:off x="15809976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1" name="guide-dots-right::guide-dots-right-dot-1765-313"/>
          <p:cNvSpPr/>
          <p:nvPr/>
        </p:nvSpPr>
        <p:spPr>
          <a:xfrm>
            <a:off x="16139159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2" name="guide-dots-right::guide-dots-right-dot-1801-313"/>
          <p:cNvSpPr/>
          <p:nvPr/>
        </p:nvSpPr>
        <p:spPr>
          <a:xfrm>
            <a:off x="16468344" y="286207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3" name="guide-dots-right::guide-dots-right-dot-1477-349"/>
          <p:cNvSpPr/>
          <p:nvPr/>
        </p:nvSpPr>
        <p:spPr>
          <a:xfrm>
            <a:off x="1350568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4" name="guide-dots-right::guide-dots-right-dot-1513-349"/>
          <p:cNvSpPr/>
          <p:nvPr/>
        </p:nvSpPr>
        <p:spPr>
          <a:xfrm>
            <a:off x="1383487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5" name="guide-dots-right::guide-dots-right-dot-1549-349"/>
          <p:cNvSpPr/>
          <p:nvPr/>
        </p:nvSpPr>
        <p:spPr>
          <a:xfrm>
            <a:off x="1416405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6" name="guide-dots-right::guide-dots-right-dot-1585-349"/>
          <p:cNvSpPr/>
          <p:nvPr/>
        </p:nvSpPr>
        <p:spPr>
          <a:xfrm>
            <a:off x="14493240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7" name="guide-dots-right::guide-dots-right-dot-1621-349"/>
          <p:cNvSpPr/>
          <p:nvPr/>
        </p:nvSpPr>
        <p:spPr>
          <a:xfrm>
            <a:off x="1482242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8" name="guide-dots-right::guide-dots-right-dot-1657-349"/>
          <p:cNvSpPr/>
          <p:nvPr/>
        </p:nvSpPr>
        <p:spPr>
          <a:xfrm>
            <a:off x="15151608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9" name="guide-dots-right::guide-dots-right-dot-1693-349"/>
          <p:cNvSpPr/>
          <p:nvPr/>
        </p:nvSpPr>
        <p:spPr>
          <a:xfrm>
            <a:off x="15480792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0" name="guide-dots-right::guide-dots-right-dot-1729-349"/>
          <p:cNvSpPr/>
          <p:nvPr/>
        </p:nvSpPr>
        <p:spPr>
          <a:xfrm>
            <a:off x="15809976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1" name="guide-dots-right::guide-dots-right-dot-1765-349"/>
          <p:cNvSpPr/>
          <p:nvPr/>
        </p:nvSpPr>
        <p:spPr>
          <a:xfrm>
            <a:off x="16139159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2" name="guide-dots-right::guide-dots-right-dot-1801-349"/>
          <p:cNvSpPr/>
          <p:nvPr/>
        </p:nvSpPr>
        <p:spPr>
          <a:xfrm>
            <a:off x="16468344" y="319125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3" name="guide-dots-right::guide-dots-right-dot-1477-385"/>
          <p:cNvSpPr/>
          <p:nvPr/>
        </p:nvSpPr>
        <p:spPr>
          <a:xfrm>
            <a:off x="1350568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4" name="guide-dots-right::guide-dots-right-dot-1513-385"/>
          <p:cNvSpPr/>
          <p:nvPr/>
        </p:nvSpPr>
        <p:spPr>
          <a:xfrm>
            <a:off x="1383487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5" name="guide-dots-right::guide-dots-right-dot-1549-385"/>
          <p:cNvSpPr/>
          <p:nvPr/>
        </p:nvSpPr>
        <p:spPr>
          <a:xfrm>
            <a:off x="1416405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6" name="guide-dots-right::guide-dots-right-dot-1585-385"/>
          <p:cNvSpPr/>
          <p:nvPr/>
        </p:nvSpPr>
        <p:spPr>
          <a:xfrm>
            <a:off x="14493240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7" name="guide-dots-right::guide-dots-right-dot-1621-385"/>
          <p:cNvSpPr/>
          <p:nvPr/>
        </p:nvSpPr>
        <p:spPr>
          <a:xfrm>
            <a:off x="1482242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8" name="guide-dots-right::guide-dots-right-dot-1657-385"/>
          <p:cNvSpPr/>
          <p:nvPr/>
        </p:nvSpPr>
        <p:spPr>
          <a:xfrm>
            <a:off x="15151608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9" name="guide-dots-right::guide-dots-right-dot-1693-385"/>
          <p:cNvSpPr/>
          <p:nvPr/>
        </p:nvSpPr>
        <p:spPr>
          <a:xfrm>
            <a:off x="15480792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0" name="guide-dots-right::guide-dots-right-dot-1729-385"/>
          <p:cNvSpPr/>
          <p:nvPr/>
        </p:nvSpPr>
        <p:spPr>
          <a:xfrm>
            <a:off x="15809976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1" name="guide-dots-right::guide-dots-right-dot-1765-385"/>
          <p:cNvSpPr/>
          <p:nvPr/>
        </p:nvSpPr>
        <p:spPr>
          <a:xfrm>
            <a:off x="16139159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2" name="guide-dots-right::guide-dots-right-dot-1801-385"/>
          <p:cNvSpPr/>
          <p:nvPr/>
        </p:nvSpPr>
        <p:spPr>
          <a:xfrm>
            <a:off x="16468344" y="352044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3" name="guide-dots-right::guide-dots-right-dot-1477-421"/>
          <p:cNvSpPr/>
          <p:nvPr/>
        </p:nvSpPr>
        <p:spPr>
          <a:xfrm>
            <a:off x="1350568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4" name="guide-dots-right::guide-dots-right-dot-1513-421"/>
          <p:cNvSpPr/>
          <p:nvPr/>
        </p:nvSpPr>
        <p:spPr>
          <a:xfrm>
            <a:off x="1383487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5" name="guide-dots-right::guide-dots-right-dot-1549-421"/>
          <p:cNvSpPr/>
          <p:nvPr/>
        </p:nvSpPr>
        <p:spPr>
          <a:xfrm>
            <a:off x="1416405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6" name="guide-dots-right::guide-dots-right-dot-1585-421"/>
          <p:cNvSpPr/>
          <p:nvPr/>
        </p:nvSpPr>
        <p:spPr>
          <a:xfrm>
            <a:off x="14493240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7" name="guide-dots-right::guide-dots-right-dot-1621-421"/>
          <p:cNvSpPr/>
          <p:nvPr/>
        </p:nvSpPr>
        <p:spPr>
          <a:xfrm>
            <a:off x="1482242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8" name="guide-dots-right::guide-dots-right-dot-1657-421"/>
          <p:cNvSpPr/>
          <p:nvPr/>
        </p:nvSpPr>
        <p:spPr>
          <a:xfrm>
            <a:off x="15151608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9" name="guide-dots-right::guide-dots-right-dot-1693-421"/>
          <p:cNvSpPr/>
          <p:nvPr/>
        </p:nvSpPr>
        <p:spPr>
          <a:xfrm>
            <a:off x="15480792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0" name="guide-dots-right::guide-dots-right-dot-1729-421"/>
          <p:cNvSpPr/>
          <p:nvPr/>
        </p:nvSpPr>
        <p:spPr>
          <a:xfrm>
            <a:off x="15809976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1" name="guide-dots-right::guide-dots-right-dot-1765-421"/>
          <p:cNvSpPr/>
          <p:nvPr/>
        </p:nvSpPr>
        <p:spPr>
          <a:xfrm>
            <a:off x="16139159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2" name="guide-dots-right::guide-dots-right-dot-1801-421"/>
          <p:cNvSpPr/>
          <p:nvPr/>
        </p:nvSpPr>
        <p:spPr>
          <a:xfrm>
            <a:off x="16468344" y="384962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3" name="guide-dots-right::guide-dots-right-dot-1477-457"/>
          <p:cNvSpPr/>
          <p:nvPr/>
        </p:nvSpPr>
        <p:spPr>
          <a:xfrm>
            <a:off x="13505688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4" name="guide-dots-right::guide-dots-right-dot-1513-457"/>
          <p:cNvSpPr/>
          <p:nvPr/>
        </p:nvSpPr>
        <p:spPr>
          <a:xfrm>
            <a:off x="13834872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5" name="guide-dots-right::guide-dots-right-dot-1549-457"/>
          <p:cNvSpPr/>
          <p:nvPr/>
        </p:nvSpPr>
        <p:spPr>
          <a:xfrm>
            <a:off x="14164056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6" name="guide-dots-right::guide-dots-right-dot-1585-457"/>
          <p:cNvSpPr/>
          <p:nvPr/>
        </p:nvSpPr>
        <p:spPr>
          <a:xfrm>
            <a:off x="14493240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7" name="guide-dots-right::guide-dots-right-dot-1621-457"/>
          <p:cNvSpPr/>
          <p:nvPr/>
        </p:nvSpPr>
        <p:spPr>
          <a:xfrm>
            <a:off x="14822424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8" name="guide-dots-right::guide-dots-right-dot-1657-457"/>
          <p:cNvSpPr/>
          <p:nvPr/>
        </p:nvSpPr>
        <p:spPr>
          <a:xfrm>
            <a:off x="15151608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9" name="guide-dots-right::guide-dots-right-dot-1693-457"/>
          <p:cNvSpPr/>
          <p:nvPr/>
        </p:nvSpPr>
        <p:spPr>
          <a:xfrm>
            <a:off x="15480792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0" name="guide-dots-right::guide-dots-right-dot-1729-457"/>
          <p:cNvSpPr/>
          <p:nvPr/>
        </p:nvSpPr>
        <p:spPr>
          <a:xfrm>
            <a:off x="15809976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1" name="guide-dots-right::guide-dots-right-dot-1765-457"/>
          <p:cNvSpPr/>
          <p:nvPr/>
        </p:nvSpPr>
        <p:spPr>
          <a:xfrm>
            <a:off x="16139159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2" name="guide-dots-right::guide-dots-right-dot-1801-457"/>
          <p:cNvSpPr/>
          <p:nvPr/>
        </p:nvSpPr>
        <p:spPr>
          <a:xfrm>
            <a:off x="16468344" y="417880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3" name="guide-dots-right::guide-dots-right-dot-1477-493"/>
          <p:cNvSpPr/>
          <p:nvPr/>
        </p:nvSpPr>
        <p:spPr>
          <a:xfrm>
            <a:off x="13505688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4" name="guide-dots-right::guide-dots-right-dot-1513-493"/>
          <p:cNvSpPr/>
          <p:nvPr/>
        </p:nvSpPr>
        <p:spPr>
          <a:xfrm>
            <a:off x="13834872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5" name="guide-dots-right::guide-dots-right-dot-1549-493"/>
          <p:cNvSpPr/>
          <p:nvPr/>
        </p:nvSpPr>
        <p:spPr>
          <a:xfrm>
            <a:off x="14164056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6" name="guide-dots-right::guide-dots-right-dot-1585-493"/>
          <p:cNvSpPr/>
          <p:nvPr/>
        </p:nvSpPr>
        <p:spPr>
          <a:xfrm>
            <a:off x="14493240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7" name="guide-dots-right::guide-dots-right-dot-1621-493"/>
          <p:cNvSpPr/>
          <p:nvPr/>
        </p:nvSpPr>
        <p:spPr>
          <a:xfrm>
            <a:off x="14822424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8" name="guide-dots-right::guide-dots-right-dot-1657-493"/>
          <p:cNvSpPr/>
          <p:nvPr/>
        </p:nvSpPr>
        <p:spPr>
          <a:xfrm>
            <a:off x="15151608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9" name="guide-dots-right::guide-dots-right-dot-1693-493"/>
          <p:cNvSpPr/>
          <p:nvPr/>
        </p:nvSpPr>
        <p:spPr>
          <a:xfrm>
            <a:off x="15480792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0" name="guide-dots-right::guide-dots-right-dot-1729-493"/>
          <p:cNvSpPr/>
          <p:nvPr/>
        </p:nvSpPr>
        <p:spPr>
          <a:xfrm>
            <a:off x="15809976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1" name="guide-dots-right::guide-dots-right-dot-1765-493"/>
          <p:cNvSpPr/>
          <p:nvPr/>
        </p:nvSpPr>
        <p:spPr>
          <a:xfrm>
            <a:off x="16139159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2" name="guide-dots-right::guide-dots-right-dot-1801-493"/>
          <p:cNvSpPr/>
          <p:nvPr/>
        </p:nvSpPr>
        <p:spPr>
          <a:xfrm>
            <a:off x="16468344" y="450799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3" name="guide-dots-right::guide-dots-right-dot-1477-529"/>
          <p:cNvSpPr/>
          <p:nvPr/>
        </p:nvSpPr>
        <p:spPr>
          <a:xfrm>
            <a:off x="13505688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4" name="guide-dots-right::guide-dots-right-dot-1513-529"/>
          <p:cNvSpPr/>
          <p:nvPr/>
        </p:nvSpPr>
        <p:spPr>
          <a:xfrm>
            <a:off x="13834872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5" name="guide-dots-right::guide-dots-right-dot-1549-529"/>
          <p:cNvSpPr/>
          <p:nvPr/>
        </p:nvSpPr>
        <p:spPr>
          <a:xfrm>
            <a:off x="14164056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6" name="guide-dots-right::guide-dots-right-dot-1585-529"/>
          <p:cNvSpPr/>
          <p:nvPr/>
        </p:nvSpPr>
        <p:spPr>
          <a:xfrm>
            <a:off x="14493240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7" name="guide-dots-right::guide-dots-right-dot-1621-529"/>
          <p:cNvSpPr/>
          <p:nvPr/>
        </p:nvSpPr>
        <p:spPr>
          <a:xfrm>
            <a:off x="14822424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8" name="guide-dots-right::guide-dots-right-dot-1657-529"/>
          <p:cNvSpPr/>
          <p:nvPr/>
        </p:nvSpPr>
        <p:spPr>
          <a:xfrm>
            <a:off x="15151608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9" name="guide-dots-right::guide-dots-right-dot-1693-529"/>
          <p:cNvSpPr/>
          <p:nvPr/>
        </p:nvSpPr>
        <p:spPr>
          <a:xfrm>
            <a:off x="15480792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0" name="guide-dots-right::guide-dots-right-dot-1729-529"/>
          <p:cNvSpPr/>
          <p:nvPr/>
        </p:nvSpPr>
        <p:spPr>
          <a:xfrm>
            <a:off x="15809976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1" name="guide-dots-right::guide-dots-right-dot-1765-529"/>
          <p:cNvSpPr/>
          <p:nvPr/>
        </p:nvSpPr>
        <p:spPr>
          <a:xfrm>
            <a:off x="16139159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2" name="guide-dots-right::guide-dots-right-dot-1801-529"/>
          <p:cNvSpPr/>
          <p:nvPr/>
        </p:nvSpPr>
        <p:spPr>
          <a:xfrm>
            <a:off x="16468344" y="483717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3" name="guide-dots-right::guide-dots-right-dot-1477-565"/>
          <p:cNvSpPr/>
          <p:nvPr/>
        </p:nvSpPr>
        <p:spPr>
          <a:xfrm>
            <a:off x="13505688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4" name="guide-dots-right::guide-dots-right-dot-1513-565"/>
          <p:cNvSpPr/>
          <p:nvPr/>
        </p:nvSpPr>
        <p:spPr>
          <a:xfrm>
            <a:off x="13834872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5" name="guide-dots-right::guide-dots-right-dot-1549-565"/>
          <p:cNvSpPr/>
          <p:nvPr/>
        </p:nvSpPr>
        <p:spPr>
          <a:xfrm>
            <a:off x="14164056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6" name="guide-dots-right::guide-dots-right-dot-1585-565"/>
          <p:cNvSpPr/>
          <p:nvPr/>
        </p:nvSpPr>
        <p:spPr>
          <a:xfrm>
            <a:off x="14493240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7" name="guide-dots-right::guide-dots-right-dot-1621-565"/>
          <p:cNvSpPr/>
          <p:nvPr/>
        </p:nvSpPr>
        <p:spPr>
          <a:xfrm>
            <a:off x="14822424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8" name="guide-dots-right::guide-dots-right-dot-1657-565"/>
          <p:cNvSpPr/>
          <p:nvPr/>
        </p:nvSpPr>
        <p:spPr>
          <a:xfrm>
            <a:off x="15151608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9" name="guide-dots-right::guide-dots-right-dot-1693-565"/>
          <p:cNvSpPr/>
          <p:nvPr/>
        </p:nvSpPr>
        <p:spPr>
          <a:xfrm>
            <a:off x="15480792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0" name="guide-dots-right::guide-dots-right-dot-1729-565"/>
          <p:cNvSpPr/>
          <p:nvPr/>
        </p:nvSpPr>
        <p:spPr>
          <a:xfrm>
            <a:off x="15809976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1" name="guide-dots-right::guide-dots-right-dot-1765-565"/>
          <p:cNvSpPr/>
          <p:nvPr/>
        </p:nvSpPr>
        <p:spPr>
          <a:xfrm>
            <a:off x="16139159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2" name="guide-dots-right::guide-dots-right-dot-1801-565"/>
          <p:cNvSpPr/>
          <p:nvPr/>
        </p:nvSpPr>
        <p:spPr>
          <a:xfrm>
            <a:off x="16468344" y="516636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3" name="guide-dots-right::guide-dots-right-dot-1477-601"/>
          <p:cNvSpPr/>
          <p:nvPr/>
        </p:nvSpPr>
        <p:spPr>
          <a:xfrm>
            <a:off x="13505688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4" name="guide-dots-right::guide-dots-right-dot-1513-601"/>
          <p:cNvSpPr/>
          <p:nvPr/>
        </p:nvSpPr>
        <p:spPr>
          <a:xfrm>
            <a:off x="13834872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5" name="guide-dots-right::guide-dots-right-dot-1549-601"/>
          <p:cNvSpPr/>
          <p:nvPr/>
        </p:nvSpPr>
        <p:spPr>
          <a:xfrm>
            <a:off x="14164056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6" name="guide-dots-right::guide-dots-right-dot-1585-601"/>
          <p:cNvSpPr/>
          <p:nvPr/>
        </p:nvSpPr>
        <p:spPr>
          <a:xfrm>
            <a:off x="14493240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7" name="guide-dots-right::guide-dots-right-dot-1621-601"/>
          <p:cNvSpPr/>
          <p:nvPr/>
        </p:nvSpPr>
        <p:spPr>
          <a:xfrm>
            <a:off x="14822424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8" name="guide-dots-right::guide-dots-right-dot-1657-601"/>
          <p:cNvSpPr/>
          <p:nvPr/>
        </p:nvSpPr>
        <p:spPr>
          <a:xfrm>
            <a:off x="15151608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9" name="guide-dots-right::guide-dots-right-dot-1693-601"/>
          <p:cNvSpPr/>
          <p:nvPr/>
        </p:nvSpPr>
        <p:spPr>
          <a:xfrm>
            <a:off x="15480792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0" name="guide-dots-right::guide-dots-right-dot-1729-601"/>
          <p:cNvSpPr/>
          <p:nvPr/>
        </p:nvSpPr>
        <p:spPr>
          <a:xfrm>
            <a:off x="15809976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1" name="guide-dots-right::guide-dots-right-dot-1765-601"/>
          <p:cNvSpPr/>
          <p:nvPr/>
        </p:nvSpPr>
        <p:spPr>
          <a:xfrm>
            <a:off x="16139159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2" name="guide-dots-right::guide-dots-right-dot-1801-601"/>
          <p:cNvSpPr/>
          <p:nvPr/>
        </p:nvSpPr>
        <p:spPr>
          <a:xfrm>
            <a:off x="16468344" y="549554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3" name="guide-dots-right::guide-dots-right-dot-1477-637"/>
          <p:cNvSpPr/>
          <p:nvPr/>
        </p:nvSpPr>
        <p:spPr>
          <a:xfrm>
            <a:off x="13505688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4" name="guide-dots-right::guide-dots-right-dot-1513-637"/>
          <p:cNvSpPr/>
          <p:nvPr/>
        </p:nvSpPr>
        <p:spPr>
          <a:xfrm>
            <a:off x="13834872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5" name="guide-dots-right::guide-dots-right-dot-1549-637"/>
          <p:cNvSpPr/>
          <p:nvPr/>
        </p:nvSpPr>
        <p:spPr>
          <a:xfrm>
            <a:off x="14164056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6" name="guide-dots-right::guide-dots-right-dot-1585-637"/>
          <p:cNvSpPr/>
          <p:nvPr/>
        </p:nvSpPr>
        <p:spPr>
          <a:xfrm>
            <a:off x="14493240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7" name="guide-dots-right::guide-dots-right-dot-1621-637"/>
          <p:cNvSpPr/>
          <p:nvPr/>
        </p:nvSpPr>
        <p:spPr>
          <a:xfrm>
            <a:off x="14822424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8" name="guide-dots-right::guide-dots-right-dot-1657-637"/>
          <p:cNvSpPr/>
          <p:nvPr/>
        </p:nvSpPr>
        <p:spPr>
          <a:xfrm>
            <a:off x="15151608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9" name="guide-dots-right::guide-dots-right-dot-1693-637"/>
          <p:cNvSpPr/>
          <p:nvPr/>
        </p:nvSpPr>
        <p:spPr>
          <a:xfrm>
            <a:off x="15480792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0" name="guide-dots-right::guide-dots-right-dot-1729-637"/>
          <p:cNvSpPr/>
          <p:nvPr/>
        </p:nvSpPr>
        <p:spPr>
          <a:xfrm>
            <a:off x="15809976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1" name="guide-dots-right::guide-dots-right-dot-1765-637"/>
          <p:cNvSpPr/>
          <p:nvPr/>
        </p:nvSpPr>
        <p:spPr>
          <a:xfrm>
            <a:off x="16139159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2" name="guide-dots-right::guide-dots-right-dot-1801-637"/>
          <p:cNvSpPr/>
          <p:nvPr/>
        </p:nvSpPr>
        <p:spPr>
          <a:xfrm>
            <a:off x="16468344" y="582472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3" name="guide-dots-right::guide-dots-right-dot-1477-673"/>
          <p:cNvSpPr/>
          <p:nvPr/>
        </p:nvSpPr>
        <p:spPr>
          <a:xfrm>
            <a:off x="13505688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guide-dots-right::guide-dots-right-dot-1513-673"/>
          <p:cNvSpPr/>
          <p:nvPr/>
        </p:nvSpPr>
        <p:spPr>
          <a:xfrm>
            <a:off x="13834872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5" name="guide-dots-right::guide-dots-right-dot-1549-673"/>
          <p:cNvSpPr/>
          <p:nvPr/>
        </p:nvSpPr>
        <p:spPr>
          <a:xfrm>
            <a:off x="14164056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6" name="guide-dots-right::guide-dots-right-dot-1585-673"/>
          <p:cNvSpPr/>
          <p:nvPr/>
        </p:nvSpPr>
        <p:spPr>
          <a:xfrm>
            <a:off x="14493240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7" name="guide-dots-right::guide-dots-right-dot-1621-673"/>
          <p:cNvSpPr/>
          <p:nvPr/>
        </p:nvSpPr>
        <p:spPr>
          <a:xfrm>
            <a:off x="14822424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8" name="guide-dots-right::guide-dots-right-dot-1657-673"/>
          <p:cNvSpPr/>
          <p:nvPr/>
        </p:nvSpPr>
        <p:spPr>
          <a:xfrm>
            <a:off x="15151608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guide-dots-right::guide-dots-right-dot-1693-673"/>
          <p:cNvSpPr/>
          <p:nvPr/>
        </p:nvSpPr>
        <p:spPr>
          <a:xfrm>
            <a:off x="15480792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0" name="guide-dots-right::guide-dots-right-dot-1729-673"/>
          <p:cNvSpPr/>
          <p:nvPr/>
        </p:nvSpPr>
        <p:spPr>
          <a:xfrm>
            <a:off x="15809976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1" name="guide-dots-right::guide-dots-right-dot-1765-673"/>
          <p:cNvSpPr/>
          <p:nvPr/>
        </p:nvSpPr>
        <p:spPr>
          <a:xfrm>
            <a:off x="16139159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2" name="guide-dots-right::guide-dots-right-dot-1801-673"/>
          <p:cNvSpPr/>
          <p:nvPr/>
        </p:nvSpPr>
        <p:spPr>
          <a:xfrm>
            <a:off x="16468344" y="6153912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3" name="guide-dots-right::guide-dots-right-dot-1477-709"/>
          <p:cNvSpPr/>
          <p:nvPr/>
        </p:nvSpPr>
        <p:spPr>
          <a:xfrm>
            <a:off x="13505688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guide-dots-right::guide-dots-right-dot-1513-709"/>
          <p:cNvSpPr/>
          <p:nvPr/>
        </p:nvSpPr>
        <p:spPr>
          <a:xfrm>
            <a:off x="13834872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5" name="guide-dots-right::guide-dots-right-dot-1549-709"/>
          <p:cNvSpPr/>
          <p:nvPr/>
        </p:nvSpPr>
        <p:spPr>
          <a:xfrm>
            <a:off x="14164056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6" name="guide-dots-right::guide-dots-right-dot-1585-709"/>
          <p:cNvSpPr/>
          <p:nvPr/>
        </p:nvSpPr>
        <p:spPr>
          <a:xfrm>
            <a:off x="14493240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7" name="guide-dots-right::guide-dots-right-dot-1621-709"/>
          <p:cNvSpPr/>
          <p:nvPr/>
        </p:nvSpPr>
        <p:spPr>
          <a:xfrm>
            <a:off x="14822424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guide-dots-right::guide-dots-right-dot-1657-709"/>
          <p:cNvSpPr/>
          <p:nvPr/>
        </p:nvSpPr>
        <p:spPr>
          <a:xfrm>
            <a:off x="15151608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guide-dots-right::guide-dots-right-dot-1693-709"/>
          <p:cNvSpPr/>
          <p:nvPr/>
        </p:nvSpPr>
        <p:spPr>
          <a:xfrm>
            <a:off x="15480792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guide-dots-right::guide-dots-right-dot-1729-709"/>
          <p:cNvSpPr/>
          <p:nvPr/>
        </p:nvSpPr>
        <p:spPr>
          <a:xfrm>
            <a:off x="15809976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1" name="guide-dots-right::guide-dots-right-dot-1765-709"/>
          <p:cNvSpPr/>
          <p:nvPr/>
        </p:nvSpPr>
        <p:spPr>
          <a:xfrm>
            <a:off x="16139159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2" name="guide-dots-right::guide-dots-right-dot-1801-709"/>
          <p:cNvSpPr/>
          <p:nvPr/>
        </p:nvSpPr>
        <p:spPr>
          <a:xfrm>
            <a:off x="16468344" y="648309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3" name="guide-dots-right::guide-dots-right-dot-1477-745"/>
          <p:cNvSpPr/>
          <p:nvPr/>
        </p:nvSpPr>
        <p:spPr>
          <a:xfrm>
            <a:off x="13505688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4" name="guide-dots-right::guide-dots-right-dot-1513-745"/>
          <p:cNvSpPr/>
          <p:nvPr/>
        </p:nvSpPr>
        <p:spPr>
          <a:xfrm>
            <a:off x="13834872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5" name="guide-dots-right::guide-dots-right-dot-1549-745"/>
          <p:cNvSpPr/>
          <p:nvPr/>
        </p:nvSpPr>
        <p:spPr>
          <a:xfrm>
            <a:off x="14164056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6" name="guide-dots-right::guide-dots-right-dot-1585-745"/>
          <p:cNvSpPr/>
          <p:nvPr/>
        </p:nvSpPr>
        <p:spPr>
          <a:xfrm>
            <a:off x="14493240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7" name="guide-dots-right::guide-dots-right-dot-1621-745"/>
          <p:cNvSpPr/>
          <p:nvPr/>
        </p:nvSpPr>
        <p:spPr>
          <a:xfrm>
            <a:off x="14822424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8" name="guide-dots-right::guide-dots-right-dot-1657-745"/>
          <p:cNvSpPr/>
          <p:nvPr/>
        </p:nvSpPr>
        <p:spPr>
          <a:xfrm>
            <a:off x="15151608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9" name="guide-dots-right::guide-dots-right-dot-1693-745"/>
          <p:cNvSpPr/>
          <p:nvPr/>
        </p:nvSpPr>
        <p:spPr>
          <a:xfrm>
            <a:off x="15480792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0" name="guide-dots-right::guide-dots-right-dot-1729-745"/>
          <p:cNvSpPr/>
          <p:nvPr/>
        </p:nvSpPr>
        <p:spPr>
          <a:xfrm>
            <a:off x="15809976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1" name="guide-dots-right::guide-dots-right-dot-1765-745"/>
          <p:cNvSpPr/>
          <p:nvPr/>
        </p:nvSpPr>
        <p:spPr>
          <a:xfrm>
            <a:off x="16139159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2" name="guide-dots-right::guide-dots-right-dot-1801-745"/>
          <p:cNvSpPr/>
          <p:nvPr/>
        </p:nvSpPr>
        <p:spPr>
          <a:xfrm>
            <a:off x="16468344" y="6812280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3" name="guide-dots-right::guide-dots-right-dot-1477-781"/>
          <p:cNvSpPr/>
          <p:nvPr/>
        </p:nvSpPr>
        <p:spPr>
          <a:xfrm>
            <a:off x="13505688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4" name="guide-dots-right::guide-dots-right-dot-1513-781"/>
          <p:cNvSpPr/>
          <p:nvPr/>
        </p:nvSpPr>
        <p:spPr>
          <a:xfrm>
            <a:off x="13834872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5" name="guide-dots-right::guide-dots-right-dot-1549-781"/>
          <p:cNvSpPr/>
          <p:nvPr/>
        </p:nvSpPr>
        <p:spPr>
          <a:xfrm>
            <a:off x="14164056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6" name="guide-dots-right::guide-dots-right-dot-1585-781"/>
          <p:cNvSpPr/>
          <p:nvPr/>
        </p:nvSpPr>
        <p:spPr>
          <a:xfrm>
            <a:off x="14493240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7" name="guide-dots-right::guide-dots-right-dot-1621-781"/>
          <p:cNvSpPr/>
          <p:nvPr/>
        </p:nvSpPr>
        <p:spPr>
          <a:xfrm>
            <a:off x="14822424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8" name="guide-dots-right::guide-dots-right-dot-1657-781"/>
          <p:cNvSpPr/>
          <p:nvPr/>
        </p:nvSpPr>
        <p:spPr>
          <a:xfrm>
            <a:off x="15151608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9" name="guide-dots-right::guide-dots-right-dot-1693-781"/>
          <p:cNvSpPr/>
          <p:nvPr/>
        </p:nvSpPr>
        <p:spPr>
          <a:xfrm>
            <a:off x="15480792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0" name="guide-dots-right::guide-dots-right-dot-1729-781"/>
          <p:cNvSpPr/>
          <p:nvPr/>
        </p:nvSpPr>
        <p:spPr>
          <a:xfrm>
            <a:off x="15809976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1" name="guide-dots-right::guide-dots-right-dot-1765-781"/>
          <p:cNvSpPr/>
          <p:nvPr/>
        </p:nvSpPr>
        <p:spPr>
          <a:xfrm>
            <a:off x="16139159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2" name="guide-dots-right::guide-dots-right-dot-1801-781"/>
          <p:cNvSpPr/>
          <p:nvPr/>
        </p:nvSpPr>
        <p:spPr>
          <a:xfrm>
            <a:off x="16468344" y="7141464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3" name="guide-dots-right::guide-dots-right-dot-1477-817"/>
          <p:cNvSpPr/>
          <p:nvPr/>
        </p:nvSpPr>
        <p:spPr>
          <a:xfrm>
            <a:off x="13505688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4" name="guide-dots-right::guide-dots-right-dot-1513-817"/>
          <p:cNvSpPr/>
          <p:nvPr/>
        </p:nvSpPr>
        <p:spPr>
          <a:xfrm>
            <a:off x="13834872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5" name="guide-dots-right::guide-dots-right-dot-1549-817"/>
          <p:cNvSpPr/>
          <p:nvPr/>
        </p:nvSpPr>
        <p:spPr>
          <a:xfrm>
            <a:off x="14164056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6" name="guide-dots-right::guide-dots-right-dot-1585-817"/>
          <p:cNvSpPr/>
          <p:nvPr/>
        </p:nvSpPr>
        <p:spPr>
          <a:xfrm>
            <a:off x="14493240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7" name="guide-dots-right::guide-dots-right-dot-1621-817"/>
          <p:cNvSpPr/>
          <p:nvPr/>
        </p:nvSpPr>
        <p:spPr>
          <a:xfrm>
            <a:off x="14822424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8" name="guide-dots-right::guide-dots-right-dot-1657-817"/>
          <p:cNvSpPr/>
          <p:nvPr/>
        </p:nvSpPr>
        <p:spPr>
          <a:xfrm>
            <a:off x="15151608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9" name="guide-dots-right::guide-dots-right-dot-1693-817"/>
          <p:cNvSpPr/>
          <p:nvPr/>
        </p:nvSpPr>
        <p:spPr>
          <a:xfrm>
            <a:off x="15480792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0" name="guide-dots-right::guide-dots-right-dot-1729-817"/>
          <p:cNvSpPr/>
          <p:nvPr/>
        </p:nvSpPr>
        <p:spPr>
          <a:xfrm>
            <a:off x="15809976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1" name="guide-dots-right::guide-dots-right-dot-1765-817"/>
          <p:cNvSpPr/>
          <p:nvPr/>
        </p:nvSpPr>
        <p:spPr>
          <a:xfrm>
            <a:off x="16139159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2" name="guide-dots-right::guide-dots-right-dot-1801-817"/>
          <p:cNvSpPr/>
          <p:nvPr/>
        </p:nvSpPr>
        <p:spPr>
          <a:xfrm>
            <a:off x="16468344" y="7470648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3" name="guide-dots-right::guide-dots-right-dot-1477-853"/>
          <p:cNvSpPr/>
          <p:nvPr/>
        </p:nvSpPr>
        <p:spPr>
          <a:xfrm>
            <a:off x="13505688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4" name="guide-dots-right::guide-dots-right-dot-1513-853"/>
          <p:cNvSpPr/>
          <p:nvPr/>
        </p:nvSpPr>
        <p:spPr>
          <a:xfrm>
            <a:off x="13834872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5" name="guide-dots-right::guide-dots-right-dot-1549-853"/>
          <p:cNvSpPr/>
          <p:nvPr/>
        </p:nvSpPr>
        <p:spPr>
          <a:xfrm>
            <a:off x="14164056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6" name="guide-dots-right::guide-dots-right-dot-1585-853"/>
          <p:cNvSpPr/>
          <p:nvPr/>
        </p:nvSpPr>
        <p:spPr>
          <a:xfrm>
            <a:off x="14493240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7" name="guide-dots-right::guide-dots-right-dot-1621-853"/>
          <p:cNvSpPr/>
          <p:nvPr/>
        </p:nvSpPr>
        <p:spPr>
          <a:xfrm>
            <a:off x="14822424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8" name="guide-dots-right::guide-dots-right-dot-1657-853"/>
          <p:cNvSpPr/>
          <p:nvPr/>
        </p:nvSpPr>
        <p:spPr>
          <a:xfrm>
            <a:off x="15151608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9" name="guide-dots-right::guide-dots-right-dot-1693-853"/>
          <p:cNvSpPr/>
          <p:nvPr/>
        </p:nvSpPr>
        <p:spPr>
          <a:xfrm>
            <a:off x="15480792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0" name="guide-dots-right::guide-dots-right-dot-1729-853"/>
          <p:cNvSpPr/>
          <p:nvPr/>
        </p:nvSpPr>
        <p:spPr>
          <a:xfrm>
            <a:off x="15809976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1" name="guide-dots-right::guide-dots-right-dot-1765-853"/>
          <p:cNvSpPr/>
          <p:nvPr/>
        </p:nvSpPr>
        <p:spPr>
          <a:xfrm>
            <a:off x="16139159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2" name="guide-dots-right::guide-dots-right-dot-1801-853"/>
          <p:cNvSpPr/>
          <p:nvPr/>
        </p:nvSpPr>
        <p:spPr>
          <a:xfrm>
            <a:off x="16468344" y="7799831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3" name="guide-dots-right::guide-dots-right-dot-1477-889"/>
          <p:cNvSpPr/>
          <p:nvPr/>
        </p:nvSpPr>
        <p:spPr>
          <a:xfrm>
            <a:off x="13505688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4" name="guide-dots-right::guide-dots-right-dot-1513-889"/>
          <p:cNvSpPr/>
          <p:nvPr/>
        </p:nvSpPr>
        <p:spPr>
          <a:xfrm>
            <a:off x="13834872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5" name="guide-dots-right::guide-dots-right-dot-1549-889"/>
          <p:cNvSpPr/>
          <p:nvPr/>
        </p:nvSpPr>
        <p:spPr>
          <a:xfrm>
            <a:off x="14164056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6" name="guide-dots-right::guide-dots-right-dot-1585-889"/>
          <p:cNvSpPr/>
          <p:nvPr/>
        </p:nvSpPr>
        <p:spPr>
          <a:xfrm>
            <a:off x="14493240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7" name="guide-dots-right::guide-dots-right-dot-1621-889"/>
          <p:cNvSpPr/>
          <p:nvPr/>
        </p:nvSpPr>
        <p:spPr>
          <a:xfrm>
            <a:off x="14822424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8" name="guide-dots-right::guide-dots-right-dot-1657-889"/>
          <p:cNvSpPr/>
          <p:nvPr/>
        </p:nvSpPr>
        <p:spPr>
          <a:xfrm>
            <a:off x="15151608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9" name="guide-dots-right::guide-dots-right-dot-1693-889"/>
          <p:cNvSpPr/>
          <p:nvPr/>
        </p:nvSpPr>
        <p:spPr>
          <a:xfrm>
            <a:off x="15480792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0" name="guide-dots-right::guide-dots-right-dot-1729-889"/>
          <p:cNvSpPr/>
          <p:nvPr/>
        </p:nvSpPr>
        <p:spPr>
          <a:xfrm>
            <a:off x="15809976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1" name="guide-dots-right::guide-dots-right-dot-1765-889"/>
          <p:cNvSpPr/>
          <p:nvPr/>
        </p:nvSpPr>
        <p:spPr>
          <a:xfrm>
            <a:off x="16139159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2" name="guide-dots-right::guide-dots-right-dot-1801-889"/>
          <p:cNvSpPr/>
          <p:nvPr/>
        </p:nvSpPr>
        <p:spPr>
          <a:xfrm>
            <a:off x="16468344" y="8129016"/>
            <a:ext cx="36576" cy="36576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3" name="left-inputs::testing-sample-label"/>
          <p:cNvSpPr txBox="1"/>
          <p:nvPr/>
        </p:nvSpPr>
        <p:spPr>
          <a:xfrm rot="16200000">
            <a:off x="73152" y="749808"/>
            <a:ext cx="457200" cy="23042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Testing sample</a:t>
            </a:r>
          </a:p>
        </p:txBody>
      </p:sp>
      <p:pic>
        <p:nvPicPr>
          <p:cNvPr id="974" name="left-inputs::testing-cat-photo" descr="testing_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813816"/>
            <a:ext cx="2093976" cy="2194560"/>
          </a:xfrm>
          <a:prstGeom prst="rect">
            <a:avLst/>
          </a:prstGeom>
          <a:effectLst/>
        </p:spPr>
      </p:pic>
      <p:sp>
        <p:nvSpPr>
          <p:cNvPr id="975" name="left-inputs::testing-to-inference-arrow"/>
          <p:cNvSpPr/>
          <p:nvPr/>
        </p:nvSpPr>
        <p:spPr>
          <a:xfrm>
            <a:off x="2770632" y="1773936"/>
            <a:ext cx="667512" cy="621792"/>
          </a:xfrm>
          <a:prstGeom prst="rightArrow">
            <a:avLst/>
          </a:prstGeom>
          <a:solidFill>
            <a:srgbClr val="FFFFFF"/>
          </a:solidFill>
          <a:ln w="36576">
            <a:solidFill>
              <a:srgbClr val="2F5597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6" name="left-inputs::task-training-label"/>
          <p:cNvSpPr txBox="1"/>
          <p:nvPr/>
        </p:nvSpPr>
        <p:spPr>
          <a:xfrm rot="16200000">
            <a:off x="73152" y="4617720"/>
            <a:ext cx="457200" cy="30175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Task-t training data</a:t>
            </a:r>
          </a:p>
        </p:txBody>
      </p:sp>
      <p:sp>
        <p:nvSpPr>
          <p:cNvPr id="977" name="left-inputs::training-photo-stack-frame"/>
          <p:cNvSpPr/>
          <p:nvPr/>
        </p:nvSpPr>
        <p:spPr>
          <a:xfrm>
            <a:off x="685800" y="3931920"/>
            <a:ext cx="2002536" cy="4306824"/>
          </a:xfrm>
          <a:prstGeom prst="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8" name="left-inputs::training-kitten-photo-1" descr="training_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014215"/>
            <a:ext cx="1435608" cy="1463040"/>
          </a:xfrm>
          <a:prstGeom prst="rect">
            <a:avLst/>
          </a:prstGeom>
          <a:effectLst/>
        </p:spPr>
      </p:pic>
      <p:sp>
        <p:nvSpPr>
          <p:cNvPr id="979" name="left-inputs::training-kitten-frame-1"/>
          <p:cNvSpPr/>
          <p:nvPr/>
        </p:nvSpPr>
        <p:spPr>
          <a:xfrm>
            <a:off x="768096" y="3995928"/>
            <a:ext cx="1472184" cy="1499616"/>
          </a:xfrm>
          <a:prstGeom prst="rect">
            <a:avLst/>
          </a:prstGeom>
          <a:noFill/>
          <a:ln w="36576">
            <a:solidFill>
              <a:srgbClr val="ED7D31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0" name="left-inputs::training-kitten-photo-2" descr="training_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78808"/>
            <a:ext cx="1435608" cy="1463040"/>
          </a:xfrm>
          <a:prstGeom prst="rect">
            <a:avLst/>
          </a:prstGeom>
          <a:effectLst/>
        </p:spPr>
      </p:pic>
      <p:sp>
        <p:nvSpPr>
          <p:cNvPr id="981" name="left-inputs::training-kitten-frame-2"/>
          <p:cNvSpPr/>
          <p:nvPr/>
        </p:nvSpPr>
        <p:spPr>
          <a:xfrm>
            <a:off x="905256" y="4160520"/>
            <a:ext cx="1472184" cy="1499616"/>
          </a:xfrm>
          <a:prstGeom prst="rect">
            <a:avLst/>
          </a:prstGeom>
          <a:noFill/>
          <a:ln w="36576">
            <a:solidFill>
              <a:srgbClr val="ED7D31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2" name="left-inputs::training-kitten-photo-3" descr="training_kitt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52544"/>
            <a:ext cx="1435608" cy="1463040"/>
          </a:xfrm>
          <a:prstGeom prst="rect">
            <a:avLst/>
          </a:prstGeom>
          <a:effectLst/>
        </p:spPr>
      </p:pic>
      <p:sp>
        <p:nvSpPr>
          <p:cNvPr id="983" name="left-inputs::training-kitten-frame-3"/>
          <p:cNvSpPr/>
          <p:nvPr/>
        </p:nvSpPr>
        <p:spPr>
          <a:xfrm>
            <a:off x="1078992" y="4334256"/>
            <a:ext cx="1472184" cy="1499616"/>
          </a:xfrm>
          <a:prstGeom prst="rect">
            <a:avLst/>
          </a:prstGeom>
          <a:noFill/>
          <a:ln w="36576">
            <a:solidFill>
              <a:srgbClr val="ED7D31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4" name="left-inputs::training-stack-ellipsis"/>
          <p:cNvSpPr txBox="1"/>
          <p:nvPr/>
        </p:nvSpPr>
        <p:spPr>
          <a:xfrm>
            <a:off x="1325880" y="5824728"/>
            <a:ext cx="640080" cy="4023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⋮</a:t>
            </a:r>
          </a:p>
        </p:txBody>
      </p:sp>
      <p:pic>
        <p:nvPicPr>
          <p:cNvPr id="985" name="left-inputs::training-dog-photo-1" descr="training_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272784"/>
            <a:ext cx="1517904" cy="1536192"/>
          </a:xfrm>
          <a:prstGeom prst="rect">
            <a:avLst/>
          </a:prstGeom>
          <a:effectLst/>
        </p:spPr>
      </p:pic>
      <p:sp>
        <p:nvSpPr>
          <p:cNvPr id="986" name="left-inputs::training-dog-frame-1"/>
          <p:cNvSpPr/>
          <p:nvPr/>
        </p:nvSpPr>
        <p:spPr>
          <a:xfrm>
            <a:off x="758952" y="6254496"/>
            <a:ext cx="1554480" cy="1572768"/>
          </a:xfrm>
          <a:prstGeom prst="rect">
            <a:avLst/>
          </a:prstGeom>
          <a:noFill/>
          <a:ln w="36576">
            <a:solidFill>
              <a:srgbClr val="70AD47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7" name="left-inputs::training-dog-photo-2" descr="training_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6409944"/>
            <a:ext cx="1517904" cy="1536192"/>
          </a:xfrm>
          <a:prstGeom prst="rect">
            <a:avLst/>
          </a:prstGeom>
          <a:effectLst/>
        </p:spPr>
      </p:pic>
      <p:sp>
        <p:nvSpPr>
          <p:cNvPr id="988" name="left-inputs::training-dog-frame-2"/>
          <p:cNvSpPr/>
          <p:nvPr/>
        </p:nvSpPr>
        <p:spPr>
          <a:xfrm>
            <a:off x="905256" y="6391656"/>
            <a:ext cx="1554480" cy="1572768"/>
          </a:xfrm>
          <a:prstGeom prst="rect">
            <a:avLst/>
          </a:prstGeom>
          <a:noFill/>
          <a:ln w="36576">
            <a:solidFill>
              <a:srgbClr val="4472C4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9" name="left-inputs::training-dog-photo-3" descr="training_d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6565392"/>
            <a:ext cx="1517904" cy="1536192"/>
          </a:xfrm>
          <a:prstGeom prst="rect">
            <a:avLst/>
          </a:prstGeom>
          <a:effectLst/>
        </p:spPr>
      </p:pic>
      <p:sp>
        <p:nvSpPr>
          <p:cNvPr id="990" name="left-inputs::training-dog-frame-3"/>
          <p:cNvSpPr/>
          <p:nvPr/>
        </p:nvSpPr>
        <p:spPr>
          <a:xfrm>
            <a:off x="1042415" y="6547104"/>
            <a:ext cx="1554480" cy="1572768"/>
          </a:xfrm>
          <a:prstGeom prst="rect">
            <a:avLst/>
          </a:prstGeom>
          <a:noFill/>
          <a:ln w="36576">
            <a:solidFill>
              <a:srgbClr val="4472C4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1" name="left-inputs::training-data-arrow"/>
          <p:cNvSpPr/>
          <p:nvPr/>
        </p:nvSpPr>
        <p:spPr>
          <a:xfrm>
            <a:off x="2770632" y="5907024"/>
            <a:ext cx="667512" cy="621792"/>
          </a:xfrm>
          <a:prstGeom prst="rightArrow">
            <a:avLst/>
          </a:prstGeom>
          <a:solidFill>
            <a:srgbClr val="FFFFFF"/>
          </a:solidFill>
          <a:ln w="36576">
            <a:solidFill>
              <a:srgbClr val="2F5597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2" name="section-borders::upper-section-border"/>
          <p:cNvSpPr/>
          <p:nvPr/>
        </p:nvSpPr>
        <p:spPr>
          <a:xfrm>
            <a:off x="3447288" y="137160"/>
            <a:ext cx="9838944" cy="3977639"/>
          </a:xfrm>
          <a:prstGeom prst="rect">
            <a:avLst/>
          </a:prstGeom>
          <a:noFill/>
          <a:ln w="36576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3" name="section-borders::lower-section-border"/>
          <p:cNvSpPr/>
          <p:nvPr/>
        </p:nvSpPr>
        <p:spPr>
          <a:xfrm>
            <a:off x="3447288" y="4343400"/>
            <a:ext cx="9838944" cy="3904487"/>
          </a:xfrm>
          <a:prstGeom prst="rect">
            <a:avLst/>
          </a:prstGeom>
          <a:noFill/>
          <a:ln w="36576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4" name="section-borders::rematching-section-border"/>
          <p:cNvSpPr/>
          <p:nvPr/>
        </p:nvSpPr>
        <p:spPr>
          <a:xfrm>
            <a:off x="13414248" y="137160"/>
            <a:ext cx="3264408" cy="8110727"/>
          </a:xfrm>
          <a:prstGeom prst="rect">
            <a:avLst/>
          </a:prstGeom>
          <a:noFill/>
          <a:ln w="36576">
            <a:solidFill>
              <a:srgbClr val="00000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5" name="inference::inference-panel"/>
          <p:cNvSpPr/>
          <p:nvPr/>
        </p:nvSpPr>
        <p:spPr>
          <a:xfrm>
            <a:off x="4087368" y="320040"/>
            <a:ext cx="3602736" cy="3447288"/>
          </a:xfrm>
          <a:prstGeom prst="rect">
            <a:avLst/>
          </a:prstGeom>
          <a:solidFill>
            <a:srgbClr val="DDEBF8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6" name="inference::inference-title"/>
          <p:cNvSpPr txBox="1"/>
          <p:nvPr/>
        </p:nvSpPr>
        <p:spPr>
          <a:xfrm rot="5400000">
            <a:off x="3575304" y="411480"/>
            <a:ext cx="411480" cy="17373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Inference</a:t>
            </a:r>
          </a:p>
        </p:txBody>
      </p:sp>
      <p:sp>
        <p:nvSpPr>
          <p:cNvPr id="997" name="inference::pretrained-model-strip"/>
          <p:cNvSpPr/>
          <p:nvPr/>
        </p:nvSpPr>
        <p:spPr>
          <a:xfrm>
            <a:off x="4315968" y="475488"/>
            <a:ext cx="722376" cy="3200400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8" name="inference::pretrained-model-label"/>
          <p:cNvSpPr txBox="1"/>
          <p:nvPr/>
        </p:nvSpPr>
        <p:spPr>
          <a:xfrm rot="5400000">
            <a:off x="4453128" y="1042415"/>
            <a:ext cx="457200" cy="2432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Pretrained </a:t>
            </a:r>
            <a:r>
              <a:rPr sz="244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h</a:t>
            </a:r>
            <a:r>
              <a:rPr sz="1591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ptm</a:t>
            </a:r>
          </a:p>
        </p:txBody>
      </p:sp>
      <p:sp>
        <p:nvSpPr>
          <p:cNvPr id="999" name="inference::inference-head-panel"/>
          <p:cNvSpPr/>
          <p:nvPr/>
        </p:nvSpPr>
        <p:spPr>
          <a:xfrm>
            <a:off x="5276088" y="475488"/>
            <a:ext cx="1536192" cy="3200400"/>
          </a:xfrm>
          <a:prstGeom prst="rect">
            <a:avLst/>
          </a:prstGeom>
          <a:solidFill>
            <a:srgbClr val="B4C8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0" name="inference::g-omega-label"/>
          <p:cNvSpPr txBox="1"/>
          <p:nvPr/>
        </p:nvSpPr>
        <p:spPr>
          <a:xfrm>
            <a:off x="5669280" y="457200"/>
            <a:ext cx="804672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g</a:t>
            </a:r>
            <a:r>
              <a:rPr sz="1909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ω</a:t>
            </a:r>
          </a:p>
        </p:txBody>
      </p:sp>
      <p:sp>
        <p:nvSpPr>
          <p:cNvPr id="1001" name="inference::mlp-frame"/>
          <p:cNvSpPr/>
          <p:nvPr/>
        </p:nvSpPr>
        <p:spPr>
          <a:xfrm>
            <a:off x="5431536" y="950976"/>
            <a:ext cx="484632" cy="2532888"/>
          </a:xfrm>
          <a:prstGeom prst="rect">
            <a:avLst/>
          </a:prstGeom>
          <a:solidFill>
            <a:srgbClr val="FFFFFF"/>
          </a:solidFill>
          <a:ln w="36576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2" name="inference::mlp-fill"/>
          <p:cNvSpPr/>
          <p:nvPr/>
        </p:nvSpPr>
        <p:spPr>
          <a:xfrm>
            <a:off x="5495544" y="1014984"/>
            <a:ext cx="356616" cy="2404872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inference::mlp-label"/>
          <p:cNvSpPr txBox="1"/>
          <p:nvPr/>
        </p:nvSpPr>
        <p:spPr>
          <a:xfrm rot="5400000">
            <a:off x="5458968" y="1792224"/>
            <a:ext cx="420624" cy="8412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MLP</a:t>
            </a:r>
          </a:p>
        </p:txBody>
      </p:sp>
      <p:sp>
        <p:nvSpPr>
          <p:cNvPr id="1004" name="inference::classifier-stack"/>
          <p:cNvSpPr/>
          <p:nvPr/>
        </p:nvSpPr>
        <p:spPr>
          <a:xfrm>
            <a:off x="6217920" y="950976"/>
            <a:ext cx="484632" cy="2532888"/>
          </a:xfrm>
          <a:prstGeom prst="rect">
            <a:avLst/>
          </a:prstGeom>
          <a:solidFill>
            <a:srgbClr val="FFFFFF"/>
          </a:solidFill>
          <a:ln w="36576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nference::classifier-node-1"/>
          <p:cNvSpPr/>
          <p:nvPr/>
        </p:nvSpPr>
        <p:spPr>
          <a:xfrm>
            <a:off x="6327648" y="1033271"/>
            <a:ext cx="256032" cy="256032"/>
          </a:xfrm>
          <a:prstGeom prst="ellipse">
            <a:avLst/>
          </a:prstGeom>
          <a:solidFill>
            <a:srgbClr val="9DC3E6"/>
          </a:solidFill>
          <a:ln w="10972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inference::classifier-node-2"/>
          <p:cNvSpPr/>
          <p:nvPr/>
        </p:nvSpPr>
        <p:spPr>
          <a:xfrm>
            <a:off x="6327648" y="1453896"/>
            <a:ext cx="256032" cy="256032"/>
          </a:xfrm>
          <a:prstGeom prst="ellipse">
            <a:avLst/>
          </a:prstGeom>
          <a:solidFill>
            <a:srgbClr val="9DC3E6"/>
          </a:solidFill>
          <a:ln w="10972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inference::classifier-node-3"/>
          <p:cNvSpPr/>
          <p:nvPr/>
        </p:nvSpPr>
        <p:spPr>
          <a:xfrm>
            <a:off x="6327648" y="1874519"/>
            <a:ext cx="256032" cy="256032"/>
          </a:xfrm>
          <a:prstGeom prst="ellipse">
            <a:avLst/>
          </a:prstGeom>
          <a:solidFill>
            <a:srgbClr val="9DC3E6"/>
          </a:solidFill>
          <a:ln w="10972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inference::classifier-node-4"/>
          <p:cNvSpPr/>
          <p:nvPr/>
        </p:nvSpPr>
        <p:spPr>
          <a:xfrm>
            <a:off x="6327648" y="2706624"/>
            <a:ext cx="256032" cy="256032"/>
          </a:xfrm>
          <a:prstGeom prst="ellipse">
            <a:avLst/>
          </a:prstGeom>
          <a:solidFill>
            <a:srgbClr val="9DC3E6"/>
          </a:solidFill>
          <a:ln w="10972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inference::classifier-node-5"/>
          <p:cNvSpPr/>
          <p:nvPr/>
        </p:nvSpPr>
        <p:spPr>
          <a:xfrm>
            <a:off x="6327648" y="3118104"/>
            <a:ext cx="256032" cy="256032"/>
          </a:xfrm>
          <a:prstGeom prst="ellipse">
            <a:avLst/>
          </a:prstGeom>
          <a:solidFill>
            <a:srgbClr val="9DC3E6"/>
          </a:solidFill>
          <a:ln w="10972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inference::classifier-ellipsis"/>
          <p:cNvSpPr txBox="1"/>
          <p:nvPr/>
        </p:nvSpPr>
        <p:spPr>
          <a:xfrm>
            <a:off x="6300216" y="2176272"/>
            <a:ext cx="329184" cy="5303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⋮</a:t>
            </a:r>
          </a:p>
        </p:txBody>
      </p:sp>
      <p:sp>
        <p:nvSpPr>
          <p:cNvPr id="1011" name="inference::inferred-task-id-heading"/>
          <p:cNvSpPr txBox="1"/>
          <p:nvPr/>
        </p:nvSpPr>
        <p:spPr>
          <a:xfrm>
            <a:off x="6931152" y="1801368"/>
            <a:ext cx="713232" cy="393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Task</a:t>
            </a:r>
          </a:p>
        </p:txBody>
      </p:sp>
      <p:sp>
        <p:nvSpPr>
          <p:cNvPr id="1012" name="inference::inferred-task-id-formula"/>
          <p:cNvSpPr txBox="1"/>
          <p:nvPr/>
        </p:nvSpPr>
        <p:spPr>
          <a:xfrm>
            <a:off x="6931152" y="2176272"/>
            <a:ext cx="713232" cy="393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ID </a:t>
            </a:r>
            <a:r>
              <a:rPr sz="244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</a:t>
            </a:r>
            <a:r>
              <a:rPr sz="1664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f</a:t>
            </a:r>
          </a:p>
        </p:txBody>
      </p:sp>
      <p:sp>
        <p:nvSpPr>
          <p:cNvPr id="1013" name="inference-lock::inference-lock-lock-shackle"/>
          <p:cNvSpPr/>
          <p:nvPr/>
        </p:nvSpPr>
        <p:spPr>
          <a:xfrm>
            <a:off x="4566513" y="576072"/>
            <a:ext cx="246888" cy="266639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inference-lock::inference-lock-lock-opening"/>
          <p:cNvSpPr/>
          <p:nvPr/>
        </p:nvSpPr>
        <p:spPr>
          <a:xfrm>
            <a:off x="4625766" y="635325"/>
            <a:ext cx="128381" cy="177759"/>
          </a:xfrm>
          <a:prstGeom prst="round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inference-lock::inference-lock-lock-body"/>
          <p:cNvSpPr/>
          <p:nvPr/>
        </p:nvSpPr>
        <p:spPr>
          <a:xfrm>
            <a:off x="4517136" y="743955"/>
            <a:ext cx="345643" cy="296265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inference-lock::inference-lock-lock-keyhole"/>
          <p:cNvSpPr/>
          <p:nvPr/>
        </p:nvSpPr>
        <p:spPr>
          <a:xfrm>
            <a:off x="4665268" y="842711"/>
            <a:ext cx="49377" cy="59253"/>
          </a:xfrm>
          <a:prstGeom prst="ellipse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inference-lock::inference-lock-lock-keyhole-stem"/>
          <p:cNvSpPr/>
          <p:nvPr/>
        </p:nvSpPr>
        <p:spPr>
          <a:xfrm>
            <a:off x="4685019" y="882213"/>
            <a:ext cx="19751" cy="69128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8" name="inference-connectors::pretrained-to-mlp"/>
          <p:cNvCxnSpPr/>
          <p:nvPr/>
        </p:nvCxnSpPr>
        <p:spPr>
          <a:xfrm>
            <a:off x="5038344" y="2231136"/>
            <a:ext cx="393192" cy="0"/>
          </a:xfrm>
          <a:prstGeom prst="line">
            <a:avLst/>
          </a:prstGeom>
          <a:ln w="30175">
            <a:solidFill>
              <a:srgbClr val="000000"/>
            </a:solidFill>
            <a:prstDash val="solid"/>
          </a:ln>
          <a:effectLst/>
        </p:spPr>
      </p:cxnSp>
      <p:sp>
        <p:nvSpPr>
          <p:cNvPr id="1019" name="inference-connectors::pretrained-to-mlp::head"/>
          <p:cNvSpPr/>
          <p:nvPr/>
        </p:nvSpPr>
        <p:spPr>
          <a:xfrm rot="5400000">
            <a:off x="5353812" y="2153412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20" name="inference-connectors::mlp-to-classifier"/>
          <p:cNvCxnSpPr/>
          <p:nvPr/>
        </p:nvCxnSpPr>
        <p:spPr>
          <a:xfrm>
            <a:off x="5916168" y="2231136"/>
            <a:ext cx="301752" cy="0"/>
          </a:xfrm>
          <a:prstGeom prst="line">
            <a:avLst/>
          </a:prstGeom>
          <a:ln w="30175">
            <a:solidFill>
              <a:srgbClr val="000000"/>
            </a:solidFill>
            <a:prstDash val="solid"/>
          </a:ln>
          <a:effectLst/>
        </p:spPr>
      </p:cxnSp>
      <p:sp>
        <p:nvSpPr>
          <p:cNvPr id="1021" name="inference-connectors::mlp-to-classifier::head"/>
          <p:cNvSpPr/>
          <p:nvPr/>
        </p:nvSpPr>
        <p:spPr>
          <a:xfrm rot="5400000">
            <a:off x="6140196" y="2153412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22" name="inference-connectors::classifier-to-task-id"/>
          <p:cNvCxnSpPr/>
          <p:nvPr/>
        </p:nvCxnSpPr>
        <p:spPr>
          <a:xfrm>
            <a:off x="6702552" y="2231136"/>
            <a:ext cx="265176" cy="0"/>
          </a:xfrm>
          <a:prstGeom prst="line">
            <a:avLst/>
          </a:prstGeom>
          <a:ln w="30175">
            <a:solidFill>
              <a:srgbClr val="000000"/>
            </a:solidFill>
            <a:prstDash val="solid"/>
          </a:ln>
          <a:effectLst/>
        </p:spPr>
      </p:cxnSp>
      <p:sp>
        <p:nvSpPr>
          <p:cNvPr id="1023" name="inference-connectors::classifier-to-task-id::head"/>
          <p:cNvSpPr/>
          <p:nvPr/>
        </p:nvSpPr>
        <p:spPr>
          <a:xfrm rot="5400000">
            <a:off x="6890004" y="2153412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upper-connectors::initial-matching-title"/>
          <p:cNvSpPr txBox="1"/>
          <p:nvPr/>
        </p:nvSpPr>
        <p:spPr>
          <a:xfrm rot="5400000">
            <a:off x="7772400" y="393192"/>
            <a:ext cx="402336" cy="265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Initial Matching</a:t>
            </a:r>
          </a:p>
        </p:txBody>
      </p:sp>
      <p:sp>
        <p:nvSpPr>
          <p:cNvPr id="1025" name="upper-connectors::inference-to-matching-arrow"/>
          <p:cNvSpPr/>
          <p:nvPr/>
        </p:nvSpPr>
        <p:spPr>
          <a:xfrm>
            <a:off x="7717536" y="2880360"/>
            <a:ext cx="557784" cy="512064"/>
          </a:xfrm>
          <a:prstGeom prst="rightArrow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upper-connectors::inference-to-training-arrow"/>
          <p:cNvSpPr/>
          <p:nvPr/>
        </p:nvSpPr>
        <p:spPr>
          <a:xfrm>
            <a:off x="6281928" y="3758184"/>
            <a:ext cx="466344" cy="640080"/>
          </a:xfrm>
          <a:prstGeom prst="downArrow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initial-matching::initial-matching-panel"/>
          <p:cNvSpPr/>
          <p:nvPr/>
        </p:nvSpPr>
        <p:spPr>
          <a:xfrm>
            <a:off x="8275320" y="310896"/>
            <a:ext cx="4800600" cy="3630168"/>
          </a:xfrm>
          <a:prstGeom prst="rect">
            <a:avLst/>
          </a:prstGeom>
          <a:solidFill>
            <a:srgbClr val="FBE5D7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initial-matching::initial-parameter-pool"/>
          <p:cNvSpPr/>
          <p:nvPr/>
        </p:nvSpPr>
        <p:spPr>
          <a:xfrm>
            <a:off x="8549640" y="438912"/>
            <a:ext cx="3858768" cy="1261872"/>
          </a:xfrm>
          <a:prstGeom prst="rect">
            <a:avLst/>
          </a:prstGeom>
          <a:solidFill>
            <a:srgbClr val="DADADA"/>
          </a:solidFill>
          <a:ln w="36576">
            <a:solidFill>
              <a:srgbClr val="17365D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29" name="initial-matching::initial-pool-divider"/>
          <p:cNvCxnSpPr/>
          <p:nvPr/>
        </p:nvCxnSpPr>
        <p:spPr>
          <a:xfrm>
            <a:off x="9729216" y="438912"/>
            <a:ext cx="0" cy="1261872"/>
          </a:xfrm>
          <a:prstGeom prst="line">
            <a:avLst/>
          </a:prstGeom>
          <a:ln w="36576">
            <a:solidFill>
              <a:srgbClr val="17365D"/>
            </a:solidFill>
            <a:prstDash val="solid"/>
          </a:ln>
          <a:effectLst/>
        </p:spPr>
      </p:cxnSp>
      <p:sp>
        <p:nvSpPr>
          <p:cNvPr id="1030" name="initial-matching::initial-pool-label"/>
          <p:cNvSpPr txBox="1"/>
          <p:nvPr/>
        </p:nvSpPr>
        <p:spPr>
          <a:xfrm>
            <a:off x="8631936" y="576072"/>
            <a:ext cx="1024128" cy="1005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Param.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Pool P</a:t>
            </a:r>
          </a:p>
        </p:txBody>
      </p:sp>
      <p:sp>
        <p:nvSpPr>
          <p:cNvPr id="1031" name="initial-matching::initial-parameter-1"/>
          <p:cNvSpPr/>
          <p:nvPr/>
        </p:nvSpPr>
        <p:spPr>
          <a:xfrm>
            <a:off x="9802368" y="539496"/>
            <a:ext cx="347472" cy="987552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initial-matching::initial-parameter-2"/>
          <p:cNvSpPr/>
          <p:nvPr/>
        </p:nvSpPr>
        <p:spPr>
          <a:xfrm>
            <a:off x="10195560" y="539496"/>
            <a:ext cx="347472" cy="987552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initial-matching::initial-parameter-3"/>
          <p:cNvSpPr/>
          <p:nvPr/>
        </p:nvSpPr>
        <p:spPr>
          <a:xfrm>
            <a:off x="10588752" y="539496"/>
            <a:ext cx="347472" cy="987552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initial-matching::initial-parameter-4"/>
          <p:cNvSpPr/>
          <p:nvPr/>
        </p:nvSpPr>
        <p:spPr>
          <a:xfrm>
            <a:off x="11576304" y="539496"/>
            <a:ext cx="347472" cy="987552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initial-matching::initial-parameter-5"/>
          <p:cNvSpPr/>
          <p:nvPr/>
        </p:nvSpPr>
        <p:spPr>
          <a:xfrm>
            <a:off x="11969496" y="539496"/>
            <a:ext cx="347472" cy="987552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initial-matching::initial-pool-ellipsis"/>
          <p:cNvSpPr txBox="1"/>
          <p:nvPr/>
        </p:nvSpPr>
        <p:spPr>
          <a:xfrm>
            <a:off x="10908792" y="731520"/>
            <a:ext cx="676656" cy="6217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24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⋯</a:t>
            </a:r>
          </a:p>
        </p:txBody>
      </p:sp>
      <p:sp>
        <p:nvSpPr>
          <p:cNvPr id="1037" name="initial-matching::selected-parameter-box"/>
          <p:cNvSpPr/>
          <p:nvPr/>
        </p:nvSpPr>
        <p:spPr>
          <a:xfrm>
            <a:off x="9902952" y="2148840"/>
            <a:ext cx="2505456" cy="612648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17365D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initial-matching::selected-parameter-label"/>
          <p:cNvSpPr txBox="1"/>
          <p:nvPr/>
        </p:nvSpPr>
        <p:spPr>
          <a:xfrm>
            <a:off x="10058400" y="2212848"/>
            <a:ext cx="2194560" cy="4754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Selected p</a:t>
            </a:r>
          </a:p>
        </p:txBody>
      </p:sp>
      <p:pic>
        <p:nvPicPr>
          <p:cNvPr id="1039" name="initial-matching::matching-cat-photo" descr="matching_c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1792224"/>
            <a:ext cx="1042415" cy="1097280"/>
          </a:xfrm>
          <a:prstGeom prst="rect">
            <a:avLst/>
          </a:prstGeom>
          <a:effectLst/>
        </p:spPr>
      </p:pic>
      <p:sp>
        <p:nvSpPr>
          <p:cNvPr id="1040" name="initial-matching::matching-pretrained-backbone"/>
          <p:cNvSpPr/>
          <p:nvPr/>
        </p:nvSpPr>
        <p:spPr>
          <a:xfrm>
            <a:off x="8549640" y="3154680"/>
            <a:ext cx="3913632" cy="557784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initial-matching::matching-backbone-label"/>
          <p:cNvSpPr txBox="1"/>
          <p:nvPr/>
        </p:nvSpPr>
        <p:spPr>
          <a:xfrm>
            <a:off x="9509760" y="3200400"/>
            <a:ext cx="2788920" cy="4754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Pretrained </a:t>
            </a:r>
            <a:r>
              <a:rPr sz="244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h</a:t>
            </a:r>
            <a:r>
              <a:rPr sz="1591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ptm</a:t>
            </a:r>
          </a:p>
        </p:txBody>
      </p:sp>
      <p:sp>
        <p:nvSpPr>
          <p:cNvPr id="1042" name="initial-matching::rematching-return-box"/>
          <p:cNvSpPr/>
          <p:nvPr/>
        </p:nvSpPr>
        <p:spPr>
          <a:xfrm>
            <a:off x="12518136" y="987552"/>
            <a:ext cx="475488" cy="2020824"/>
          </a:xfrm>
          <a:prstGeom prst="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initial-matching::rematching-return-label"/>
          <p:cNvSpPr txBox="1"/>
          <p:nvPr/>
        </p:nvSpPr>
        <p:spPr>
          <a:xfrm rot="5400000">
            <a:off x="12536424" y="1014984"/>
            <a:ext cx="438912" cy="195681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FF0000"/>
                </a:solidFill>
                <a:latin typeface="Liberation Serif"/>
                <a:ea typeface="Liberation Serif"/>
                <a:cs typeface="Liberation Serif"/>
              </a:rPr>
              <a:t>Rematching</a:t>
            </a:r>
          </a:p>
        </p:txBody>
      </p:sp>
      <p:sp>
        <p:nvSpPr>
          <p:cNvPr id="1044" name="initial-matching::selected-task-label"/>
          <p:cNvSpPr txBox="1"/>
          <p:nvPr/>
        </p:nvSpPr>
        <p:spPr>
          <a:xfrm>
            <a:off x="12637008" y="384048"/>
            <a:ext cx="384048" cy="4937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</a:t>
            </a:r>
            <a:r>
              <a:rPr sz="1664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s</a:t>
            </a:r>
          </a:p>
        </p:txBody>
      </p:sp>
      <p:cxnSp>
        <p:nvCxnSpPr>
          <p:cNvPr id="1045" name="initial-matching-connectors::pool-to-selected"/>
          <p:cNvCxnSpPr/>
          <p:nvPr/>
        </p:nvCxnSpPr>
        <p:spPr>
          <a:xfrm>
            <a:off x="11146536" y="1700784"/>
            <a:ext cx="0" cy="347472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046" name="initial-matching-connectors::pool-to-selected::head"/>
          <p:cNvSpPr/>
          <p:nvPr/>
        </p:nvSpPr>
        <p:spPr>
          <a:xfrm rot="10800000">
            <a:off x="11064240" y="1965960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7" name="initial-matching-connectors::matching-photo-to-backbone"/>
          <p:cNvCxnSpPr/>
          <p:nvPr/>
        </p:nvCxnSpPr>
        <p:spPr>
          <a:xfrm>
            <a:off x="9116568" y="2889504"/>
            <a:ext cx="0" cy="256032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048" name="initial-matching-connectors::matching-photo-to-backbone::head"/>
          <p:cNvSpPr/>
          <p:nvPr/>
        </p:nvSpPr>
        <p:spPr>
          <a:xfrm rot="10800000">
            <a:off x="9034272" y="3063240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49" name="initial-matching-connectors::selected-to-backbone"/>
          <p:cNvCxnSpPr/>
          <p:nvPr/>
        </p:nvCxnSpPr>
        <p:spPr>
          <a:xfrm>
            <a:off x="11146536" y="2761488"/>
            <a:ext cx="0" cy="384048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050" name="initial-matching-connectors::selected-to-backbone::head"/>
          <p:cNvSpPr/>
          <p:nvPr/>
        </p:nvSpPr>
        <p:spPr>
          <a:xfrm rot="10800000">
            <a:off x="11064240" y="3063240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1" name="initial-matching-connectors::rematching-return-to-pool-segment-1"/>
          <p:cNvCxnSpPr/>
          <p:nvPr/>
        </p:nvCxnSpPr>
        <p:spPr>
          <a:xfrm flipV="1">
            <a:off x="12993624" y="594360"/>
            <a:ext cx="0" cy="393192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cxnSp>
        <p:nvCxnSpPr>
          <p:cNvPr id="1052" name="initial-matching-connectors::rematching-return-to-pool-head"/>
          <p:cNvCxnSpPr/>
          <p:nvPr/>
        </p:nvCxnSpPr>
        <p:spPr>
          <a:xfrm flipH="1">
            <a:off x="12435840" y="594360"/>
            <a:ext cx="557784" cy="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053" name="initial-matching-connectors::rematching-return-to-pool-head::head"/>
          <p:cNvSpPr/>
          <p:nvPr/>
        </p:nvSpPr>
        <p:spPr>
          <a:xfrm rot="16200000">
            <a:off x="12353544" y="512064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54" name="initial-matching-connectors::backbone-to-rematching-return-segment-1"/>
          <p:cNvCxnSpPr/>
          <p:nvPr/>
        </p:nvCxnSpPr>
        <p:spPr>
          <a:xfrm>
            <a:off x="12463272" y="3438144"/>
            <a:ext cx="292608" cy="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cxnSp>
        <p:nvCxnSpPr>
          <p:cNvPr id="1055" name="initial-matching-connectors::backbone-to-rematching-return-head"/>
          <p:cNvCxnSpPr/>
          <p:nvPr/>
        </p:nvCxnSpPr>
        <p:spPr>
          <a:xfrm flipV="1">
            <a:off x="12755880" y="3008376"/>
            <a:ext cx="0" cy="429768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056" name="initial-matching-connectors::backbone-to-rematching-return-head::head"/>
          <p:cNvSpPr/>
          <p:nvPr/>
        </p:nvSpPr>
        <p:spPr>
          <a:xfrm>
            <a:off x="12673584" y="2926080"/>
            <a:ext cx="164592" cy="164592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matching-lock::matching-lock-lock-shackle"/>
          <p:cNvSpPr/>
          <p:nvPr/>
        </p:nvSpPr>
        <p:spPr>
          <a:xfrm>
            <a:off x="9094622" y="3236976"/>
            <a:ext cx="210312" cy="22713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matching-lock::matching-lock-lock-opening"/>
          <p:cNvSpPr/>
          <p:nvPr/>
        </p:nvSpPr>
        <p:spPr>
          <a:xfrm>
            <a:off x="9145097" y="3287450"/>
            <a:ext cx="109362" cy="151424"/>
          </a:xfrm>
          <a:prstGeom prst="round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matching-lock::matching-lock-lock-body"/>
          <p:cNvSpPr/>
          <p:nvPr/>
        </p:nvSpPr>
        <p:spPr>
          <a:xfrm>
            <a:off x="9052560" y="3379988"/>
            <a:ext cx="294436" cy="252374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matching-lock::matching-lock-lock-keyhole"/>
          <p:cNvSpPr/>
          <p:nvPr/>
        </p:nvSpPr>
        <p:spPr>
          <a:xfrm>
            <a:off x="9178747" y="3464112"/>
            <a:ext cx="42062" cy="50474"/>
          </a:xfrm>
          <a:prstGeom prst="ellipse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matching-lock::matching-lock-lock-keyhole-stem"/>
          <p:cNvSpPr/>
          <p:nvPr/>
        </p:nvSpPr>
        <p:spPr>
          <a:xfrm>
            <a:off x="9195572" y="3497762"/>
            <a:ext cx="16824" cy="58887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training::training-panel"/>
          <p:cNvSpPr/>
          <p:nvPr/>
        </p:nvSpPr>
        <p:spPr>
          <a:xfrm>
            <a:off x="4087368" y="4462272"/>
            <a:ext cx="8997696" cy="3639312"/>
          </a:xfrm>
          <a:prstGeom prst="rect">
            <a:avLst/>
          </a:prstGeom>
          <a:solidFill>
            <a:srgbClr val="DDEBF8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training::training-title"/>
          <p:cNvSpPr txBox="1"/>
          <p:nvPr/>
        </p:nvSpPr>
        <p:spPr>
          <a:xfrm rot="5400000">
            <a:off x="3566160" y="4608576"/>
            <a:ext cx="420624" cy="189280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064" name="training::cirp-title"/>
          <p:cNvSpPr txBox="1"/>
          <p:nvPr/>
        </p:nvSpPr>
        <p:spPr>
          <a:xfrm rot="16200000">
            <a:off x="3511296" y="6739128"/>
            <a:ext cx="429768" cy="11155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FF0000"/>
                </a:solidFill>
                <a:latin typeface="Liberation Serif"/>
                <a:ea typeface="Liberation Serif"/>
                <a:cs typeface="Liberation Serif"/>
              </a:rPr>
              <a:t>CIRP</a:t>
            </a:r>
          </a:p>
        </p:txBody>
      </p:sp>
      <p:sp>
        <p:nvSpPr>
          <p:cNvPr id="1065" name="training::cirp-background"/>
          <p:cNvSpPr/>
          <p:nvPr/>
        </p:nvSpPr>
        <p:spPr>
          <a:xfrm>
            <a:off x="4370832" y="4526280"/>
            <a:ext cx="4087368" cy="3429000"/>
          </a:xfrm>
          <a:prstGeom prst="rect">
            <a:avLst/>
          </a:prstGeom>
          <a:solidFill>
            <a:srgbClr val="FBE5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6" name="training-histogram::histogram-x-axis"/>
          <p:cNvCxnSpPr/>
          <p:nvPr/>
        </p:nvCxnSpPr>
        <p:spPr>
          <a:xfrm>
            <a:off x="4718304" y="5394960"/>
            <a:ext cx="3447288" cy="0"/>
          </a:xfrm>
          <a:prstGeom prst="line">
            <a:avLst/>
          </a:prstGeom>
          <a:ln w="32004">
            <a:solidFill>
              <a:srgbClr val="000000"/>
            </a:solidFill>
            <a:prstDash val="solid"/>
          </a:ln>
          <a:effectLst/>
        </p:spPr>
      </p:cxnSp>
      <p:sp>
        <p:nvSpPr>
          <p:cNvPr id="1067" name="training-histogram::histogram-x-axis::head"/>
          <p:cNvSpPr/>
          <p:nvPr/>
        </p:nvSpPr>
        <p:spPr>
          <a:xfrm rot="5400000">
            <a:off x="8087868" y="5317236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68" name="training-histogram::histogram-y-axis"/>
          <p:cNvCxnSpPr/>
          <p:nvPr/>
        </p:nvCxnSpPr>
        <p:spPr>
          <a:xfrm flipV="1">
            <a:off x="4718304" y="4764024"/>
            <a:ext cx="0" cy="630936"/>
          </a:xfrm>
          <a:prstGeom prst="line">
            <a:avLst/>
          </a:prstGeom>
          <a:ln w="32004">
            <a:solidFill>
              <a:srgbClr val="000000"/>
            </a:solidFill>
            <a:prstDash val="solid"/>
          </a:ln>
          <a:effectLst/>
        </p:spPr>
      </p:cxnSp>
      <p:sp>
        <p:nvSpPr>
          <p:cNvPr id="1069" name="training-histogram::histogram-y-axis::head"/>
          <p:cNvSpPr/>
          <p:nvPr/>
        </p:nvSpPr>
        <p:spPr>
          <a:xfrm>
            <a:off x="4640580" y="4686300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training-histogram::distribution-axis-label"/>
          <p:cNvSpPr txBox="1"/>
          <p:nvPr/>
        </p:nvSpPr>
        <p:spPr>
          <a:xfrm>
            <a:off x="4352544" y="4626864"/>
            <a:ext cx="502920" cy="521207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64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</a:t>
            </a:r>
          </a:p>
        </p:txBody>
      </p:sp>
      <p:sp>
        <p:nvSpPr>
          <p:cNvPr id="1071" name="training-histogram::histogram-t1"/>
          <p:cNvSpPr txBox="1"/>
          <p:nvPr/>
        </p:nvSpPr>
        <p:spPr>
          <a:xfrm>
            <a:off x="4892040" y="4572000"/>
            <a:ext cx="594360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1</a:t>
            </a:r>
          </a:p>
        </p:txBody>
      </p:sp>
      <p:sp>
        <p:nvSpPr>
          <p:cNvPr id="1072" name="training-histogram::histogram-t2"/>
          <p:cNvSpPr txBox="1"/>
          <p:nvPr/>
        </p:nvSpPr>
        <p:spPr>
          <a:xfrm>
            <a:off x="5623560" y="4572000"/>
            <a:ext cx="594360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2</a:t>
            </a:r>
          </a:p>
        </p:txBody>
      </p:sp>
      <p:sp>
        <p:nvSpPr>
          <p:cNvPr id="1073" name="training-histogram::histogram-t3"/>
          <p:cNvSpPr txBox="1"/>
          <p:nvPr/>
        </p:nvSpPr>
        <p:spPr>
          <a:xfrm>
            <a:off x="6254496" y="4572000"/>
            <a:ext cx="594360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3</a:t>
            </a:r>
          </a:p>
        </p:txBody>
      </p:sp>
      <p:sp>
        <p:nvSpPr>
          <p:cNvPr id="1074" name="training-histogram::histogram-last-task"/>
          <p:cNvSpPr txBox="1"/>
          <p:nvPr/>
        </p:nvSpPr>
        <p:spPr>
          <a:xfrm>
            <a:off x="6885432" y="4572000"/>
            <a:ext cx="1152144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⋯ T</a:t>
            </a:r>
            <a:r>
              <a:rPr sz="1591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t−1</a:t>
            </a:r>
          </a:p>
        </p:txBody>
      </p:sp>
      <p:sp>
        <p:nvSpPr>
          <p:cNvPr id="1075" name="training-histogram::histogram-bin-1"/>
          <p:cNvSpPr/>
          <p:nvPr/>
        </p:nvSpPr>
        <p:spPr>
          <a:xfrm>
            <a:off x="4809744" y="5010912"/>
            <a:ext cx="155448" cy="374904"/>
          </a:xfrm>
          <a:prstGeom prst="rect">
            <a:avLst/>
          </a:prstGeom>
          <a:solidFill>
            <a:srgbClr val="E2F0D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training-histogram::histogram-bin-2"/>
          <p:cNvSpPr/>
          <p:nvPr/>
        </p:nvSpPr>
        <p:spPr>
          <a:xfrm>
            <a:off x="4974336" y="4864608"/>
            <a:ext cx="155448" cy="521207"/>
          </a:xfrm>
          <a:prstGeom prst="rect">
            <a:avLst/>
          </a:prstGeom>
          <a:solidFill>
            <a:srgbClr val="E2F0D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training-histogram::histogram-bin-3"/>
          <p:cNvSpPr/>
          <p:nvPr/>
        </p:nvSpPr>
        <p:spPr>
          <a:xfrm>
            <a:off x="5138928" y="5010912"/>
            <a:ext cx="155448" cy="374904"/>
          </a:xfrm>
          <a:prstGeom prst="rect">
            <a:avLst/>
          </a:prstGeom>
          <a:solidFill>
            <a:srgbClr val="E2F0D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training-histogram::histogram-bin-4"/>
          <p:cNvSpPr/>
          <p:nvPr/>
        </p:nvSpPr>
        <p:spPr>
          <a:xfrm>
            <a:off x="5303520" y="5120640"/>
            <a:ext cx="155448" cy="265176"/>
          </a:xfrm>
          <a:prstGeom prst="rect">
            <a:avLst/>
          </a:prstGeom>
          <a:solidFill>
            <a:srgbClr val="E2F0D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training-histogram::histogram-bin-5"/>
          <p:cNvSpPr/>
          <p:nvPr/>
        </p:nvSpPr>
        <p:spPr>
          <a:xfrm>
            <a:off x="5586984" y="5120640"/>
            <a:ext cx="155448" cy="265176"/>
          </a:xfrm>
          <a:prstGeom prst="rect">
            <a:avLst/>
          </a:prstGeom>
          <a:solidFill>
            <a:srgbClr val="FBE5D7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training-histogram::histogram-bin-6"/>
          <p:cNvSpPr/>
          <p:nvPr/>
        </p:nvSpPr>
        <p:spPr>
          <a:xfrm>
            <a:off x="5751576" y="5193792"/>
            <a:ext cx="155448" cy="192024"/>
          </a:xfrm>
          <a:prstGeom prst="rect">
            <a:avLst/>
          </a:prstGeom>
          <a:solidFill>
            <a:srgbClr val="FBE5D7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training-histogram::histogram-bin-7"/>
          <p:cNvSpPr/>
          <p:nvPr/>
        </p:nvSpPr>
        <p:spPr>
          <a:xfrm>
            <a:off x="5916168" y="5102352"/>
            <a:ext cx="155448" cy="283464"/>
          </a:xfrm>
          <a:prstGeom prst="rect">
            <a:avLst/>
          </a:prstGeom>
          <a:solidFill>
            <a:srgbClr val="FBE5D7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training-histogram::histogram-bin-8"/>
          <p:cNvSpPr/>
          <p:nvPr/>
        </p:nvSpPr>
        <p:spPr>
          <a:xfrm>
            <a:off x="6080760" y="5102352"/>
            <a:ext cx="155448" cy="283464"/>
          </a:xfrm>
          <a:prstGeom prst="rect">
            <a:avLst/>
          </a:prstGeom>
          <a:solidFill>
            <a:srgbClr val="FBE5D7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training-histogram::histogram-bin-9"/>
          <p:cNvSpPr/>
          <p:nvPr/>
        </p:nvSpPr>
        <p:spPr>
          <a:xfrm>
            <a:off x="6345936" y="5010912"/>
            <a:ext cx="155448" cy="374904"/>
          </a:xfrm>
          <a:prstGeom prst="rect">
            <a:avLst/>
          </a:prstGeom>
          <a:solidFill>
            <a:srgbClr val="B4C8E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training-histogram::histogram-bin-10"/>
          <p:cNvSpPr/>
          <p:nvPr/>
        </p:nvSpPr>
        <p:spPr>
          <a:xfrm>
            <a:off x="6510528" y="4754880"/>
            <a:ext cx="155448" cy="630936"/>
          </a:xfrm>
          <a:prstGeom prst="rect">
            <a:avLst/>
          </a:prstGeom>
          <a:solidFill>
            <a:srgbClr val="B4C8E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training-histogram::histogram-bin-11"/>
          <p:cNvSpPr/>
          <p:nvPr/>
        </p:nvSpPr>
        <p:spPr>
          <a:xfrm>
            <a:off x="6675120" y="4919472"/>
            <a:ext cx="155448" cy="466344"/>
          </a:xfrm>
          <a:prstGeom prst="rect">
            <a:avLst/>
          </a:prstGeom>
          <a:solidFill>
            <a:srgbClr val="B4C8E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training-histogram::histogram-bin-12"/>
          <p:cNvSpPr/>
          <p:nvPr/>
        </p:nvSpPr>
        <p:spPr>
          <a:xfrm>
            <a:off x="6839712" y="5038344"/>
            <a:ext cx="155448" cy="347472"/>
          </a:xfrm>
          <a:prstGeom prst="rect">
            <a:avLst/>
          </a:prstGeom>
          <a:solidFill>
            <a:srgbClr val="B4C8E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training-histogram::histogram-bin-13"/>
          <p:cNvSpPr/>
          <p:nvPr/>
        </p:nvSpPr>
        <p:spPr>
          <a:xfrm>
            <a:off x="7004304" y="5148072"/>
            <a:ext cx="155448" cy="237744"/>
          </a:xfrm>
          <a:prstGeom prst="rect">
            <a:avLst/>
          </a:prstGeom>
          <a:solidFill>
            <a:srgbClr val="B4C8E9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training-histogram::histogram-bin-14"/>
          <p:cNvSpPr/>
          <p:nvPr/>
        </p:nvSpPr>
        <p:spPr>
          <a:xfrm>
            <a:off x="7379208" y="5138928"/>
            <a:ext cx="155448" cy="246888"/>
          </a:xfrm>
          <a:prstGeom prst="rect">
            <a:avLst/>
          </a:prstGeom>
          <a:solidFill>
            <a:srgbClr val="FFFFFF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training-histogram::histogram-bin-15"/>
          <p:cNvSpPr/>
          <p:nvPr/>
        </p:nvSpPr>
        <p:spPr>
          <a:xfrm>
            <a:off x="7543800" y="5010912"/>
            <a:ext cx="155448" cy="374904"/>
          </a:xfrm>
          <a:prstGeom prst="rect">
            <a:avLst/>
          </a:prstGeom>
          <a:solidFill>
            <a:srgbClr val="FFFFFF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training-histogram::histogram-bin-16"/>
          <p:cNvSpPr/>
          <p:nvPr/>
        </p:nvSpPr>
        <p:spPr>
          <a:xfrm>
            <a:off x="7708392" y="5010912"/>
            <a:ext cx="155448" cy="374904"/>
          </a:xfrm>
          <a:prstGeom prst="rect">
            <a:avLst/>
          </a:prstGeom>
          <a:solidFill>
            <a:srgbClr val="FFFFFF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training-histogram::histogram-bin-17"/>
          <p:cNvSpPr/>
          <p:nvPr/>
        </p:nvSpPr>
        <p:spPr>
          <a:xfrm>
            <a:off x="7872983" y="5193792"/>
            <a:ext cx="155448" cy="192024"/>
          </a:xfrm>
          <a:prstGeom prst="rect">
            <a:avLst/>
          </a:prstGeom>
          <a:solidFill>
            <a:srgbClr val="FFFFFF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training-histogram::histogram-bin-18"/>
          <p:cNvSpPr/>
          <p:nvPr/>
        </p:nvSpPr>
        <p:spPr>
          <a:xfrm>
            <a:off x="8037575" y="5248656"/>
            <a:ext cx="109728" cy="137160"/>
          </a:xfrm>
          <a:prstGeom prst="rect">
            <a:avLst/>
          </a:prstGeom>
          <a:solidFill>
            <a:srgbClr val="FFFFFF"/>
          </a:solidFill>
          <a:ln w="16459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training-histogram::histogram-ellipsis"/>
          <p:cNvSpPr txBox="1"/>
          <p:nvPr/>
        </p:nvSpPr>
        <p:spPr>
          <a:xfrm>
            <a:off x="7178040" y="5010912"/>
            <a:ext cx="3200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⋯</a:t>
            </a:r>
          </a:p>
        </p:txBody>
      </p:sp>
      <p:sp>
        <p:nvSpPr>
          <p:cNvPr id="1094" name="training-topk::top-k-down-arrow"/>
          <p:cNvSpPr/>
          <p:nvPr/>
        </p:nvSpPr>
        <p:spPr>
          <a:xfrm>
            <a:off x="6181344" y="5431536"/>
            <a:ext cx="310896" cy="384048"/>
          </a:xfrm>
          <a:prstGeom prst="downArrow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training-topk::top-k-label"/>
          <p:cNvSpPr txBox="1"/>
          <p:nvPr/>
        </p:nvSpPr>
        <p:spPr>
          <a:xfrm>
            <a:off x="6565392" y="5404104"/>
            <a:ext cx="1060704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top-K</a:t>
            </a:r>
          </a:p>
        </p:txBody>
      </p:sp>
      <p:sp>
        <p:nvSpPr>
          <p:cNvPr id="1096" name="training-topk::top-k-selection-box"/>
          <p:cNvSpPr/>
          <p:nvPr/>
        </p:nvSpPr>
        <p:spPr>
          <a:xfrm>
            <a:off x="4425696" y="5806440"/>
            <a:ext cx="3886200" cy="576072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training-topk::top-k-task-set"/>
          <p:cNvSpPr txBox="1"/>
          <p:nvPr/>
        </p:nvSpPr>
        <p:spPr>
          <a:xfrm>
            <a:off x="4590288" y="5852160"/>
            <a:ext cx="3566160" cy="4846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{T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1</a:t>
            </a: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,  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3</a:t>
            </a: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,  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4</a:t>
            </a: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 ⋯ T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j</a:t>
            </a: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}</a:t>
            </a:r>
          </a:p>
        </p:txBody>
      </p:sp>
      <p:sp>
        <p:nvSpPr>
          <p:cNvPr id="1098" name="training-topk::top-k-to-pool-arrow"/>
          <p:cNvSpPr/>
          <p:nvPr/>
        </p:nvSpPr>
        <p:spPr>
          <a:xfrm>
            <a:off x="6181344" y="6391656"/>
            <a:ext cx="310896" cy="384048"/>
          </a:xfrm>
          <a:prstGeom prst="downArrow">
            <a:avLst/>
          </a:prstGeom>
          <a:solidFill>
            <a:srgbClr val="FFFFFF"/>
          </a:solidFill>
          <a:ln w="27432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training-pool::training-parameter-pool"/>
          <p:cNvSpPr/>
          <p:nvPr/>
        </p:nvSpPr>
        <p:spPr>
          <a:xfrm>
            <a:off x="4462272" y="6739128"/>
            <a:ext cx="3849624" cy="1197864"/>
          </a:xfrm>
          <a:prstGeom prst="rect">
            <a:avLst/>
          </a:prstGeom>
          <a:solidFill>
            <a:srgbClr val="DADADA"/>
          </a:solidFill>
          <a:ln w="36576">
            <a:solidFill>
              <a:srgbClr val="17365D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00" name="training-pool::training-pool-divider"/>
          <p:cNvCxnSpPr/>
          <p:nvPr/>
        </p:nvCxnSpPr>
        <p:spPr>
          <a:xfrm>
            <a:off x="5632704" y="6739128"/>
            <a:ext cx="0" cy="1197864"/>
          </a:xfrm>
          <a:prstGeom prst="line">
            <a:avLst/>
          </a:prstGeom>
          <a:ln w="36576">
            <a:solidFill>
              <a:srgbClr val="17365D"/>
            </a:solidFill>
            <a:prstDash val="solid"/>
          </a:ln>
          <a:effectLst/>
        </p:spPr>
      </p:cxnSp>
      <p:sp>
        <p:nvSpPr>
          <p:cNvPr id="1101" name="training-pool::training-pool-label"/>
          <p:cNvSpPr txBox="1"/>
          <p:nvPr/>
        </p:nvSpPr>
        <p:spPr>
          <a:xfrm>
            <a:off x="4526280" y="6912864"/>
            <a:ext cx="1042415" cy="8503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Param.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Pool P</a:t>
            </a:r>
          </a:p>
        </p:txBody>
      </p:sp>
      <p:sp>
        <p:nvSpPr>
          <p:cNvPr id="1102" name="training-pool::training-parameter-1"/>
          <p:cNvSpPr/>
          <p:nvPr/>
        </p:nvSpPr>
        <p:spPr>
          <a:xfrm>
            <a:off x="5715000" y="6912864"/>
            <a:ext cx="347472" cy="868680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training-pool::training-parameter-2"/>
          <p:cNvSpPr/>
          <p:nvPr/>
        </p:nvSpPr>
        <p:spPr>
          <a:xfrm>
            <a:off x="6108192" y="6912864"/>
            <a:ext cx="347472" cy="868680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training-pool::training-parameter-3"/>
          <p:cNvSpPr/>
          <p:nvPr/>
        </p:nvSpPr>
        <p:spPr>
          <a:xfrm>
            <a:off x="6501384" y="6912864"/>
            <a:ext cx="347472" cy="868680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training-pool::training-parameter-4"/>
          <p:cNvSpPr/>
          <p:nvPr/>
        </p:nvSpPr>
        <p:spPr>
          <a:xfrm>
            <a:off x="7470648" y="6912864"/>
            <a:ext cx="347472" cy="868680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training-pool::training-pool-ellipsis"/>
          <p:cNvSpPr txBox="1"/>
          <p:nvPr/>
        </p:nvSpPr>
        <p:spPr>
          <a:xfrm>
            <a:off x="6885432" y="7104888"/>
            <a:ext cx="612648" cy="4754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24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⋯</a:t>
            </a:r>
          </a:p>
        </p:txBody>
      </p:sp>
      <p:sp>
        <p:nvSpPr>
          <p:cNvPr id="1107" name="training-pool::trainable-parameter-slot"/>
          <p:cNvSpPr/>
          <p:nvPr/>
        </p:nvSpPr>
        <p:spPr>
          <a:xfrm>
            <a:off x="7863840" y="6858000"/>
            <a:ext cx="384048" cy="1005840"/>
          </a:xfrm>
          <a:prstGeom prst="rect">
            <a:avLst/>
          </a:prstGeom>
          <a:solidFill>
            <a:srgbClr val="F3B083"/>
          </a:solidFill>
          <a:ln w="45719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training-lock-1::training-lock-1-lock-shackle"/>
          <p:cNvSpPr/>
          <p:nvPr/>
        </p:nvSpPr>
        <p:spPr>
          <a:xfrm>
            <a:off x="5813298" y="7187184"/>
            <a:ext cx="125730" cy="13578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training-lock-1::training-lock-1-lock-opening"/>
          <p:cNvSpPr/>
          <p:nvPr/>
        </p:nvSpPr>
        <p:spPr>
          <a:xfrm>
            <a:off x="5843473" y="7217359"/>
            <a:ext cx="65379" cy="90525"/>
          </a:xfrm>
          <a:prstGeom prst="round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training-lock-1::training-lock-1-lock-body"/>
          <p:cNvSpPr/>
          <p:nvPr/>
        </p:nvSpPr>
        <p:spPr>
          <a:xfrm>
            <a:off x="5788152" y="7272680"/>
            <a:ext cx="176022" cy="15087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training-lock-1::training-lock-1-lock-keyhole"/>
          <p:cNvSpPr/>
          <p:nvPr/>
        </p:nvSpPr>
        <p:spPr>
          <a:xfrm>
            <a:off x="5863590" y="7322972"/>
            <a:ext cx="25146" cy="30175"/>
          </a:xfrm>
          <a:prstGeom prst="ellipse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training-lock-1::training-lock-1-lock-keyhole-stem"/>
          <p:cNvSpPr/>
          <p:nvPr/>
        </p:nvSpPr>
        <p:spPr>
          <a:xfrm>
            <a:off x="5873648" y="7343089"/>
            <a:ext cx="10058" cy="35204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training-lock-2::training-lock-2-lock-shackle"/>
          <p:cNvSpPr/>
          <p:nvPr/>
        </p:nvSpPr>
        <p:spPr>
          <a:xfrm>
            <a:off x="6206490" y="7187184"/>
            <a:ext cx="125730" cy="13578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training-lock-2::training-lock-2-lock-opening"/>
          <p:cNvSpPr/>
          <p:nvPr/>
        </p:nvSpPr>
        <p:spPr>
          <a:xfrm>
            <a:off x="6236665" y="7217359"/>
            <a:ext cx="65379" cy="90525"/>
          </a:xfrm>
          <a:prstGeom prst="round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training-lock-2::training-lock-2-lock-body"/>
          <p:cNvSpPr/>
          <p:nvPr/>
        </p:nvSpPr>
        <p:spPr>
          <a:xfrm>
            <a:off x="6181344" y="7272680"/>
            <a:ext cx="176022" cy="15087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training-lock-2::training-lock-2-lock-keyhole"/>
          <p:cNvSpPr/>
          <p:nvPr/>
        </p:nvSpPr>
        <p:spPr>
          <a:xfrm>
            <a:off x="6256782" y="7322972"/>
            <a:ext cx="25146" cy="30175"/>
          </a:xfrm>
          <a:prstGeom prst="ellipse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training-lock-2::training-lock-2-lock-keyhole-stem"/>
          <p:cNvSpPr/>
          <p:nvPr/>
        </p:nvSpPr>
        <p:spPr>
          <a:xfrm>
            <a:off x="6266840" y="7343089"/>
            <a:ext cx="10058" cy="35204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training-lock-3::training-lock-3-lock-shackle"/>
          <p:cNvSpPr/>
          <p:nvPr/>
        </p:nvSpPr>
        <p:spPr>
          <a:xfrm>
            <a:off x="6599682" y="7187184"/>
            <a:ext cx="125730" cy="13578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training-lock-3::training-lock-3-lock-opening"/>
          <p:cNvSpPr/>
          <p:nvPr/>
        </p:nvSpPr>
        <p:spPr>
          <a:xfrm>
            <a:off x="6629857" y="7217359"/>
            <a:ext cx="65379" cy="90525"/>
          </a:xfrm>
          <a:prstGeom prst="round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training-lock-3::training-lock-3-lock-body"/>
          <p:cNvSpPr/>
          <p:nvPr/>
        </p:nvSpPr>
        <p:spPr>
          <a:xfrm>
            <a:off x="6574536" y="7272680"/>
            <a:ext cx="176022" cy="15087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training-lock-3::training-lock-3-lock-keyhole"/>
          <p:cNvSpPr/>
          <p:nvPr/>
        </p:nvSpPr>
        <p:spPr>
          <a:xfrm>
            <a:off x="6649974" y="7322972"/>
            <a:ext cx="25146" cy="30175"/>
          </a:xfrm>
          <a:prstGeom prst="ellipse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training-lock-3::training-lock-3-lock-keyhole-stem"/>
          <p:cNvSpPr/>
          <p:nvPr/>
        </p:nvSpPr>
        <p:spPr>
          <a:xfrm>
            <a:off x="6660032" y="7343089"/>
            <a:ext cx="10058" cy="35204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training-lock-4::training-lock-4-lock-shackle"/>
          <p:cNvSpPr/>
          <p:nvPr/>
        </p:nvSpPr>
        <p:spPr>
          <a:xfrm>
            <a:off x="7568946" y="7187184"/>
            <a:ext cx="125730" cy="135788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training-lock-4::training-lock-4-lock-opening"/>
          <p:cNvSpPr/>
          <p:nvPr/>
        </p:nvSpPr>
        <p:spPr>
          <a:xfrm>
            <a:off x="7599121" y="7217359"/>
            <a:ext cx="65379" cy="90525"/>
          </a:xfrm>
          <a:prstGeom prst="round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training-lock-4::training-lock-4-lock-body"/>
          <p:cNvSpPr/>
          <p:nvPr/>
        </p:nvSpPr>
        <p:spPr>
          <a:xfrm>
            <a:off x="7543800" y="7272680"/>
            <a:ext cx="176022" cy="150876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training-lock-4::training-lock-4-lock-keyhole"/>
          <p:cNvSpPr/>
          <p:nvPr/>
        </p:nvSpPr>
        <p:spPr>
          <a:xfrm>
            <a:off x="7619238" y="7322972"/>
            <a:ext cx="25146" cy="30175"/>
          </a:xfrm>
          <a:prstGeom prst="ellipse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training-lock-4::training-lock-4-lock-keyhole-stem"/>
          <p:cNvSpPr/>
          <p:nvPr/>
        </p:nvSpPr>
        <p:spPr>
          <a:xfrm>
            <a:off x="7629296" y="7343089"/>
            <a:ext cx="10058" cy="35204"/>
          </a:xfrm>
          <a:prstGeom prst="rect">
            <a:avLst/>
          </a:prstGeom>
          <a:solidFill>
            <a:srgbClr val="F3B08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training-flame::training-flame-flame-tip"/>
          <p:cNvSpPr/>
          <p:nvPr/>
        </p:nvSpPr>
        <p:spPr>
          <a:xfrm>
            <a:off x="7958937" y="7159752"/>
            <a:ext cx="170992" cy="225399"/>
          </a:xfrm>
          <a:prstGeom prst="triangle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training-flame::training-flame-flame-body"/>
          <p:cNvSpPr/>
          <p:nvPr/>
        </p:nvSpPr>
        <p:spPr>
          <a:xfrm>
            <a:off x="7927848" y="7291882"/>
            <a:ext cx="233172" cy="225399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training-flame::training-flame-flame-core"/>
          <p:cNvSpPr/>
          <p:nvPr/>
        </p:nvSpPr>
        <p:spPr>
          <a:xfrm>
            <a:off x="8013344" y="7369606"/>
            <a:ext cx="69951" cy="116586"/>
          </a:xfrm>
          <a:prstGeom prst="ellipse">
            <a:avLst/>
          </a:prstGeom>
          <a:solidFill>
            <a:srgbClr val="FFD9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training-to-features::training-to-features-arrow"/>
          <p:cNvSpPr/>
          <p:nvPr/>
        </p:nvSpPr>
        <p:spPr>
          <a:xfrm>
            <a:off x="8458200" y="5980176"/>
            <a:ext cx="484632" cy="539496"/>
          </a:xfrm>
          <a:prstGeom prst="rightArrow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old-feature-space::old-feature-space-container"/>
          <p:cNvSpPr/>
          <p:nvPr/>
        </p:nvSpPr>
        <p:spPr>
          <a:xfrm>
            <a:off x="8897112" y="4572000"/>
            <a:ext cx="4041648" cy="1517904"/>
          </a:xfrm>
          <a:prstGeom prst="roundRect">
            <a:avLst/>
          </a:prstGeom>
          <a:solidFill>
            <a:srgbClr val="DADA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old-feature-space::old-feature-space-W--card"/>
          <p:cNvSpPr/>
          <p:nvPr/>
        </p:nvSpPr>
        <p:spPr>
          <a:xfrm>
            <a:off x="9153144" y="4663440"/>
            <a:ext cx="1069848" cy="960120"/>
          </a:xfrm>
          <a:prstGeom prst="rect">
            <a:avLst/>
          </a:prstGeom>
          <a:solidFill>
            <a:srgbClr val="FFFFFF"/>
          </a:solidFill>
          <a:ln w="27432">
            <a:solidFill>
              <a:srgbClr val="4472C4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4" name="old-feature-space::old-feature-space-W--edge-0-1"/>
          <p:cNvCxnSpPr/>
          <p:nvPr/>
        </p:nvCxnSpPr>
        <p:spPr>
          <a:xfrm flipV="1">
            <a:off x="9388510" y="4826660"/>
            <a:ext cx="320954" cy="153619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35" name="old-feature-space::old-feature-space-W--edge-0-2"/>
          <p:cNvCxnSpPr/>
          <p:nvPr/>
        </p:nvCxnSpPr>
        <p:spPr>
          <a:xfrm>
            <a:off x="9388510" y="4980279"/>
            <a:ext cx="599115" cy="9601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36" name="old-feature-space::old-feature-space-W--edge-0-3"/>
          <p:cNvCxnSpPr/>
          <p:nvPr/>
        </p:nvCxnSpPr>
        <p:spPr>
          <a:xfrm>
            <a:off x="9388510" y="4980279"/>
            <a:ext cx="513527" cy="374447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37" name="old-feature-space::old-feature-space-W--edge-0-4"/>
          <p:cNvCxnSpPr/>
          <p:nvPr/>
        </p:nvCxnSpPr>
        <p:spPr>
          <a:xfrm>
            <a:off x="9388510" y="4980279"/>
            <a:ext cx="96286" cy="355245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38" name="old-feature-space::old-feature-space-W--edge-1-2"/>
          <p:cNvCxnSpPr/>
          <p:nvPr/>
        </p:nvCxnSpPr>
        <p:spPr>
          <a:xfrm>
            <a:off x="9709464" y="4826660"/>
            <a:ext cx="278161" cy="163220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39" name="old-feature-space::old-feature-space-W--edge-1-3"/>
          <p:cNvCxnSpPr/>
          <p:nvPr/>
        </p:nvCxnSpPr>
        <p:spPr>
          <a:xfrm>
            <a:off x="9709464" y="4826660"/>
            <a:ext cx="192573" cy="52806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40" name="old-feature-space::old-feature-space-W--edge-1-4"/>
          <p:cNvCxnSpPr/>
          <p:nvPr/>
        </p:nvCxnSpPr>
        <p:spPr>
          <a:xfrm flipH="1">
            <a:off x="9484796" y="4826660"/>
            <a:ext cx="224668" cy="50886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41" name="old-feature-space::old-feature-space-W--edge-2-3"/>
          <p:cNvCxnSpPr/>
          <p:nvPr/>
        </p:nvCxnSpPr>
        <p:spPr>
          <a:xfrm flipH="1">
            <a:off x="9902037" y="4989880"/>
            <a:ext cx="85588" cy="36484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42" name="old-feature-space::old-feature-space-W--edge-2-4"/>
          <p:cNvCxnSpPr/>
          <p:nvPr/>
        </p:nvCxnSpPr>
        <p:spPr>
          <a:xfrm flipH="1">
            <a:off x="9484796" y="4989880"/>
            <a:ext cx="502829" cy="34564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43" name="old-feature-space::old-feature-space-W--edge-3-4"/>
          <p:cNvCxnSpPr/>
          <p:nvPr/>
        </p:nvCxnSpPr>
        <p:spPr>
          <a:xfrm flipH="1" flipV="1">
            <a:off x="9484796" y="5335524"/>
            <a:ext cx="417241" cy="19202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sp>
        <p:nvSpPr>
          <p:cNvPr id="1144" name="old-feature-space::old-feature-space-W--node-1"/>
          <p:cNvSpPr/>
          <p:nvPr/>
        </p:nvSpPr>
        <p:spPr>
          <a:xfrm>
            <a:off x="9324502" y="4916271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old-feature-space::old-feature-space-W--node-2"/>
          <p:cNvSpPr/>
          <p:nvPr/>
        </p:nvSpPr>
        <p:spPr>
          <a:xfrm>
            <a:off x="9645456" y="4762652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old-feature-space::old-feature-space-W--node-3"/>
          <p:cNvSpPr/>
          <p:nvPr/>
        </p:nvSpPr>
        <p:spPr>
          <a:xfrm>
            <a:off x="9923617" y="4925872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old-feature-space::old-feature-space-W--node-4"/>
          <p:cNvSpPr/>
          <p:nvPr/>
        </p:nvSpPr>
        <p:spPr>
          <a:xfrm>
            <a:off x="9838029" y="5290718"/>
            <a:ext cx="128016" cy="128016"/>
          </a:xfrm>
          <a:prstGeom prst="star5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old-feature-space::old-feature-space-W--node-5"/>
          <p:cNvSpPr/>
          <p:nvPr/>
        </p:nvSpPr>
        <p:spPr>
          <a:xfrm>
            <a:off x="9420788" y="5271516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old-feature-space::old-feature-space-W--label"/>
          <p:cNvSpPr txBox="1"/>
          <p:nvPr/>
        </p:nvSpPr>
        <p:spPr>
          <a:xfrm>
            <a:off x="9217152" y="5376672"/>
            <a:ext cx="594360" cy="274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W₁</a:t>
            </a:r>
          </a:p>
        </p:txBody>
      </p:sp>
      <p:sp>
        <p:nvSpPr>
          <p:cNvPr id="1150" name="old-feature-space::old-feature-space-W--card"/>
          <p:cNvSpPr/>
          <p:nvPr/>
        </p:nvSpPr>
        <p:spPr>
          <a:xfrm>
            <a:off x="10442448" y="4663440"/>
            <a:ext cx="1069848" cy="960120"/>
          </a:xfrm>
          <a:prstGeom prst="rect">
            <a:avLst/>
          </a:prstGeom>
          <a:solidFill>
            <a:srgbClr val="FFFFFF"/>
          </a:solidFill>
          <a:ln w="27432">
            <a:solidFill>
              <a:srgbClr val="4472C4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1" name="old-feature-space::old-feature-space-W--edge-0-1"/>
          <p:cNvCxnSpPr/>
          <p:nvPr/>
        </p:nvCxnSpPr>
        <p:spPr>
          <a:xfrm flipV="1">
            <a:off x="10677814" y="4826660"/>
            <a:ext cx="320954" cy="153619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2" name="old-feature-space::old-feature-space-W--edge-0-2"/>
          <p:cNvCxnSpPr/>
          <p:nvPr/>
        </p:nvCxnSpPr>
        <p:spPr>
          <a:xfrm>
            <a:off x="10677814" y="4980279"/>
            <a:ext cx="599115" cy="9601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3" name="old-feature-space::old-feature-space-W--edge-0-3"/>
          <p:cNvCxnSpPr/>
          <p:nvPr/>
        </p:nvCxnSpPr>
        <p:spPr>
          <a:xfrm>
            <a:off x="10677814" y="4980279"/>
            <a:ext cx="513527" cy="374447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4" name="old-feature-space::old-feature-space-W--edge-0-4"/>
          <p:cNvCxnSpPr/>
          <p:nvPr/>
        </p:nvCxnSpPr>
        <p:spPr>
          <a:xfrm>
            <a:off x="10677814" y="4980279"/>
            <a:ext cx="96286" cy="355245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5" name="old-feature-space::old-feature-space-W--edge-1-2"/>
          <p:cNvCxnSpPr/>
          <p:nvPr/>
        </p:nvCxnSpPr>
        <p:spPr>
          <a:xfrm>
            <a:off x="10998768" y="4826660"/>
            <a:ext cx="278161" cy="163220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6" name="old-feature-space::old-feature-space-W--edge-1-3"/>
          <p:cNvCxnSpPr/>
          <p:nvPr/>
        </p:nvCxnSpPr>
        <p:spPr>
          <a:xfrm>
            <a:off x="10998768" y="4826660"/>
            <a:ext cx="192573" cy="52806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7" name="old-feature-space::old-feature-space-W--edge-1-4"/>
          <p:cNvCxnSpPr/>
          <p:nvPr/>
        </p:nvCxnSpPr>
        <p:spPr>
          <a:xfrm flipH="1">
            <a:off x="10774100" y="4826660"/>
            <a:ext cx="224668" cy="50886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8" name="old-feature-space::old-feature-space-W--edge-2-3"/>
          <p:cNvCxnSpPr/>
          <p:nvPr/>
        </p:nvCxnSpPr>
        <p:spPr>
          <a:xfrm flipH="1">
            <a:off x="11191341" y="4989880"/>
            <a:ext cx="85588" cy="36484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59" name="old-feature-space::old-feature-space-W--edge-2-4"/>
          <p:cNvCxnSpPr/>
          <p:nvPr/>
        </p:nvCxnSpPr>
        <p:spPr>
          <a:xfrm flipH="1">
            <a:off x="10774100" y="4989880"/>
            <a:ext cx="502829" cy="34564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60" name="old-feature-space::old-feature-space-W--edge-3-4"/>
          <p:cNvCxnSpPr/>
          <p:nvPr/>
        </p:nvCxnSpPr>
        <p:spPr>
          <a:xfrm flipH="1" flipV="1">
            <a:off x="10774100" y="5335524"/>
            <a:ext cx="417241" cy="19202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sp>
        <p:nvSpPr>
          <p:cNvPr id="1161" name="old-feature-space::old-feature-space-W--node-1"/>
          <p:cNvSpPr/>
          <p:nvPr/>
        </p:nvSpPr>
        <p:spPr>
          <a:xfrm>
            <a:off x="10613806" y="4916271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old-feature-space::old-feature-space-W--node-2"/>
          <p:cNvSpPr/>
          <p:nvPr/>
        </p:nvSpPr>
        <p:spPr>
          <a:xfrm>
            <a:off x="10934760" y="4762652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old-feature-space::old-feature-space-W--node-3"/>
          <p:cNvSpPr/>
          <p:nvPr/>
        </p:nvSpPr>
        <p:spPr>
          <a:xfrm>
            <a:off x="11212921" y="4925872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old-feature-space::old-feature-space-W--node-4"/>
          <p:cNvSpPr/>
          <p:nvPr/>
        </p:nvSpPr>
        <p:spPr>
          <a:xfrm>
            <a:off x="11127333" y="5290718"/>
            <a:ext cx="128016" cy="128016"/>
          </a:xfrm>
          <a:prstGeom prst="star5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old-feature-space::old-feature-space-W--node-5"/>
          <p:cNvSpPr/>
          <p:nvPr/>
        </p:nvSpPr>
        <p:spPr>
          <a:xfrm>
            <a:off x="10710092" y="5271516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old-feature-space::old-feature-space-W--label"/>
          <p:cNvSpPr txBox="1"/>
          <p:nvPr/>
        </p:nvSpPr>
        <p:spPr>
          <a:xfrm>
            <a:off x="10506456" y="5376672"/>
            <a:ext cx="594360" cy="274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W₂</a:t>
            </a:r>
          </a:p>
        </p:txBody>
      </p:sp>
      <p:sp>
        <p:nvSpPr>
          <p:cNvPr id="1167" name="old-feature-space::old-feature-space-ellipsis"/>
          <p:cNvSpPr txBox="1"/>
          <p:nvPr/>
        </p:nvSpPr>
        <p:spPr>
          <a:xfrm>
            <a:off x="11521440" y="4855464"/>
            <a:ext cx="566928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24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⋯</a:t>
            </a:r>
          </a:p>
        </p:txBody>
      </p:sp>
      <p:sp>
        <p:nvSpPr>
          <p:cNvPr id="1168" name="old-feature-space::old-feature-space-W--card"/>
          <p:cNvSpPr/>
          <p:nvPr/>
        </p:nvSpPr>
        <p:spPr>
          <a:xfrm>
            <a:off x="11887200" y="4663440"/>
            <a:ext cx="914400" cy="960120"/>
          </a:xfrm>
          <a:prstGeom prst="rect">
            <a:avLst/>
          </a:prstGeom>
          <a:solidFill>
            <a:srgbClr val="FFFFFF"/>
          </a:solidFill>
          <a:ln w="27432">
            <a:solidFill>
              <a:srgbClr val="4472C4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9" name="old-feature-space::old-feature-space-W--edge-0-1"/>
          <p:cNvCxnSpPr/>
          <p:nvPr/>
        </p:nvCxnSpPr>
        <p:spPr>
          <a:xfrm flipV="1">
            <a:off x="12088368" y="4826660"/>
            <a:ext cx="274320" cy="153619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0" name="old-feature-space::old-feature-space-W--edge-0-2"/>
          <p:cNvCxnSpPr/>
          <p:nvPr/>
        </p:nvCxnSpPr>
        <p:spPr>
          <a:xfrm>
            <a:off x="12088368" y="4980279"/>
            <a:ext cx="512064" cy="9601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1" name="old-feature-space::old-feature-space-W--edge-0-3"/>
          <p:cNvCxnSpPr/>
          <p:nvPr/>
        </p:nvCxnSpPr>
        <p:spPr>
          <a:xfrm>
            <a:off x="12088368" y="4980279"/>
            <a:ext cx="438912" cy="374447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2" name="old-feature-space::old-feature-space-W--edge-0-4"/>
          <p:cNvCxnSpPr/>
          <p:nvPr/>
        </p:nvCxnSpPr>
        <p:spPr>
          <a:xfrm>
            <a:off x="12088368" y="4980279"/>
            <a:ext cx="82296" cy="355245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3" name="old-feature-space::old-feature-space-W--edge-1-2"/>
          <p:cNvCxnSpPr/>
          <p:nvPr/>
        </p:nvCxnSpPr>
        <p:spPr>
          <a:xfrm>
            <a:off x="12362688" y="4826660"/>
            <a:ext cx="237744" cy="163220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4" name="old-feature-space::old-feature-space-W--edge-1-3"/>
          <p:cNvCxnSpPr/>
          <p:nvPr/>
        </p:nvCxnSpPr>
        <p:spPr>
          <a:xfrm>
            <a:off x="12362688" y="4826660"/>
            <a:ext cx="164592" cy="52806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5" name="old-feature-space::old-feature-space-W--edge-1-4"/>
          <p:cNvCxnSpPr/>
          <p:nvPr/>
        </p:nvCxnSpPr>
        <p:spPr>
          <a:xfrm flipH="1">
            <a:off x="12170664" y="4826660"/>
            <a:ext cx="192024" cy="50886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6" name="old-feature-space::old-feature-space-W--edge-2-3"/>
          <p:cNvCxnSpPr/>
          <p:nvPr/>
        </p:nvCxnSpPr>
        <p:spPr>
          <a:xfrm flipH="1">
            <a:off x="12527280" y="4989880"/>
            <a:ext cx="73152" cy="36484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7" name="old-feature-space::old-feature-space-W--edge-2-4"/>
          <p:cNvCxnSpPr/>
          <p:nvPr/>
        </p:nvCxnSpPr>
        <p:spPr>
          <a:xfrm flipH="1">
            <a:off x="12170664" y="4989880"/>
            <a:ext cx="429768" cy="34564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78" name="old-feature-space::old-feature-space-W--edge-3-4"/>
          <p:cNvCxnSpPr/>
          <p:nvPr/>
        </p:nvCxnSpPr>
        <p:spPr>
          <a:xfrm flipH="1" flipV="1">
            <a:off x="12170664" y="5335524"/>
            <a:ext cx="356616" cy="19202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sp>
        <p:nvSpPr>
          <p:cNvPr id="1179" name="old-feature-space::old-feature-space-W--node-1"/>
          <p:cNvSpPr/>
          <p:nvPr/>
        </p:nvSpPr>
        <p:spPr>
          <a:xfrm>
            <a:off x="12024360" y="4916271"/>
            <a:ext cx="128016" cy="1280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old-feature-space::old-feature-space-W--node-2"/>
          <p:cNvSpPr/>
          <p:nvPr/>
        </p:nvSpPr>
        <p:spPr>
          <a:xfrm>
            <a:off x="12298680" y="4762652"/>
            <a:ext cx="128016" cy="12801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old-feature-space::old-feature-space-W--node-3"/>
          <p:cNvSpPr/>
          <p:nvPr/>
        </p:nvSpPr>
        <p:spPr>
          <a:xfrm>
            <a:off x="12536424" y="4925872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old-feature-space::old-feature-space-W--node-4"/>
          <p:cNvSpPr/>
          <p:nvPr/>
        </p:nvSpPr>
        <p:spPr>
          <a:xfrm>
            <a:off x="12463272" y="5290718"/>
            <a:ext cx="128016" cy="128016"/>
          </a:xfrm>
          <a:prstGeom prst="star5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old-feature-space::old-feature-space-W--node-5"/>
          <p:cNvSpPr/>
          <p:nvPr/>
        </p:nvSpPr>
        <p:spPr>
          <a:xfrm>
            <a:off x="12106656" y="5271516"/>
            <a:ext cx="128016" cy="128016"/>
          </a:xfrm>
          <a:prstGeom prst="triangle">
            <a:avLst/>
          </a:prstGeom>
          <a:solidFill>
            <a:srgbClr val="2E75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old-feature-space::old-feature-space-W--label"/>
          <p:cNvSpPr txBox="1"/>
          <p:nvPr/>
        </p:nvSpPr>
        <p:spPr>
          <a:xfrm>
            <a:off x="11951208" y="5376672"/>
            <a:ext cx="594360" cy="274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Wₖ</a:t>
            </a:r>
          </a:p>
        </p:txBody>
      </p:sp>
      <p:sp>
        <p:nvSpPr>
          <p:cNvPr id="1185" name="old-feature-space::old-feature-space-label"/>
          <p:cNvSpPr txBox="1"/>
          <p:nvPr/>
        </p:nvSpPr>
        <p:spPr>
          <a:xfrm>
            <a:off x="9235440" y="5605272"/>
            <a:ext cx="3392424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Old feature space</a:t>
            </a:r>
          </a:p>
        </p:txBody>
      </p:sp>
      <p:cxnSp>
        <p:nvCxnSpPr>
          <p:cNvPr id="1186" name="feature-loss::old-space-to-loss"/>
          <p:cNvCxnSpPr/>
          <p:nvPr/>
        </p:nvCxnSpPr>
        <p:spPr>
          <a:xfrm>
            <a:off x="10771632" y="6089904"/>
            <a:ext cx="0" cy="182880"/>
          </a:xfrm>
          <a:prstGeom prst="line">
            <a:avLst/>
          </a:prstGeom>
          <a:ln w="45719">
            <a:solidFill>
              <a:srgbClr val="7F7F7F"/>
            </a:solidFill>
            <a:prstDash val="solid"/>
          </a:ln>
          <a:effectLst/>
        </p:spPr>
      </p:cxnSp>
      <p:sp>
        <p:nvSpPr>
          <p:cNvPr id="1187" name="feature-loss::old-space-to-loss::head"/>
          <p:cNvSpPr/>
          <p:nvPr/>
        </p:nvSpPr>
        <p:spPr>
          <a:xfrm rot="10800000">
            <a:off x="10689336" y="6190488"/>
            <a:ext cx="164592" cy="164592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feature-loss::ctird-loss-box"/>
          <p:cNvSpPr/>
          <p:nvPr/>
        </p:nvSpPr>
        <p:spPr>
          <a:xfrm>
            <a:off x="10122408" y="6281928"/>
            <a:ext cx="1298448" cy="448056"/>
          </a:xfrm>
          <a:prstGeom prst="roundRect">
            <a:avLst/>
          </a:prstGeom>
          <a:solidFill>
            <a:srgbClr val="FFFFFF"/>
          </a:solidFill>
          <a:ln w="32004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feature-loss::ctird-loss-label"/>
          <p:cNvSpPr txBox="1"/>
          <p:nvPr/>
        </p:nvSpPr>
        <p:spPr>
          <a:xfrm>
            <a:off x="10204704" y="6318504"/>
            <a:ext cx="1143000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L</a:t>
            </a:r>
            <a:r>
              <a:rPr sz="1428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CTIRD</a:t>
            </a:r>
          </a:p>
        </p:txBody>
      </p:sp>
      <p:cxnSp>
        <p:nvCxnSpPr>
          <p:cNvPr id="1190" name="feature-loss::new-space-to-loss"/>
          <p:cNvCxnSpPr/>
          <p:nvPr/>
        </p:nvCxnSpPr>
        <p:spPr>
          <a:xfrm flipV="1">
            <a:off x="10771632" y="6729984"/>
            <a:ext cx="0" cy="164592"/>
          </a:xfrm>
          <a:prstGeom prst="line">
            <a:avLst/>
          </a:prstGeom>
          <a:ln w="45719">
            <a:solidFill>
              <a:srgbClr val="7F7F7F"/>
            </a:solidFill>
            <a:prstDash val="solid"/>
          </a:ln>
          <a:effectLst/>
        </p:spPr>
      </p:cxnSp>
      <p:sp>
        <p:nvSpPr>
          <p:cNvPr id="1191" name="feature-loss::new-space-to-loss::head"/>
          <p:cNvSpPr/>
          <p:nvPr/>
        </p:nvSpPr>
        <p:spPr>
          <a:xfrm>
            <a:off x="10689336" y="6647688"/>
            <a:ext cx="164592" cy="164592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new-feature-space::new-feature-space-container"/>
          <p:cNvSpPr/>
          <p:nvPr/>
        </p:nvSpPr>
        <p:spPr>
          <a:xfrm>
            <a:off x="8897112" y="6894576"/>
            <a:ext cx="4041648" cy="1133856"/>
          </a:xfrm>
          <a:prstGeom prst="roundRect">
            <a:avLst/>
          </a:prstGeom>
          <a:solidFill>
            <a:srgbClr val="FFF2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new-feature-space::new-feature-space-W--card"/>
          <p:cNvSpPr/>
          <p:nvPr/>
        </p:nvSpPr>
        <p:spPr>
          <a:xfrm>
            <a:off x="10094976" y="6940296"/>
            <a:ext cx="1316736" cy="713232"/>
          </a:xfrm>
          <a:prstGeom prst="rect">
            <a:avLst/>
          </a:prstGeom>
          <a:solidFill>
            <a:srgbClr val="FFFFFF"/>
          </a:solidFill>
          <a:ln w="27432">
            <a:solidFill>
              <a:srgbClr val="ED7D31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4" name="new-feature-space::new-feature-space-W--edge-0-1"/>
          <p:cNvCxnSpPr/>
          <p:nvPr/>
        </p:nvCxnSpPr>
        <p:spPr>
          <a:xfrm flipV="1">
            <a:off x="10384657" y="7061545"/>
            <a:ext cx="395021" cy="114117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95" name="new-feature-space::new-feature-space-W--edge-0-2"/>
          <p:cNvCxnSpPr/>
          <p:nvPr/>
        </p:nvCxnSpPr>
        <p:spPr>
          <a:xfrm>
            <a:off x="10384657" y="7175662"/>
            <a:ext cx="737373" cy="7132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96" name="new-feature-space::new-feature-space-W--edge-0-3"/>
          <p:cNvCxnSpPr/>
          <p:nvPr/>
        </p:nvCxnSpPr>
        <p:spPr>
          <a:xfrm>
            <a:off x="10384657" y="7175662"/>
            <a:ext cx="632034" cy="278161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97" name="new-feature-space::new-feature-space-W--edge-0-4"/>
          <p:cNvCxnSpPr/>
          <p:nvPr/>
        </p:nvCxnSpPr>
        <p:spPr>
          <a:xfrm>
            <a:off x="10384657" y="7175662"/>
            <a:ext cx="118507" cy="263896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98" name="new-feature-space::new-feature-space-W--edge-1-2"/>
          <p:cNvCxnSpPr/>
          <p:nvPr/>
        </p:nvCxnSpPr>
        <p:spPr>
          <a:xfrm>
            <a:off x="10779678" y="7061545"/>
            <a:ext cx="342352" cy="121249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199" name="new-feature-space::new-feature-space-W--edge-1-3"/>
          <p:cNvCxnSpPr/>
          <p:nvPr/>
        </p:nvCxnSpPr>
        <p:spPr>
          <a:xfrm>
            <a:off x="10779678" y="7061545"/>
            <a:ext cx="237013" cy="392278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200" name="new-feature-space::new-feature-space-W--edge-1-4"/>
          <p:cNvCxnSpPr/>
          <p:nvPr/>
        </p:nvCxnSpPr>
        <p:spPr>
          <a:xfrm flipH="1">
            <a:off x="10503164" y="7061545"/>
            <a:ext cx="276514" cy="378013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201" name="new-feature-space::new-feature-space-W--edge-2-3"/>
          <p:cNvCxnSpPr/>
          <p:nvPr/>
        </p:nvCxnSpPr>
        <p:spPr>
          <a:xfrm flipH="1">
            <a:off x="11016691" y="7182794"/>
            <a:ext cx="105339" cy="271029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202" name="new-feature-space::new-feature-space-W--edge-2-4"/>
          <p:cNvCxnSpPr/>
          <p:nvPr/>
        </p:nvCxnSpPr>
        <p:spPr>
          <a:xfrm flipH="1">
            <a:off x="10503164" y="7182794"/>
            <a:ext cx="618866" cy="256764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cxnSp>
        <p:nvCxnSpPr>
          <p:cNvPr id="1203" name="new-feature-space::new-feature-space-W--edge-3-4"/>
          <p:cNvCxnSpPr/>
          <p:nvPr/>
        </p:nvCxnSpPr>
        <p:spPr>
          <a:xfrm flipH="1" flipV="1">
            <a:off x="10503164" y="7439558"/>
            <a:ext cx="513527" cy="14265"/>
          </a:xfrm>
          <a:prstGeom prst="line">
            <a:avLst/>
          </a:prstGeom>
          <a:ln w="16459">
            <a:solidFill>
              <a:srgbClr val="000000"/>
            </a:solidFill>
            <a:prstDash val="solid"/>
          </a:ln>
          <a:effectLst/>
        </p:spPr>
      </p:cxnSp>
      <p:sp>
        <p:nvSpPr>
          <p:cNvPr id="1204" name="new-feature-space::new-feature-space-W--node-1"/>
          <p:cNvSpPr/>
          <p:nvPr/>
        </p:nvSpPr>
        <p:spPr>
          <a:xfrm>
            <a:off x="10320649" y="7111654"/>
            <a:ext cx="128016" cy="128016"/>
          </a:xfrm>
          <a:prstGeom prst="rect">
            <a:avLst/>
          </a:prstGeom>
          <a:solidFill>
            <a:srgbClr val="ED7D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new-feature-space::new-feature-space-W--node-2"/>
          <p:cNvSpPr/>
          <p:nvPr/>
        </p:nvSpPr>
        <p:spPr>
          <a:xfrm>
            <a:off x="10715670" y="6997537"/>
            <a:ext cx="128016" cy="128016"/>
          </a:xfrm>
          <a:prstGeom prst="ellipse">
            <a:avLst/>
          </a:prstGeom>
          <a:solidFill>
            <a:srgbClr val="ED7D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new-feature-space::new-feature-space-W--node-3"/>
          <p:cNvSpPr/>
          <p:nvPr/>
        </p:nvSpPr>
        <p:spPr>
          <a:xfrm>
            <a:off x="11058022" y="7118786"/>
            <a:ext cx="128016" cy="128016"/>
          </a:xfrm>
          <a:prstGeom prst="triangle">
            <a:avLst/>
          </a:prstGeom>
          <a:solidFill>
            <a:srgbClr val="ED7D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new-feature-space::new-feature-space-W--node-4"/>
          <p:cNvSpPr/>
          <p:nvPr/>
        </p:nvSpPr>
        <p:spPr>
          <a:xfrm>
            <a:off x="10952683" y="7389815"/>
            <a:ext cx="128016" cy="128016"/>
          </a:xfrm>
          <a:prstGeom prst="star5">
            <a:avLst/>
          </a:prstGeom>
          <a:solidFill>
            <a:srgbClr val="ED7D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new-feature-space::new-feature-space-W--node-5"/>
          <p:cNvSpPr/>
          <p:nvPr/>
        </p:nvSpPr>
        <p:spPr>
          <a:xfrm>
            <a:off x="10439156" y="7375550"/>
            <a:ext cx="128016" cy="128016"/>
          </a:xfrm>
          <a:prstGeom prst="triangle">
            <a:avLst/>
          </a:prstGeom>
          <a:solidFill>
            <a:srgbClr val="ED7D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new-feature-space::new-feature-space-W--label"/>
          <p:cNvSpPr txBox="1"/>
          <p:nvPr/>
        </p:nvSpPr>
        <p:spPr>
          <a:xfrm>
            <a:off x="10158984" y="7406640"/>
            <a:ext cx="594360" cy="2743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Wₜ</a:t>
            </a:r>
          </a:p>
        </p:txBody>
      </p:sp>
      <p:sp>
        <p:nvSpPr>
          <p:cNvPr id="1210" name="new-feature-space::new-feature-space-label"/>
          <p:cNvSpPr txBox="1"/>
          <p:nvPr/>
        </p:nvSpPr>
        <p:spPr>
          <a:xfrm>
            <a:off x="9208008" y="7680960"/>
            <a:ext cx="3419856" cy="3291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New feature space</a:t>
            </a:r>
          </a:p>
        </p:txBody>
      </p:sp>
      <p:sp>
        <p:nvSpPr>
          <p:cNvPr id="1211" name="rematching-backgrounds::direct-rematching-background"/>
          <p:cNvSpPr/>
          <p:nvPr/>
        </p:nvSpPr>
        <p:spPr>
          <a:xfrm>
            <a:off x="13514832" y="512064"/>
            <a:ext cx="3072384" cy="3438144"/>
          </a:xfrm>
          <a:prstGeom prst="rect">
            <a:avLst/>
          </a:prstGeom>
          <a:solidFill>
            <a:srgbClr val="DDEB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rematching-backgrounds::confidence-rematching-background"/>
          <p:cNvSpPr/>
          <p:nvPr/>
        </p:nvSpPr>
        <p:spPr>
          <a:xfrm>
            <a:off x="13514832" y="3995928"/>
            <a:ext cx="3072384" cy="4142232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rematching-direct::rematching-title"/>
          <p:cNvSpPr txBox="1"/>
          <p:nvPr/>
        </p:nvSpPr>
        <p:spPr>
          <a:xfrm>
            <a:off x="13523976" y="128016"/>
            <a:ext cx="2560320" cy="4023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36" b="1" i="0">
                <a:solidFill>
                  <a:srgbClr val="FF0000"/>
                </a:solidFill>
                <a:latin typeface="Liberation Serif"/>
                <a:ea typeface="Liberation Serif"/>
                <a:cs typeface="Liberation Serif"/>
              </a:rPr>
              <a:t>Rematching</a:t>
            </a:r>
          </a:p>
        </p:txBody>
      </p:sp>
      <p:sp>
        <p:nvSpPr>
          <p:cNvPr id="1214" name="rematching-direct::direct-classifier-header"/>
          <p:cNvSpPr/>
          <p:nvPr/>
        </p:nvSpPr>
        <p:spPr>
          <a:xfrm>
            <a:off x="13844016" y="557784"/>
            <a:ext cx="2194560" cy="402336"/>
          </a:xfrm>
          <a:prstGeom prst="rect">
            <a:avLst/>
          </a:prstGeom>
          <a:solidFill>
            <a:srgbClr val="8EAA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rematching-direct::direct-classifier-label"/>
          <p:cNvSpPr txBox="1"/>
          <p:nvPr/>
        </p:nvSpPr>
        <p:spPr>
          <a:xfrm>
            <a:off x="13898880" y="576072"/>
            <a:ext cx="2084831" cy="3474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Classifier </a:t>
            </a:r>
            <a:r>
              <a:rPr sz="2448" b="0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g</a:t>
            </a:r>
            <a:r>
              <a:rPr sz="1664" b="0" i="1" baseline="-2500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θg</a:t>
            </a:r>
          </a:p>
        </p:txBody>
      </p:sp>
      <p:sp>
        <p:nvSpPr>
          <p:cNvPr id="1216" name="rematching-direct::class-output-box"/>
          <p:cNvSpPr/>
          <p:nvPr/>
        </p:nvSpPr>
        <p:spPr>
          <a:xfrm>
            <a:off x="13962888" y="1252728"/>
            <a:ext cx="1828800" cy="466344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rematching-direct::class-output-label"/>
          <p:cNvSpPr txBox="1"/>
          <p:nvPr/>
        </p:nvSpPr>
        <p:spPr>
          <a:xfrm>
            <a:off x="14036040" y="1280160"/>
            <a:ext cx="1682496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Class ŷ</a:t>
            </a:r>
          </a:p>
        </p:txBody>
      </p:sp>
      <p:sp>
        <p:nvSpPr>
          <p:cNvPr id="1218" name="rematching-direct::task-id-output-box"/>
          <p:cNvSpPr/>
          <p:nvPr/>
        </p:nvSpPr>
        <p:spPr>
          <a:xfrm>
            <a:off x="13962888" y="1956816"/>
            <a:ext cx="1828800" cy="466344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matching-direct::task-id-output-label"/>
          <p:cNvSpPr txBox="1"/>
          <p:nvPr/>
        </p:nvSpPr>
        <p:spPr>
          <a:xfrm>
            <a:off x="14036040" y="1984248"/>
            <a:ext cx="1682496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Task ID </a:t>
            </a:r>
            <a:r>
              <a:rPr sz="2376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</a:t>
            </a:r>
            <a:r>
              <a:rPr sz="1615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s</a:t>
            </a:r>
          </a:p>
        </p:txBody>
      </p:sp>
      <p:sp>
        <p:nvSpPr>
          <p:cNvPr id="1220" name="rematching-direct::task-mismatch-decision"/>
          <p:cNvSpPr/>
          <p:nvPr/>
        </p:nvSpPr>
        <p:spPr>
          <a:xfrm>
            <a:off x="13798296" y="2596896"/>
            <a:ext cx="2231136" cy="969264"/>
          </a:xfrm>
          <a:prstGeom prst="diamond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rematching-direct::task-mismatch-label"/>
          <p:cNvSpPr txBox="1"/>
          <p:nvPr/>
        </p:nvSpPr>
        <p:spPr>
          <a:xfrm>
            <a:off x="14191488" y="2862072"/>
            <a:ext cx="14630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f</a:t>
            </a: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≠ t̂</a:t>
            </a:r>
            <a:r>
              <a:rPr sz="171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s</a:t>
            </a:r>
          </a:p>
        </p:txBody>
      </p:sp>
      <p:sp>
        <p:nvSpPr>
          <p:cNvPr id="1222" name="rematching-direct::direct-yes-label"/>
          <p:cNvSpPr txBox="1"/>
          <p:nvPr/>
        </p:nvSpPr>
        <p:spPr>
          <a:xfrm>
            <a:off x="13505688" y="2633472"/>
            <a:ext cx="713232" cy="393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Yes</a:t>
            </a:r>
          </a:p>
        </p:txBody>
      </p:sp>
      <p:sp>
        <p:nvSpPr>
          <p:cNvPr id="1223" name="rematching-direct::direct-no-label"/>
          <p:cNvSpPr txBox="1"/>
          <p:nvPr/>
        </p:nvSpPr>
        <p:spPr>
          <a:xfrm>
            <a:off x="15764255" y="2633472"/>
            <a:ext cx="658368" cy="393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No</a:t>
            </a:r>
          </a:p>
        </p:txBody>
      </p:sp>
      <p:sp>
        <p:nvSpPr>
          <p:cNvPr id="1224" name="rematching-direct::selected-source-parameter"/>
          <p:cNvSpPr txBox="1"/>
          <p:nvPr/>
        </p:nvSpPr>
        <p:spPr>
          <a:xfrm>
            <a:off x="13560552" y="3419856"/>
            <a:ext cx="877824" cy="4846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</a:t>
            </a:r>
            <a:r>
              <a:rPr sz="166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t̂s</a:t>
            </a:r>
          </a:p>
        </p:txBody>
      </p:sp>
      <p:sp>
        <p:nvSpPr>
          <p:cNvPr id="1225" name="rematching-direct::selected-inferred-parameter"/>
          <p:cNvSpPr txBox="1"/>
          <p:nvPr/>
        </p:nvSpPr>
        <p:spPr>
          <a:xfrm>
            <a:off x="15599663" y="3419856"/>
            <a:ext cx="877824" cy="4846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p</a:t>
            </a:r>
            <a:r>
              <a:rPr sz="1663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t̂f</a:t>
            </a:r>
          </a:p>
        </p:txBody>
      </p:sp>
      <p:sp>
        <p:nvSpPr>
          <p:cNvPr id="1226" name="rematching-direct::direct-branch-title"/>
          <p:cNvSpPr txBox="1"/>
          <p:nvPr/>
        </p:nvSpPr>
        <p:spPr>
          <a:xfrm rot="5400000">
            <a:off x="16157448" y="1591056"/>
            <a:ext cx="466344" cy="13807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Direct</a:t>
            </a:r>
          </a:p>
        </p:txBody>
      </p:sp>
      <p:cxnSp>
        <p:nvCxnSpPr>
          <p:cNvPr id="1227" name="rematching-direct-connectors::direct-classifier-to-class"/>
          <p:cNvCxnSpPr/>
          <p:nvPr/>
        </p:nvCxnSpPr>
        <p:spPr>
          <a:xfrm>
            <a:off x="14941296" y="960120"/>
            <a:ext cx="0" cy="283464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28" name="rematching-direct-connectors::direct-classifier-to-class::head"/>
          <p:cNvSpPr/>
          <p:nvPr/>
        </p:nvSpPr>
        <p:spPr>
          <a:xfrm rot="10800000">
            <a:off x="14868144" y="1170432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9" name="rematching-direct-connectors::class-to-task-id"/>
          <p:cNvCxnSpPr/>
          <p:nvPr/>
        </p:nvCxnSpPr>
        <p:spPr>
          <a:xfrm>
            <a:off x="14941296" y="1719072"/>
            <a:ext cx="0" cy="22860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30" name="rematching-direct-connectors::class-to-task-id::head"/>
          <p:cNvSpPr/>
          <p:nvPr/>
        </p:nvSpPr>
        <p:spPr>
          <a:xfrm rot="10800000">
            <a:off x="14868144" y="1874519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31" name="rematching-direct-connectors::task-id-to-decision"/>
          <p:cNvCxnSpPr/>
          <p:nvPr/>
        </p:nvCxnSpPr>
        <p:spPr>
          <a:xfrm>
            <a:off x="14941296" y="2423160"/>
            <a:ext cx="0" cy="18288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32" name="rematching-direct-connectors::task-id-to-decision::head"/>
          <p:cNvSpPr/>
          <p:nvPr/>
        </p:nvSpPr>
        <p:spPr>
          <a:xfrm rot="10800000">
            <a:off x="14868144" y="2532888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33" name="rematching-direct-connectors::mismatch-yes-path-segment-1"/>
          <p:cNvCxnSpPr/>
          <p:nvPr/>
        </p:nvCxnSpPr>
        <p:spPr>
          <a:xfrm flipH="1">
            <a:off x="13798296" y="3154680"/>
            <a:ext cx="219456" cy="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cxnSp>
        <p:nvCxnSpPr>
          <p:cNvPr id="1234" name="rematching-direct-connectors::mismatch-yes-path-head"/>
          <p:cNvCxnSpPr/>
          <p:nvPr/>
        </p:nvCxnSpPr>
        <p:spPr>
          <a:xfrm>
            <a:off x="13798296" y="3154680"/>
            <a:ext cx="0" cy="310896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35" name="rematching-direct-connectors::mismatch-yes-path-head::head"/>
          <p:cNvSpPr/>
          <p:nvPr/>
        </p:nvSpPr>
        <p:spPr>
          <a:xfrm rot="10800000">
            <a:off x="13720572" y="3387852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36" name="rematching-direct-connectors::mismatch-no-path-segment-1"/>
          <p:cNvCxnSpPr/>
          <p:nvPr/>
        </p:nvCxnSpPr>
        <p:spPr>
          <a:xfrm>
            <a:off x="15809976" y="3154680"/>
            <a:ext cx="219456" cy="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cxnSp>
        <p:nvCxnSpPr>
          <p:cNvPr id="1237" name="rematching-direct-connectors::mismatch-no-path-head"/>
          <p:cNvCxnSpPr/>
          <p:nvPr/>
        </p:nvCxnSpPr>
        <p:spPr>
          <a:xfrm>
            <a:off x="16029432" y="3154680"/>
            <a:ext cx="0" cy="310896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38" name="rematching-direct-connectors::mismatch-no-path-head::head"/>
          <p:cNvSpPr/>
          <p:nvPr/>
        </p:nvSpPr>
        <p:spPr>
          <a:xfrm rot="10800000">
            <a:off x="15951708" y="3387852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matching-confidence::confidence-classifier-header"/>
          <p:cNvSpPr/>
          <p:nvPr/>
        </p:nvSpPr>
        <p:spPr>
          <a:xfrm>
            <a:off x="13844016" y="4005072"/>
            <a:ext cx="2194560" cy="402336"/>
          </a:xfrm>
          <a:prstGeom prst="rect">
            <a:avLst/>
          </a:prstGeom>
          <a:solidFill>
            <a:srgbClr val="8EAA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rematching-confidence::confidence-classifier-label"/>
          <p:cNvSpPr txBox="1"/>
          <p:nvPr/>
        </p:nvSpPr>
        <p:spPr>
          <a:xfrm>
            <a:off x="13898880" y="4023360"/>
            <a:ext cx="2084831" cy="3474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0" i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Classifier </a:t>
            </a:r>
            <a:r>
              <a:rPr sz="2448" b="0" i="1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g</a:t>
            </a:r>
            <a:r>
              <a:rPr sz="1664" b="0" i="1" baseline="-2500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θg</a:t>
            </a:r>
          </a:p>
        </p:txBody>
      </p:sp>
      <p:sp>
        <p:nvSpPr>
          <p:cNvPr id="1241" name="rematching-confidence::confidence-direct-label"/>
          <p:cNvSpPr txBox="1"/>
          <p:nvPr/>
        </p:nvSpPr>
        <p:spPr>
          <a:xfrm>
            <a:off x="15069312" y="4407408"/>
            <a:ext cx="1024128" cy="39319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Direct</a:t>
            </a:r>
          </a:p>
        </p:txBody>
      </p:sp>
      <p:sp>
        <p:nvSpPr>
          <p:cNvPr id="1242" name="rematching-confidence::distribution-box"/>
          <p:cNvSpPr/>
          <p:nvPr/>
        </p:nvSpPr>
        <p:spPr>
          <a:xfrm>
            <a:off x="13798296" y="4855464"/>
            <a:ext cx="2478024" cy="466344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rematching-confidence::distribution-label"/>
          <p:cNvSpPr txBox="1"/>
          <p:nvPr/>
        </p:nvSpPr>
        <p:spPr>
          <a:xfrm>
            <a:off x="13862304" y="4882896"/>
            <a:ext cx="2350008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Distribution d̃</a:t>
            </a:r>
          </a:p>
        </p:txBody>
      </p:sp>
      <p:sp>
        <p:nvSpPr>
          <p:cNvPr id="1244" name="rematching-confidence::confidence-box"/>
          <p:cNvSpPr/>
          <p:nvPr/>
        </p:nvSpPr>
        <p:spPr>
          <a:xfrm>
            <a:off x="13798296" y="5568696"/>
            <a:ext cx="2478024" cy="466344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rematching-confidence::confidence-label"/>
          <p:cNvSpPr txBox="1"/>
          <p:nvPr/>
        </p:nvSpPr>
        <p:spPr>
          <a:xfrm>
            <a:off x="13862304" y="5596128"/>
            <a:ext cx="2350008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Confidence E</a:t>
            </a:r>
          </a:p>
        </p:txBody>
      </p:sp>
      <p:sp>
        <p:nvSpPr>
          <p:cNvPr id="1246" name="rematching-confidence::confidence-threshold-decision"/>
          <p:cNvSpPr/>
          <p:nvPr/>
        </p:nvSpPr>
        <p:spPr>
          <a:xfrm>
            <a:off x="13898880" y="6254496"/>
            <a:ext cx="2075688" cy="749808"/>
          </a:xfrm>
          <a:prstGeom prst="diamond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rematching-confidence::confidence-threshold-label"/>
          <p:cNvSpPr txBox="1"/>
          <p:nvPr/>
        </p:nvSpPr>
        <p:spPr>
          <a:xfrm>
            <a:off x="14374368" y="6400800"/>
            <a:ext cx="1133856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92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E &lt; τ</a:t>
            </a:r>
          </a:p>
        </p:txBody>
      </p:sp>
      <p:sp>
        <p:nvSpPr>
          <p:cNvPr id="1248" name="rematching-confidence::confidence-yes-label"/>
          <p:cNvSpPr txBox="1"/>
          <p:nvPr/>
        </p:nvSpPr>
        <p:spPr>
          <a:xfrm>
            <a:off x="15224759" y="6803136"/>
            <a:ext cx="749808" cy="3749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0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Yes</a:t>
            </a:r>
          </a:p>
        </p:txBody>
      </p:sp>
      <p:sp>
        <p:nvSpPr>
          <p:cNvPr id="1249" name="rematching-confidence::confidence-argmax-box"/>
          <p:cNvSpPr/>
          <p:nvPr/>
        </p:nvSpPr>
        <p:spPr>
          <a:xfrm>
            <a:off x="13578840" y="7095744"/>
            <a:ext cx="2825496" cy="877824"/>
          </a:xfrm>
          <a:prstGeom prst="roundRect">
            <a:avLst/>
          </a:prstGeom>
          <a:solidFill>
            <a:srgbClr val="FFFFFF"/>
          </a:solidFill>
          <a:ln w="36576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rematching-confidence::confidence-argmax-line"/>
          <p:cNvSpPr txBox="1"/>
          <p:nvPr/>
        </p:nvSpPr>
        <p:spPr>
          <a:xfrm>
            <a:off x="13633704" y="7150608"/>
            <a:ext cx="2715768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t̂</a:t>
            </a:r>
            <a:r>
              <a:rPr sz="1517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s</a:t>
            </a:r>
            <a:r>
              <a:rPr sz="2232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= argmax E(x; p</a:t>
            </a:r>
            <a:r>
              <a:rPr sz="1517" b="0" i="1" baseline="-25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i</a:t>
            </a:r>
            <a:r>
              <a:rPr sz="2232" b="0" i="1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)</a:t>
            </a:r>
          </a:p>
        </p:txBody>
      </p:sp>
      <p:sp>
        <p:nvSpPr>
          <p:cNvPr id="1251" name="rematching-confidence::confidence-candidate-set"/>
          <p:cNvSpPr txBox="1"/>
          <p:nvPr/>
        </p:nvSpPr>
        <p:spPr>
          <a:xfrm>
            <a:off x="14292072" y="7543800"/>
            <a:ext cx="1353312" cy="365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8" b="0" i="1">
                <a:solidFill>
                  <a:srgbClr val="000000"/>
                </a:solidFill>
                <a:latin typeface="Latin Modern Math"/>
                <a:ea typeface="Latin Modern Math"/>
                <a:cs typeface="Latin Modern Math"/>
              </a:rPr>
              <a:t>i ∈ Γ</a:t>
            </a:r>
          </a:p>
        </p:txBody>
      </p:sp>
      <p:sp>
        <p:nvSpPr>
          <p:cNvPr id="1252" name="rematching-confidence::confidence-branch-title"/>
          <p:cNvSpPr txBox="1"/>
          <p:nvPr/>
        </p:nvSpPr>
        <p:spPr>
          <a:xfrm rot="5400000">
            <a:off x="16157448" y="4087368"/>
            <a:ext cx="475488" cy="25786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48" b="1" i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Confidence-based</a:t>
            </a:r>
          </a:p>
        </p:txBody>
      </p:sp>
      <p:cxnSp>
        <p:nvCxnSpPr>
          <p:cNvPr id="1253" name="rematching-confidence-connectors::confidence-classifier-to-distribution"/>
          <p:cNvCxnSpPr/>
          <p:nvPr/>
        </p:nvCxnSpPr>
        <p:spPr>
          <a:xfrm>
            <a:off x="14941296" y="4407408"/>
            <a:ext cx="0" cy="438912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54" name="rematching-confidence-connectors::confidence-classifier-to-distribution::head"/>
          <p:cNvSpPr/>
          <p:nvPr/>
        </p:nvSpPr>
        <p:spPr>
          <a:xfrm rot="10800000">
            <a:off x="14863572" y="4768596"/>
            <a:ext cx="155448" cy="155448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5" name="rematching-confidence-connectors::distribution-to-confidence"/>
          <p:cNvCxnSpPr/>
          <p:nvPr/>
        </p:nvCxnSpPr>
        <p:spPr>
          <a:xfrm>
            <a:off x="15032736" y="5321808"/>
            <a:ext cx="0" cy="237744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56" name="rematching-confidence-connectors::distribution-to-confidence::head"/>
          <p:cNvSpPr/>
          <p:nvPr/>
        </p:nvSpPr>
        <p:spPr>
          <a:xfrm rot="10800000">
            <a:off x="14959584" y="5486400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7" name="rematching-confidence-connectors::confidence-to-threshold"/>
          <p:cNvCxnSpPr/>
          <p:nvPr/>
        </p:nvCxnSpPr>
        <p:spPr>
          <a:xfrm>
            <a:off x="15032736" y="6035040"/>
            <a:ext cx="0" cy="219456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58" name="rematching-confidence-connectors::confidence-to-threshold::head"/>
          <p:cNvSpPr/>
          <p:nvPr/>
        </p:nvSpPr>
        <p:spPr>
          <a:xfrm rot="10800000">
            <a:off x="14959584" y="6181344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59" name="rematching-confidence-connectors::threshold-to-argmax"/>
          <p:cNvCxnSpPr/>
          <p:nvPr/>
        </p:nvCxnSpPr>
        <p:spPr>
          <a:xfrm>
            <a:off x="14941296" y="7004304"/>
            <a:ext cx="0" cy="91440"/>
          </a:xfrm>
          <a:prstGeom prst="line">
            <a:avLst/>
          </a:prstGeom>
          <a:ln w="29260">
            <a:solidFill>
              <a:srgbClr val="000000"/>
            </a:solidFill>
            <a:prstDash val="solid"/>
          </a:ln>
          <a:effectLst/>
        </p:spPr>
      </p:cxnSp>
      <p:sp>
        <p:nvSpPr>
          <p:cNvPr id="1260" name="rematching-confidence-connectors::threshold-to-argmax::head"/>
          <p:cNvSpPr/>
          <p:nvPr/>
        </p:nvSpPr>
        <p:spPr>
          <a:xfrm rot="10800000">
            <a:off x="14868144" y="7022592"/>
            <a:ext cx="146304" cy="146304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Hybrid Re-matching for Continual Learning with Parameter-Efficient Tun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678655" cy="82478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