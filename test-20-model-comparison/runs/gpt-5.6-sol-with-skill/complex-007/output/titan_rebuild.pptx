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07540" cy="6873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:background-1"/>
          <p:cNvSpPr/>
          <p:nvPr/>
        </p:nvSpPr>
        <p:spPr>
          <a:xfrm>
            <a:off x="0" y="0"/>
            <a:ext cx="14607540" cy="6873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anel-boundaries:panel-boundaries-2"/>
          <p:cNvSpPr/>
          <p:nvPr/>
        </p:nvSpPr>
        <p:spPr>
          <a:xfrm>
            <a:off x="99060" y="144780"/>
            <a:ext cx="14417040" cy="2156460"/>
          </a:xfrm>
          <a:prstGeom prst="rect">
            <a:avLst/>
          </a:prstGeom>
          <a:noFill/>
          <a:ln w="30480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anel-boundaries:panel-boundaries-3"/>
          <p:cNvSpPr/>
          <p:nvPr/>
        </p:nvSpPr>
        <p:spPr>
          <a:xfrm>
            <a:off x="99060" y="2385060"/>
            <a:ext cx="5882640" cy="4465320"/>
          </a:xfrm>
          <a:prstGeom prst="rect">
            <a:avLst/>
          </a:prstGeom>
          <a:noFill/>
          <a:ln w="2285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panel-boundaries:panel-boundaries-4"/>
          <p:cNvCxnSpPr/>
          <p:nvPr/>
        </p:nvCxnSpPr>
        <p:spPr>
          <a:xfrm>
            <a:off x="152400" y="4465320"/>
            <a:ext cx="5745480" cy="0"/>
          </a:xfrm>
          <a:prstGeom prst="line">
            <a:avLst/>
          </a:prstGeom>
          <a:ln w="22859">
            <a:solidFill>
              <a:srgbClr val="000000"/>
            </a:solidFill>
            <a:prstDash val="sysDot"/>
          </a:ln>
          <a:effectLst/>
        </p:spPr>
      </p:cxnSp>
      <p:sp>
        <p:nvSpPr>
          <p:cNvPr id="6" name="panel-boundaries:panel-boundaries-5"/>
          <p:cNvSpPr/>
          <p:nvPr/>
        </p:nvSpPr>
        <p:spPr>
          <a:xfrm>
            <a:off x="6050280" y="2385060"/>
            <a:ext cx="8465820" cy="4465320"/>
          </a:xfrm>
          <a:prstGeom prst="rect">
            <a:avLst/>
          </a:prstGeom>
          <a:noFill/>
          <a:ln w="30480">
            <a:solidFill>
              <a:srgbClr val="000000"/>
            </a:solidFill>
            <a:prstDash val="dash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ataset-large-back:dataset-large-back-shadow"/>
          <p:cNvSpPr/>
          <p:nvPr/>
        </p:nvSpPr>
        <p:spPr>
          <a:xfrm>
            <a:off x="396240" y="396240"/>
            <a:ext cx="3055620" cy="147828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ataset-large-back:dataset-large-back-body"/>
          <p:cNvSpPr/>
          <p:nvPr/>
        </p:nvSpPr>
        <p:spPr>
          <a:xfrm>
            <a:off x="312420" y="297180"/>
            <a:ext cx="3055620" cy="147828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ataset-large-back:dataset-large-back-left-ellipsis"/>
          <p:cNvSpPr txBox="1"/>
          <p:nvPr/>
        </p:nvSpPr>
        <p:spPr>
          <a:xfrm>
            <a:off x="381000" y="100675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0" name="dataset-large-back:dataset-large-back-mid-ellipsis"/>
          <p:cNvSpPr txBox="1"/>
          <p:nvPr/>
        </p:nvSpPr>
        <p:spPr>
          <a:xfrm>
            <a:off x="1779117" y="100675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1" name="dataset-large-back:dataset-large-back-right-ellipsis"/>
          <p:cNvSpPr txBox="1"/>
          <p:nvPr/>
        </p:nvSpPr>
        <p:spPr>
          <a:xfrm>
            <a:off x="2857500" y="100675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2" name="dataset-large-back:dataset-large-back-ket-0"/>
          <p:cNvSpPr txBox="1"/>
          <p:nvPr/>
        </p:nvSpPr>
        <p:spPr>
          <a:xfrm>
            <a:off x="381000" y="3962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3" name="dataset-large-back:dataset-large-back-wire-0"/>
          <p:cNvCxnSpPr/>
          <p:nvPr/>
        </p:nvCxnSpPr>
        <p:spPr>
          <a:xfrm>
            <a:off x="655320" y="487680"/>
            <a:ext cx="254508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4" name="dataset-large-back:dataset-large-back-13"/>
          <p:cNvSpPr/>
          <p:nvPr/>
        </p:nvSpPr>
        <p:spPr>
          <a:xfrm>
            <a:off x="710184" y="3965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ataset-large-back:dataset-large-back-14"/>
          <p:cNvSpPr/>
          <p:nvPr/>
        </p:nvSpPr>
        <p:spPr>
          <a:xfrm>
            <a:off x="1037234" y="3895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ataset-large-back:dataset-large-back-15"/>
          <p:cNvSpPr/>
          <p:nvPr/>
        </p:nvSpPr>
        <p:spPr>
          <a:xfrm>
            <a:off x="1357274" y="3895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dataset-large-back:dataset-large-back-16"/>
          <p:cNvSpPr/>
          <p:nvPr/>
        </p:nvSpPr>
        <p:spPr>
          <a:xfrm>
            <a:off x="1670304" y="3965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ataset-large-back:dataset-large-back-17"/>
          <p:cNvSpPr/>
          <p:nvPr/>
        </p:nvSpPr>
        <p:spPr>
          <a:xfrm>
            <a:off x="1997354" y="3895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ataset-large-back:dataset-large-back-18"/>
          <p:cNvSpPr/>
          <p:nvPr/>
        </p:nvSpPr>
        <p:spPr>
          <a:xfrm>
            <a:off x="2317394" y="3895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ataset-large-back:dataset-large-back-19"/>
          <p:cNvSpPr/>
          <p:nvPr/>
        </p:nvSpPr>
        <p:spPr>
          <a:xfrm>
            <a:off x="3040380" y="4038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dataset-large-back:dataset-large-back-20"/>
          <p:cNvCxnSpPr/>
          <p:nvPr/>
        </p:nvCxnSpPr>
        <p:spPr>
          <a:xfrm flipV="1">
            <a:off x="3078480" y="4381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2" name="dataset-large-back:dataset-large-back-21"/>
          <p:cNvCxnSpPr/>
          <p:nvPr/>
        </p:nvCxnSpPr>
        <p:spPr>
          <a:xfrm>
            <a:off x="3141345" y="4381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3" name="dataset-large-back:dataset-large-back-22"/>
          <p:cNvCxnSpPr/>
          <p:nvPr/>
        </p:nvCxnSpPr>
        <p:spPr>
          <a:xfrm flipH="1">
            <a:off x="3169920" y="4381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4" name="dataset-large-back:dataset-large-back-23"/>
          <p:cNvCxnSpPr/>
          <p:nvPr/>
        </p:nvCxnSpPr>
        <p:spPr>
          <a:xfrm>
            <a:off x="3070860" y="523874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5" name="dataset-large-back:dataset-large-back-ket-1"/>
          <p:cNvSpPr txBox="1"/>
          <p:nvPr/>
        </p:nvSpPr>
        <p:spPr>
          <a:xfrm>
            <a:off x="381000" y="6324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26" name="dataset-large-back:dataset-large-back-wire-1"/>
          <p:cNvCxnSpPr/>
          <p:nvPr/>
        </p:nvCxnSpPr>
        <p:spPr>
          <a:xfrm>
            <a:off x="655320" y="723900"/>
            <a:ext cx="254508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27" name="dataset-large-back:dataset-large-back-26"/>
          <p:cNvSpPr/>
          <p:nvPr/>
        </p:nvSpPr>
        <p:spPr>
          <a:xfrm>
            <a:off x="710184" y="6327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ataset-large-back:dataset-large-back-27"/>
          <p:cNvSpPr/>
          <p:nvPr/>
        </p:nvSpPr>
        <p:spPr>
          <a:xfrm>
            <a:off x="1037234" y="6257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ataset-large-back:dataset-large-back-28"/>
          <p:cNvSpPr/>
          <p:nvPr/>
        </p:nvSpPr>
        <p:spPr>
          <a:xfrm>
            <a:off x="1357274" y="6257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dataset-large-back:dataset-large-back-29"/>
          <p:cNvSpPr/>
          <p:nvPr/>
        </p:nvSpPr>
        <p:spPr>
          <a:xfrm>
            <a:off x="1670304" y="6327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ataset-large-back:dataset-large-back-30"/>
          <p:cNvSpPr/>
          <p:nvPr/>
        </p:nvSpPr>
        <p:spPr>
          <a:xfrm>
            <a:off x="1997354" y="6257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dataset-large-back:dataset-large-back-31"/>
          <p:cNvSpPr/>
          <p:nvPr/>
        </p:nvSpPr>
        <p:spPr>
          <a:xfrm>
            <a:off x="2317394" y="6257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ataset-large-back:dataset-large-back-32"/>
          <p:cNvSpPr/>
          <p:nvPr/>
        </p:nvSpPr>
        <p:spPr>
          <a:xfrm>
            <a:off x="3040380" y="6400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dataset-large-back:dataset-large-back-33"/>
          <p:cNvCxnSpPr/>
          <p:nvPr/>
        </p:nvCxnSpPr>
        <p:spPr>
          <a:xfrm flipV="1">
            <a:off x="3078480" y="6743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5" name="dataset-large-back:dataset-large-back-34"/>
          <p:cNvCxnSpPr/>
          <p:nvPr/>
        </p:nvCxnSpPr>
        <p:spPr>
          <a:xfrm>
            <a:off x="3141345" y="6743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6" name="dataset-large-back:dataset-large-back-35"/>
          <p:cNvCxnSpPr/>
          <p:nvPr/>
        </p:nvCxnSpPr>
        <p:spPr>
          <a:xfrm flipH="1">
            <a:off x="3169920" y="6743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7" name="dataset-large-back:dataset-large-back-36"/>
          <p:cNvCxnSpPr/>
          <p:nvPr/>
        </p:nvCxnSpPr>
        <p:spPr>
          <a:xfrm>
            <a:off x="3070860" y="7600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38" name="dataset-large-back:dataset-large-back-ket-2"/>
          <p:cNvSpPr txBox="1"/>
          <p:nvPr/>
        </p:nvSpPr>
        <p:spPr>
          <a:xfrm>
            <a:off x="381000" y="8686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39" name="dataset-large-back:dataset-large-back-wire-2"/>
          <p:cNvCxnSpPr/>
          <p:nvPr/>
        </p:nvCxnSpPr>
        <p:spPr>
          <a:xfrm>
            <a:off x="655320" y="960120"/>
            <a:ext cx="254508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40" name="dataset-large-back:dataset-large-back-39"/>
          <p:cNvSpPr/>
          <p:nvPr/>
        </p:nvSpPr>
        <p:spPr>
          <a:xfrm>
            <a:off x="710184" y="8689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dataset-large-back:dataset-large-back-40"/>
          <p:cNvSpPr/>
          <p:nvPr/>
        </p:nvSpPr>
        <p:spPr>
          <a:xfrm>
            <a:off x="1037234" y="8619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dataset-large-back:dataset-large-back-41"/>
          <p:cNvSpPr/>
          <p:nvPr/>
        </p:nvSpPr>
        <p:spPr>
          <a:xfrm>
            <a:off x="1357274" y="8619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dataset-large-back:dataset-large-back-42"/>
          <p:cNvSpPr/>
          <p:nvPr/>
        </p:nvSpPr>
        <p:spPr>
          <a:xfrm>
            <a:off x="1670304" y="8689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dataset-large-back:dataset-large-back-43"/>
          <p:cNvSpPr/>
          <p:nvPr/>
        </p:nvSpPr>
        <p:spPr>
          <a:xfrm>
            <a:off x="1997354" y="8619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dataset-large-back:dataset-large-back-44"/>
          <p:cNvSpPr/>
          <p:nvPr/>
        </p:nvSpPr>
        <p:spPr>
          <a:xfrm>
            <a:off x="2317394" y="8619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dataset-large-back:dataset-large-back-45"/>
          <p:cNvSpPr/>
          <p:nvPr/>
        </p:nvSpPr>
        <p:spPr>
          <a:xfrm>
            <a:off x="3040380" y="8763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dataset-large-back:dataset-large-back-46"/>
          <p:cNvCxnSpPr/>
          <p:nvPr/>
        </p:nvCxnSpPr>
        <p:spPr>
          <a:xfrm flipV="1">
            <a:off x="3078480" y="9105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48" name="dataset-large-back:dataset-large-back-47"/>
          <p:cNvCxnSpPr/>
          <p:nvPr/>
        </p:nvCxnSpPr>
        <p:spPr>
          <a:xfrm>
            <a:off x="3141345" y="9105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9" name="dataset-large-back:dataset-large-back-48"/>
          <p:cNvCxnSpPr/>
          <p:nvPr/>
        </p:nvCxnSpPr>
        <p:spPr>
          <a:xfrm flipH="1">
            <a:off x="3169920" y="9105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0" name="dataset-large-back:dataset-large-back-49"/>
          <p:cNvCxnSpPr/>
          <p:nvPr/>
        </p:nvCxnSpPr>
        <p:spPr>
          <a:xfrm>
            <a:off x="3070860" y="9963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51" name="dataset-large-back:dataset-large-back-ket-3"/>
          <p:cNvSpPr txBox="1"/>
          <p:nvPr/>
        </p:nvSpPr>
        <p:spPr>
          <a:xfrm>
            <a:off x="381000" y="12496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52" name="dataset-large-back:dataset-large-back-wire-3"/>
          <p:cNvCxnSpPr/>
          <p:nvPr/>
        </p:nvCxnSpPr>
        <p:spPr>
          <a:xfrm>
            <a:off x="655320" y="1341120"/>
            <a:ext cx="254508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53" name="dataset-large-back:dataset-large-back-52"/>
          <p:cNvSpPr/>
          <p:nvPr/>
        </p:nvSpPr>
        <p:spPr>
          <a:xfrm>
            <a:off x="710184" y="12499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dataset-large-back:dataset-large-back-53"/>
          <p:cNvSpPr/>
          <p:nvPr/>
        </p:nvSpPr>
        <p:spPr>
          <a:xfrm>
            <a:off x="1037234" y="12429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dataset-large-back:dataset-large-back-54"/>
          <p:cNvSpPr/>
          <p:nvPr/>
        </p:nvSpPr>
        <p:spPr>
          <a:xfrm>
            <a:off x="1357274" y="12429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dataset-large-back:dataset-large-back-55"/>
          <p:cNvSpPr/>
          <p:nvPr/>
        </p:nvSpPr>
        <p:spPr>
          <a:xfrm>
            <a:off x="1670304" y="12499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dataset-large-back:dataset-large-back-56"/>
          <p:cNvSpPr/>
          <p:nvPr/>
        </p:nvSpPr>
        <p:spPr>
          <a:xfrm>
            <a:off x="1997354" y="12429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dataset-large-back:dataset-large-back-57"/>
          <p:cNvSpPr/>
          <p:nvPr/>
        </p:nvSpPr>
        <p:spPr>
          <a:xfrm>
            <a:off x="2317394" y="12429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dataset-large-back:dataset-large-back-58"/>
          <p:cNvSpPr/>
          <p:nvPr/>
        </p:nvSpPr>
        <p:spPr>
          <a:xfrm>
            <a:off x="3040380" y="12573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dataset-large-back:dataset-large-back-59"/>
          <p:cNvCxnSpPr/>
          <p:nvPr/>
        </p:nvCxnSpPr>
        <p:spPr>
          <a:xfrm flipV="1">
            <a:off x="3078480" y="12915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61" name="dataset-large-back:dataset-large-back-60"/>
          <p:cNvCxnSpPr/>
          <p:nvPr/>
        </p:nvCxnSpPr>
        <p:spPr>
          <a:xfrm>
            <a:off x="3141345" y="12915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2" name="dataset-large-back:dataset-large-back-61"/>
          <p:cNvCxnSpPr/>
          <p:nvPr/>
        </p:nvCxnSpPr>
        <p:spPr>
          <a:xfrm flipH="1">
            <a:off x="3169920" y="12915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3" name="dataset-large-back:dataset-large-back-62"/>
          <p:cNvCxnSpPr/>
          <p:nvPr/>
        </p:nvCxnSpPr>
        <p:spPr>
          <a:xfrm>
            <a:off x="3070860" y="13773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4" name="dataset-large-back:dataset-large-back-ket-4"/>
          <p:cNvSpPr txBox="1"/>
          <p:nvPr/>
        </p:nvSpPr>
        <p:spPr>
          <a:xfrm>
            <a:off x="381000" y="14859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5" name="dataset-large-back:dataset-large-back-wire-4"/>
          <p:cNvCxnSpPr/>
          <p:nvPr/>
        </p:nvCxnSpPr>
        <p:spPr>
          <a:xfrm>
            <a:off x="655320" y="1577340"/>
            <a:ext cx="254508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6" name="dataset-large-back:dataset-large-back-65"/>
          <p:cNvSpPr/>
          <p:nvPr/>
        </p:nvSpPr>
        <p:spPr>
          <a:xfrm>
            <a:off x="710184" y="14862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dataset-large-back:dataset-large-back-66"/>
          <p:cNvSpPr/>
          <p:nvPr/>
        </p:nvSpPr>
        <p:spPr>
          <a:xfrm>
            <a:off x="1037234" y="14791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ataset-large-back:dataset-large-back-67"/>
          <p:cNvSpPr/>
          <p:nvPr/>
        </p:nvSpPr>
        <p:spPr>
          <a:xfrm>
            <a:off x="1357274" y="14791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ataset-large-back:dataset-large-back-68"/>
          <p:cNvSpPr/>
          <p:nvPr/>
        </p:nvSpPr>
        <p:spPr>
          <a:xfrm>
            <a:off x="1670304" y="14862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ataset-large-back:dataset-large-back-69"/>
          <p:cNvSpPr/>
          <p:nvPr/>
        </p:nvSpPr>
        <p:spPr>
          <a:xfrm>
            <a:off x="1997354" y="14791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ataset-large-back:dataset-large-back-70"/>
          <p:cNvSpPr/>
          <p:nvPr/>
        </p:nvSpPr>
        <p:spPr>
          <a:xfrm>
            <a:off x="2317394" y="14791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dataset-large-back:dataset-large-back-71"/>
          <p:cNvSpPr/>
          <p:nvPr/>
        </p:nvSpPr>
        <p:spPr>
          <a:xfrm>
            <a:off x="3040380" y="14935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dataset-large-back:dataset-large-back-72"/>
          <p:cNvCxnSpPr/>
          <p:nvPr/>
        </p:nvCxnSpPr>
        <p:spPr>
          <a:xfrm flipV="1">
            <a:off x="3078480" y="15278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4" name="dataset-large-back:dataset-large-back-73"/>
          <p:cNvCxnSpPr/>
          <p:nvPr/>
        </p:nvCxnSpPr>
        <p:spPr>
          <a:xfrm>
            <a:off x="3141345" y="15278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5" name="dataset-large-back:dataset-large-back-74"/>
          <p:cNvCxnSpPr/>
          <p:nvPr/>
        </p:nvCxnSpPr>
        <p:spPr>
          <a:xfrm flipH="1">
            <a:off x="3169920" y="15278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6" name="dataset-large-back:dataset-large-back-75"/>
          <p:cNvCxnSpPr/>
          <p:nvPr/>
        </p:nvCxnSpPr>
        <p:spPr>
          <a:xfrm>
            <a:off x="3070860" y="16135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77" name="dataset-large-back:dataset-large-back-cnot-a"/>
          <p:cNvSpPr/>
          <p:nvPr/>
        </p:nvSpPr>
        <p:spPr>
          <a:xfrm>
            <a:off x="2567940" y="41148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dataset-large-back:dataset-large-back-cnot-b"/>
          <p:cNvSpPr/>
          <p:nvPr/>
        </p:nvSpPr>
        <p:spPr>
          <a:xfrm>
            <a:off x="2743200" y="126492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dataset-large-front:dataset-large-front-body"/>
          <p:cNvSpPr/>
          <p:nvPr/>
        </p:nvSpPr>
        <p:spPr>
          <a:xfrm>
            <a:off x="396240" y="419100"/>
            <a:ext cx="3048000" cy="146304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dataset-large-front:dataset-large-front-left-ellipsis"/>
          <p:cNvSpPr txBox="1"/>
          <p:nvPr/>
        </p:nvSpPr>
        <p:spPr>
          <a:xfrm>
            <a:off x="464820" y="1121359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81" name="dataset-large-front:dataset-large-front-mid-ellipsis"/>
          <p:cNvSpPr txBox="1"/>
          <p:nvPr/>
        </p:nvSpPr>
        <p:spPr>
          <a:xfrm>
            <a:off x="1859280" y="1121359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82" name="dataset-large-front:dataset-large-front-right-ellipsis"/>
          <p:cNvSpPr txBox="1"/>
          <p:nvPr/>
        </p:nvSpPr>
        <p:spPr>
          <a:xfrm>
            <a:off x="2933700" y="1121359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83" name="dataset-large-front:dataset-large-front-ket-0"/>
          <p:cNvSpPr txBox="1"/>
          <p:nvPr/>
        </p:nvSpPr>
        <p:spPr>
          <a:xfrm>
            <a:off x="464820" y="5181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84" name="dataset-large-front:dataset-large-front-wire-0"/>
          <p:cNvCxnSpPr/>
          <p:nvPr/>
        </p:nvCxnSpPr>
        <p:spPr>
          <a:xfrm>
            <a:off x="739140" y="60960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85" name="dataset-large-front:dataset-large-front-84"/>
          <p:cNvSpPr/>
          <p:nvPr/>
        </p:nvSpPr>
        <p:spPr>
          <a:xfrm>
            <a:off x="794004" y="5184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dataset-large-front:dataset-large-front-85"/>
          <p:cNvSpPr/>
          <p:nvPr/>
        </p:nvSpPr>
        <p:spPr>
          <a:xfrm>
            <a:off x="1119530" y="5114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dataset-large-front:dataset-large-front-86"/>
          <p:cNvSpPr/>
          <p:nvPr/>
        </p:nvSpPr>
        <p:spPr>
          <a:xfrm>
            <a:off x="1438046" y="5114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dataset-large-front:dataset-large-front-87"/>
          <p:cNvSpPr/>
          <p:nvPr/>
        </p:nvSpPr>
        <p:spPr>
          <a:xfrm>
            <a:off x="1749552" y="5184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dataset-large-front:dataset-large-front-88"/>
          <p:cNvSpPr/>
          <p:nvPr/>
        </p:nvSpPr>
        <p:spPr>
          <a:xfrm>
            <a:off x="2075078" y="5114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dataset-large-front:dataset-large-front-89"/>
          <p:cNvSpPr/>
          <p:nvPr/>
        </p:nvSpPr>
        <p:spPr>
          <a:xfrm>
            <a:off x="2393594" y="5114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dataset-large-front:dataset-large-front-90"/>
          <p:cNvSpPr/>
          <p:nvPr/>
        </p:nvSpPr>
        <p:spPr>
          <a:xfrm>
            <a:off x="3116580" y="5257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" name="dataset-large-front:dataset-large-front-91"/>
          <p:cNvCxnSpPr/>
          <p:nvPr/>
        </p:nvCxnSpPr>
        <p:spPr>
          <a:xfrm flipV="1">
            <a:off x="3154680" y="5600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93" name="dataset-large-front:dataset-large-front-92"/>
          <p:cNvCxnSpPr/>
          <p:nvPr/>
        </p:nvCxnSpPr>
        <p:spPr>
          <a:xfrm>
            <a:off x="3217545" y="5600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94" name="dataset-large-front:dataset-large-front-93"/>
          <p:cNvCxnSpPr/>
          <p:nvPr/>
        </p:nvCxnSpPr>
        <p:spPr>
          <a:xfrm flipH="1">
            <a:off x="3246120" y="5600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95" name="dataset-large-front:dataset-large-front-94"/>
          <p:cNvCxnSpPr/>
          <p:nvPr/>
        </p:nvCxnSpPr>
        <p:spPr>
          <a:xfrm>
            <a:off x="3147060" y="6457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96" name="dataset-large-front:dataset-large-front-ket-1"/>
          <p:cNvSpPr txBox="1"/>
          <p:nvPr/>
        </p:nvSpPr>
        <p:spPr>
          <a:xfrm>
            <a:off x="464820" y="7543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97" name="dataset-large-front:dataset-large-front-wire-1"/>
          <p:cNvCxnSpPr/>
          <p:nvPr/>
        </p:nvCxnSpPr>
        <p:spPr>
          <a:xfrm>
            <a:off x="739140" y="84582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98" name="dataset-large-front:dataset-large-front-97"/>
          <p:cNvSpPr/>
          <p:nvPr/>
        </p:nvSpPr>
        <p:spPr>
          <a:xfrm>
            <a:off x="794004" y="7546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ataset-large-front:dataset-large-front-98"/>
          <p:cNvSpPr/>
          <p:nvPr/>
        </p:nvSpPr>
        <p:spPr>
          <a:xfrm>
            <a:off x="1119530" y="7476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dataset-large-front:dataset-large-front-99"/>
          <p:cNvSpPr/>
          <p:nvPr/>
        </p:nvSpPr>
        <p:spPr>
          <a:xfrm>
            <a:off x="1438046" y="7476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ataset-large-front:dataset-large-front-100"/>
          <p:cNvSpPr/>
          <p:nvPr/>
        </p:nvSpPr>
        <p:spPr>
          <a:xfrm>
            <a:off x="1749552" y="7546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dataset-large-front:dataset-large-front-101"/>
          <p:cNvSpPr/>
          <p:nvPr/>
        </p:nvSpPr>
        <p:spPr>
          <a:xfrm>
            <a:off x="2075078" y="7476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ataset-large-front:dataset-large-front-102"/>
          <p:cNvSpPr/>
          <p:nvPr/>
        </p:nvSpPr>
        <p:spPr>
          <a:xfrm>
            <a:off x="2393594" y="7476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dataset-large-front:dataset-large-front-103"/>
          <p:cNvSpPr/>
          <p:nvPr/>
        </p:nvSpPr>
        <p:spPr>
          <a:xfrm>
            <a:off x="3116580" y="7620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dataset-large-front:dataset-large-front-104"/>
          <p:cNvCxnSpPr/>
          <p:nvPr/>
        </p:nvCxnSpPr>
        <p:spPr>
          <a:xfrm flipV="1">
            <a:off x="3154680" y="7962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06" name="dataset-large-front:dataset-large-front-105"/>
          <p:cNvCxnSpPr/>
          <p:nvPr/>
        </p:nvCxnSpPr>
        <p:spPr>
          <a:xfrm>
            <a:off x="3217545" y="7962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7" name="dataset-large-front:dataset-large-front-106"/>
          <p:cNvCxnSpPr/>
          <p:nvPr/>
        </p:nvCxnSpPr>
        <p:spPr>
          <a:xfrm flipH="1">
            <a:off x="3246120" y="7962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8" name="dataset-large-front:dataset-large-front-107"/>
          <p:cNvCxnSpPr/>
          <p:nvPr/>
        </p:nvCxnSpPr>
        <p:spPr>
          <a:xfrm>
            <a:off x="3147060" y="8820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09" name="dataset-large-front:dataset-large-front-ket-2"/>
          <p:cNvSpPr txBox="1"/>
          <p:nvPr/>
        </p:nvSpPr>
        <p:spPr>
          <a:xfrm>
            <a:off x="464820" y="990599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10" name="dataset-large-front:dataset-large-front-wire-2"/>
          <p:cNvCxnSpPr/>
          <p:nvPr/>
        </p:nvCxnSpPr>
        <p:spPr>
          <a:xfrm>
            <a:off x="739140" y="108204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11" name="dataset-large-front:dataset-large-front-110"/>
          <p:cNvSpPr/>
          <p:nvPr/>
        </p:nvSpPr>
        <p:spPr>
          <a:xfrm>
            <a:off x="794004" y="9909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dataset-large-front:dataset-large-front-111"/>
          <p:cNvSpPr/>
          <p:nvPr/>
        </p:nvSpPr>
        <p:spPr>
          <a:xfrm>
            <a:off x="1119530" y="9838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ataset-large-front:dataset-large-front-112"/>
          <p:cNvSpPr/>
          <p:nvPr/>
        </p:nvSpPr>
        <p:spPr>
          <a:xfrm>
            <a:off x="1438046" y="9838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dataset-large-front:dataset-large-front-113"/>
          <p:cNvSpPr/>
          <p:nvPr/>
        </p:nvSpPr>
        <p:spPr>
          <a:xfrm>
            <a:off x="1749552" y="9909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dataset-large-front:dataset-large-front-114"/>
          <p:cNvSpPr/>
          <p:nvPr/>
        </p:nvSpPr>
        <p:spPr>
          <a:xfrm>
            <a:off x="2075078" y="9838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dataset-large-front:dataset-large-front-115"/>
          <p:cNvSpPr/>
          <p:nvPr/>
        </p:nvSpPr>
        <p:spPr>
          <a:xfrm>
            <a:off x="2393594" y="9838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dataset-large-front:dataset-large-front-116"/>
          <p:cNvSpPr/>
          <p:nvPr/>
        </p:nvSpPr>
        <p:spPr>
          <a:xfrm>
            <a:off x="3116580" y="998219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8" name="dataset-large-front:dataset-large-front-117"/>
          <p:cNvCxnSpPr/>
          <p:nvPr/>
        </p:nvCxnSpPr>
        <p:spPr>
          <a:xfrm flipV="1">
            <a:off x="3154680" y="10325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19" name="dataset-large-front:dataset-large-front-118"/>
          <p:cNvCxnSpPr/>
          <p:nvPr/>
        </p:nvCxnSpPr>
        <p:spPr>
          <a:xfrm>
            <a:off x="3217545" y="10325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0" name="dataset-large-front:dataset-large-front-119"/>
          <p:cNvCxnSpPr/>
          <p:nvPr/>
        </p:nvCxnSpPr>
        <p:spPr>
          <a:xfrm flipH="1">
            <a:off x="3246120" y="10325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1" name="dataset-large-front:dataset-large-front-120"/>
          <p:cNvCxnSpPr/>
          <p:nvPr/>
        </p:nvCxnSpPr>
        <p:spPr>
          <a:xfrm>
            <a:off x="3147060" y="11182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2" name="dataset-large-front:dataset-large-front-ket-3"/>
          <p:cNvSpPr txBox="1"/>
          <p:nvPr/>
        </p:nvSpPr>
        <p:spPr>
          <a:xfrm>
            <a:off x="464820" y="13563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23" name="dataset-large-front:dataset-large-front-wire-3"/>
          <p:cNvCxnSpPr/>
          <p:nvPr/>
        </p:nvCxnSpPr>
        <p:spPr>
          <a:xfrm>
            <a:off x="739140" y="144780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4" name="dataset-large-front:dataset-large-front-123"/>
          <p:cNvSpPr/>
          <p:nvPr/>
        </p:nvSpPr>
        <p:spPr>
          <a:xfrm>
            <a:off x="794004" y="13566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dataset-large-front:dataset-large-front-124"/>
          <p:cNvSpPr/>
          <p:nvPr/>
        </p:nvSpPr>
        <p:spPr>
          <a:xfrm>
            <a:off x="1119530" y="13496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dataset-large-front:dataset-large-front-125"/>
          <p:cNvSpPr/>
          <p:nvPr/>
        </p:nvSpPr>
        <p:spPr>
          <a:xfrm>
            <a:off x="1438046" y="13496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dataset-large-front:dataset-large-front-126"/>
          <p:cNvSpPr/>
          <p:nvPr/>
        </p:nvSpPr>
        <p:spPr>
          <a:xfrm>
            <a:off x="1749552" y="13566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dataset-large-front:dataset-large-front-127"/>
          <p:cNvSpPr/>
          <p:nvPr/>
        </p:nvSpPr>
        <p:spPr>
          <a:xfrm>
            <a:off x="2075078" y="13496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dataset-large-front:dataset-large-front-128"/>
          <p:cNvSpPr/>
          <p:nvPr/>
        </p:nvSpPr>
        <p:spPr>
          <a:xfrm>
            <a:off x="2393594" y="13496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dataset-large-front:dataset-large-front-129"/>
          <p:cNvSpPr/>
          <p:nvPr/>
        </p:nvSpPr>
        <p:spPr>
          <a:xfrm>
            <a:off x="3116580" y="13639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1" name="dataset-large-front:dataset-large-front-130"/>
          <p:cNvCxnSpPr/>
          <p:nvPr/>
        </p:nvCxnSpPr>
        <p:spPr>
          <a:xfrm flipV="1">
            <a:off x="3154680" y="13982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32" name="dataset-large-front:dataset-large-front-131"/>
          <p:cNvCxnSpPr/>
          <p:nvPr/>
        </p:nvCxnSpPr>
        <p:spPr>
          <a:xfrm>
            <a:off x="3217545" y="13982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33" name="dataset-large-front:dataset-large-front-132"/>
          <p:cNvCxnSpPr/>
          <p:nvPr/>
        </p:nvCxnSpPr>
        <p:spPr>
          <a:xfrm flipH="1">
            <a:off x="3246120" y="13982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34" name="dataset-large-front:dataset-large-front-133"/>
          <p:cNvCxnSpPr/>
          <p:nvPr/>
        </p:nvCxnSpPr>
        <p:spPr>
          <a:xfrm>
            <a:off x="3147060" y="14839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35" name="dataset-large-front:dataset-large-front-ket-4"/>
          <p:cNvSpPr txBox="1"/>
          <p:nvPr/>
        </p:nvSpPr>
        <p:spPr>
          <a:xfrm>
            <a:off x="464820" y="15925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36" name="dataset-large-front:dataset-large-front-wire-4"/>
          <p:cNvCxnSpPr/>
          <p:nvPr/>
        </p:nvCxnSpPr>
        <p:spPr>
          <a:xfrm>
            <a:off x="739140" y="168402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37" name="dataset-large-front:dataset-large-front-136"/>
          <p:cNvSpPr/>
          <p:nvPr/>
        </p:nvSpPr>
        <p:spPr>
          <a:xfrm>
            <a:off x="794004" y="15928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dataset-large-front:dataset-large-front-137"/>
          <p:cNvSpPr/>
          <p:nvPr/>
        </p:nvSpPr>
        <p:spPr>
          <a:xfrm>
            <a:off x="1119530" y="15858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dataset-large-front:dataset-large-front-138"/>
          <p:cNvSpPr/>
          <p:nvPr/>
        </p:nvSpPr>
        <p:spPr>
          <a:xfrm>
            <a:off x="1438046" y="15858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dataset-large-front:dataset-large-front-139"/>
          <p:cNvSpPr/>
          <p:nvPr/>
        </p:nvSpPr>
        <p:spPr>
          <a:xfrm>
            <a:off x="1749552" y="15928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dataset-large-front:dataset-large-front-140"/>
          <p:cNvSpPr/>
          <p:nvPr/>
        </p:nvSpPr>
        <p:spPr>
          <a:xfrm>
            <a:off x="2075078" y="15858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dataset-large-front:dataset-large-front-141"/>
          <p:cNvSpPr/>
          <p:nvPr/>
        </p:nvSpPr>
        <p:spPr>
          <a:xfrm>
            <a:off x="2393594" y="15858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dataset-large-front:dataset-large-front-142"/>
          <p:cNvSpPr/>
          <p:nvPr/>
        </p:nvSpPr>
        <p:spPr>
          <a:xfrm>
            <a:off x="3116580" y="16002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4" name="dataset-large-front:dataset-large-front-143"/>
          <p:cNvCxnSpPr/>
          <p:nvPr/>
        </p:nvCxnSpPr>
        <p:spPr>
          <a:xfrm flipV="1">
            <a:off x="3154680" y="16344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45" name="dataset-large-front:dataset-large-front-144"/>
          <p:cNvCxnSpPr/>
          <p:nvPr/>
        </p:nvCxnSpPr>
        <p:spPr>
          <a:xfrm>
            <a:off x="3217545" y="16344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46" name="dataset-large-front:dataset-large-front-145"/>
          <p:cNvCxnSpPr/>
          <p:nvPr/>
        </p:nvCxnSpPr>
        <p:spPr>
          <a:xfrm flipH="1">
            <a:off x="3246120" y="16344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47" name="dataset-large-front:dataset-large-front-146"/>
          <p:cNvCxnSpPr/>
          <p:nvPr/>
        </p:nvCxnSpPr>
        <p:spPr>
          <a:xfrm>
            <a:off x="3147060" y="17202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48" name="dataset-large-front:dataset-large-front-cnot-a"/>
          <p:cNvSpPr/>
          <p:nvPr/>
        </p:nvSpPr>
        <p:spPr>
          <a:xfrm>
            <a:off x="2644140" y="53340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dataset-large-front:dataset-large-front-cnot-b"/>
          <p:cNvSpPr/>
          <p:nvPr/>
        </p:nvSpPr>
        <p:spPr>
          <a:xfrm>
            <a:off x="2819400" y="137160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dataset-medium-back:dataset-medium-back-shadow"/>
          <p:cNvSpPr/>
          <p:nvPr/>
        </p:nvSpPr>
        <p:spPr>
          <a:xfrm>
            <a:off x="723900" y="769620"/>
            <a:ext cx="2819400" cy="124206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dataset-medium-back:dataset-medium-back-body"/>
          <p:cNvSpPr/>
          <p:nvPr/>
        </p:nvSpPr>
        <p:spPr>
          <a:xfrm>
            <a:off x="640080" y="670560"/>
            <a:ext cx="2819400" cy="124206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dataset-medium-back:dataset-medium-back-ket-0"/>
          <p:cNvSpPr txBox="1"/>
          <p:nvPr/>
        </p:nvSpPr>
        <p:spPr>
          <a:xfrm>
            <a:off x="708660" y="7543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53" name="dataset-medium-back:dataset-medium-back-wire-0"/>
          <p:cNvCxnSpPr/>
          <p:nvPr/>
        </p:nvCxnSpPr>
        <p:spPr>
          <a:xfrm>
            <a:off x="982980" y="845820"/>
            <a:ext cx="23088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54" name="dataset-medium-back:dataset-medium-back-153"/>
          <p:cNvSpPr/>
          <p:nvPr/>
        </p:nvSpPr>
        <p:spPr>
          <a:xfrm>
            <a:off x="1037844" y="7546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dataset-medium-back:dataset-medium-back-154"/>
          <p:cNvSpPr/>
          <p:nvPr/>
        </p:nvSpPr>
        <p:spPr>
          <a:xfrm>
            <a:off x="1317650" y="7476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dataset-medium-back:dataset-medium-back-155"/>
          <p:cNvSpPr/>
          <p:nvPr/>
        </p:nvSpPr>
        <p:spPr>
          <a:xfrm>
            <a:off x="1590446" y="7476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dataset-medium-back:dataset-medium-back-156"/>
          <p:cNvSpPr/>
          <p:nvPr/>
        </p:nvSpPr>
        <p:spPr>
          <a:xfrm>
            <a:off x="1856231" y="7546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dataset-medium-back:dataset-medium-back-157"/>
          <p:cNvSpPr/>
          <p:nvPr/>
        </p:nvSpPr>
        <p:spPr>
          <a:xfrm>
            <a:off x="2136038" y="7476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dataset-medium-back:dataset-medium-back-158"/>
          <p:cNvSpPr/>
          <p:nvPr/>
        </p:nvSpPr>
        <p:spPr>
          <a:xfrm>
            <a:off x="2408834" y="7476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dataset-medium-back:dataset-medium-back-159"/>
          <p:cNvSpPr/>
          <p:nvPr/>
        </p:nvSpPr>
        <p:spPr>
          <a:xfrm>
            <a:off x="3131820" y="7620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1" name="dataset-medium-back:dataset-medium-back-160"/>
          <p:cNvCxnSpPr/>
          <p:nvPr/>
        </p:nvCxnSpPr>
        <p:spPr>
          <a:xfrm flipV="1">
            <a:off x="3169920" y="7962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62" name="dataset-medium-back:dataset-medium-back-161"/>
          <p:cNvCxnSpPr/>
          <p:nvPr/>
        </p:nvCxnSpPr>
        <p:spPr>
          <a:xfrm>
            <a:off x="3232785" y="7962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63" name="dataset-medium-back:dataset-medium-back-162"/>
          <p:cNvCxnSpPr/>
          <p:nvPr/>
        </p:nvCxnSpPr>
        <p:spPr>
          <a:xfrm flipH="1">
            <a:off x="3261360" y="7962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64" name="dataset-medium-back:dataset-medium-back-163"/>
          <p:cNvCxnSpPr/>
          <p:nvPr/>
        </p:nvCxnSpPr>
        <p:spPr>
          <a:xfrm>
            <a:off x="3162300" y="8820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65" name="dataset-medium-back:dataset-medium-back-ket-1"/>
          <p:cNvSpPr txBox="1"/>
          <p:nvPr/>
        </p:nvSpPr>
        <p:spPr>
          <a:xfrm>
            <a:off x="708660" y="990599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66" name="dataset-medium-back:dataset-medium-back-wire-1"/>
          <p:cNvCxnSpPr/>
          <p:nvPr/>
        </p:nvCxnSpPr>
        <p:spPr>
          <a:xfrm>
            <a:off x="982980" y="1082040"/>
            <a:ext cx="23088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67" name="dataset-medium-back:dataset-medium-back-166"/>
          <p:cNvSpPr/>
          <p:nvPr/>
        </p:nvSpPr>
        <p:spPr>
          <a:xfrm>
            <a:off x="1037844" y="9909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dataset-medium-back:dataset-medium-back-167"/>
          <p:cNvSpPr/>
          <p:nvPr/>
        </p:nvSpPr>
        <p:spPr>
          <a:xfrm>
            <a:off x="1317650" y="9838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dataset-medium-back:dataset-medium-back-168"/>
          <p:cNvSpPr/>
          <p:nvPr/>
        </p:nvSpPr>
        <p:spPr>
          <a:xfrm>
            <a:off x="1590446" y="9838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dataset-medium-back:dataset-medium-back-169"/>
          <p:cNvSpPr/>
          <p:nvPr/>
        </p:nvSpPr>
        <p:spPr>
          <a:xfrm>
            <a:off x="1856231" y="9909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dataset-medium-back:dataset-medium-back-170"/>
          <p:cNvSpPr/>
          <p:nvPr/>
        </p:nvSpPr>
        <p:spPr>
          <a:xfrm>
            <a:off x="2136038" y="9838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dataset-medium-back:dataset-medium-back-171"/>
          <p:cNvSpPr/>
          <p:nvPr/>
        </p:nvSpPr>
        <p:spPr>
          <a:xfrm>
            <a:off x="2408834" y="9838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dataset-medium-back:dataset-medium-back-172"/>
          <p:cNvSpPr/>
          <p:nvPr/>
        </p:nvSpPr>
        <p:spPr>
          <a:xfrm>
            <a:off x="3131820" y="998219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4" name="dataset-medium-back:dataset-medium-back-173"/>
          <p:cNvCxnSpPr/>
          <p:nvPr/>
        </p:nvCxnSpPr>
        <p:spPr>
          <a:xfrm flipV="1">
            <a:off x="3169920" y="10325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75" name="dataset-medium-back:dataset-medium-back-174"/>
          <p:cNvCxnSpPr/>
          <p:nvPr/>
        </p:nvCxnSpPr>
        <p:spPr>
          <a:xfrm>
            <a:off x="3232785" y="10325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76" name="dataset-medium-back:dataset-medium-back-175"/>
          <p:cNvCxnSpPr/>
          <p:nvPr/>
        </p:nvCxnSpPr>
        <p:spPr>
          <a:xfrm flipH="1">
            <a:off x="3261360" y="10325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77" name="dataset-medium-back:dataset-medium-back-176"/>
          <p:cNvCxnSpPr/>
          <p:nvPr/>
        </p:nvCxnSpPr>
        <p:spPr>
          <a:xfrm>
            <a:off x="3162300" y="11182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78" name="dataset-medium-back:dataset-medium-back-ket-2"/>
          <p:cNvSpPr txBox="1"/>
          <p:nvPr/>
        </p:nvSpPr>
        <p:spPr>
          <a:xfrm>
            <a:off x="708660" y="12268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79" name="dataset-medium-back:dataset-medium-back-wire-2"/>
          <p:cNvCxnSpPr/>
          <p:nvPr/>
        </p:nvCxnSpPr>
        <p:spPr>
          <a:xfrm>
            <a:off x="982980" y="1318260"/>
            <a:ext cx="23088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80" name="dataset-medium-back:dataset-medium-back-179"/>
          <p:cNvSpPr/>
          <p:nvPr/>
        </p:nvSpPr>
        <p:spPr>
          <a:xfrm>
            <a:off x="1037844" y="12271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dataset-medium-back:dataset-medium-back-180"/>
          <p:cNvSpPr/>
          <p:nvPr/>
        </p:nvSpPr>
        <p:spPr>
          <a:xfrm>
            <a:off x="1317650" y="12201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dataset-medium-back:dataset-medium-back-181"/>
          <p:cNvSpPr/>
          <p:nvPr/>
        </p:nvSpPr>
        <p:spPr>
          <a:xfrm>
            <a:off x="1590446" y="12201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dataset-medium-back:dataset-medium-back-182"/>
          <p:cNvSpPr/>
          <p:nvPr/>
        </p:nvSpPr>
        <p:spPr>
          <a:xfrm>
            <a:off x="1856231" y="12271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dataset-medium-back:dataset-medium-back-183"/>
          <p:cNvSpPr/>
          <p:nvPr/>
        </p:nvSpPr>
        <p:spPr>
          <a:xfrm>
            <a:off x="2136038" y="12201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dataset-medium-back:dataset-medium-back-184"/>
          <p:cNvSpPr/>
          <p:nvPr/>
        </p:nvSpPr>
        <p:spPr>
          <a:xfrm>
            <a:off x="2408834" y="12201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dataset-medium-back:dataset-medium-back-185"/>
          <p:cNvSpPr/>
          <p:nvPr/>
        </p:nvSpPr>
        <p:spPr>
          <a:xfrm>
            <a:off x="3131820" y="12344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7" name="dataset-medium-back:dataset-medium-back-186"/>
          <p:cNvCxnSpPr/>
          <p:nvPr/>
        </p:nvCxnSpPr>
        <p:spPr>
          <a:xfrm flipV="1">
            <a:off x="3169920" y="12687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88" name="dataset-medium-back:dataset-medium-back-187"/>
          <p:cNvCxnSpPr/>
          <p:nvPr/>
        </p:nvCxnSpPr>
        <p:spPr>
          <a:xfrm>
            <a:off x="3232785" y="12687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89" name="dataset-medium-back:dataset-medium-back-188"/>
          <p:cNvCxnSpPr/>
          <p:nvPr/>
        </p:nvCxnSpPr>
        <p:spPr>
          <a:xfrm flipH="1">
            <a:off x="3261360" y="12687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90" name="dataset-medium-back:dataset-medium-back-189"/>
          <p:cNvCxnSpPr/>
          <p:nvPr/>
        </p:nvCxnSpPr>
        <p:spPr>
          <a:xfrm>
            <a:off x="3162300" y="13544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91" name="dataset-medium-back:dataset-medium-back-ket-3"/>
          <p:cNvSpPr txBox="1"/>
          <p:nvPr/>
        </p:nvSpPr>
        <p:spPr>
          <a:xfrm>
            <a:off x="708660" y="16459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92" name="dataset-medium-back:dataset-medium-back-wire-3"/>
          <p:cNvCxnSpPr/>
          <p:nvPr/>
        </p:nvCxnSpPr>
        <p:spPr>
          <a:xfrm>
            <a:off x="982980" y="1737360"/>
            <a:ext cx="23088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93" name="dataset-medium-back:dataset-medium-back-192"/>
          <p:cNvSpPr/>
          <p:nvPr/>
        </p:nvSpPr>
        <p:spPr>
          <a:xfrm>
            <a:off x="1037844" y="16462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ataset-medium-back:dataset-medium-back-193"/>
          <p:cNvSpPr/>
          <p:nvPr/>
        </p:nvSpPr>
        <p:spPr>
          <a:xfrm>
            <a:off x="1317650" y="16392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dataset-medium-back:dataset-medium-back-194"/>
          <p:cNvSpPr/>
          <p:nvPr/>
        </p:nvSpPr>
        <p:spPr>
          <a:xfrm>
            <a:off x="1590446" y="16392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dataset-medium-back:dataset-medium-back-195"/>
          <p:cNvSpPr/>
          <p:nvPr/>
        </p:nvSpPr>
        <p:spPr>
          <a:xfrm>
            <a:off x="1856231" y="16462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dataset-medium-back:dataset-medium-back-196"/>
          <p:cNvSpPr/>
          <p:nvPr/>
        </p:nvSpPr>
        <p:spPr>
          <a:xfrm>
            <a:off x="2136038" y="16392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dataset-medium-back:dataset-medium-back-197"/>
          <p:cNvSpPr/>
          <p:nvPr/>
        </p:nvSpPr>
        <p:spPr>
          <a:xfrm>
            <a:off x="2408834" y="16392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dataset-medium-back:dataset-medium-back-198"/>
          <p:cNvSpPr/>
          <p:nvPr/>
        </p:nvSpPr>
        <p:spPr>
          <a:xfrm>
            <a:off x="3131820" y="16535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0" name="dataset-medium-back:dataset-medium-back-199"/>
          <p:cNvCxnSpPr/>
          <p:nvPr/>
        </p:nvCxnSpPr>
        <p:spPr>
          <a:xfrm flipV="1">
            <a:off x="3169920" y="16878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01" name="dataset-medium-back:dataset-medium-back-200"/>
          <p:cNvCxnSpPr/>
          <p:nvPr/>
        </p:nvCxnSpPr>
        <p:spPr>
          <a:xfrm>
            <a:off x="3232785" y="16878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02" name="dataset-medium-back:dataset-medium-back-201"/>
          <p:cNvCxnSpPr/>
          <p:nvPr/>
        </p:nvCxnSpPr>
        <p:spPr>
          <a:xfrm flipH="1">
            <a:off x="3261360" y="16878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03" name="dataset-medium-back:dataset-medium-back-202"/>
          <p:cNvCxnSpPr/>
          <p:nvPr/>
        </p:nvCxnSpPr>
        <p:spPr>
          <a:xfrm>
            <a:off x="3162300" y="17735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04" name="dataset-medium-back:dataset-medium-back-cnot-a"/>
          <p:cNvSpPr/>
          <p:nvPr/>
        </p:nvSpPr>
        <p:spPr>
          <a:xfrm>
            <a:off x="2659380" y="76962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dataset-medium-back:dataset-medium-back-cnot-b"/>
          <p:cNvSpPr/>
          <p:nvPr/>
        </p:nvSpPr>
        <p:spPr>
          <a:xfrm>
            <a:off x="2834640" y="1242060"/>
            <a:ext cx="99060" cy="57150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dataset-medium-front:dataset-medium-front-body"/>
          <p:cNvSpPr/>
          <p:nvPr/>
        </p:nvSpPr>
        <p:spPr>
          <a:xfrm>
            <a:off x="723900" y="784860"/>
            <a:ext cx="2727960" cy="113538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dataset-medium-front:dataset-medium-front-ket-0"/>
          <p:cNvSpPr txBox="1"/>
          <p:nvPr/>
        </p:nvSpPr>
        <p:spPr>
          <a:xfrm>
            <a:off x="792480" y="8686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208" name="dataset-medium-front:dataset-medium-front-wire-0"/>
          <p:cNvCxnSpPr/>
          <p:nvPr/>
        </p:nvCxnSpPr>
        <p:spPr>
          <a:xfrm>
            <a:off x="1066800" y="960120"/>
            <a:ext cx="22174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209" name="dataset-medium-front:dataset-medium-front-208"/>
          <p:cNvSpPr/>
          <p:nvPr/>
        </p:nvSpPr>
        <p:spPr>
          <a:xfrm>
            <a:off x="1121664" y="8689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dataset-medium-front:dataset-medium-front-209"/>
          <p:cNvSpPr/>
          <p:nvPr/>
        </p:nvSpPr>
        <p:spPr>
          <a:xfrm>
            <a:off x="1383182" y="8619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dataset-medium-front:dataset-medium-front-210"/>
          <p:cNvSpPr/>
          <p:nvPr/>
        </p:nvSpPr>
        <p:spPr>
          <a:xfrm>
            <a:off x="1637690" y="8619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dataset-medium-front:dataset-medium-front-211"/>
          <p:cNvSpPr/>
          <p:nvPr/>
        </p:nvSpPr>
        <p:spPr>
          <a:xfrm>
            <a:off x="1885187" y="8689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dataset-medium-front:dataset-medium-front-212"/>
          <p:cNvSpPr/>
          <p:nvPr/>
        </p:nvSpPr>
        <p:spPr>
          <a:xfrm>
            <a:off x="2146706" y="8619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dataset-medium-front:dataset-medium-front-213"/>
          <p:cNvSpPr/>
          <p:nvPr/>
        </p:nvSpPr>
        <p:spPr>
          <a:xfrm>
            <a:off x="2401214" y="8619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dataset-medium-front:dataset-medium-front-214"/>
          <p:cNvSpPr/>
          <p:nvPr/>
        </p:nvSpPr>
        <p:spPr>
          <a:xfrm>
            <a:off x="3124200" y="8763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6" name="dataset-medium-front:dataset-medium-front-215"/>
          <p:cNvCxnSpPr/>
          <p:nvPr/>
        </p:nvCxnSpPr>
        <p:spPr>
          <a:xfrm flipV="1">
            <a:off x="3162300" y="9105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17" name="dataset-medium-front:dataset-medium-front-216"/>
          <p:cNvCxnSpPr/>
          <p:nvPr/>
        </p:nvCxnSpPr>
        <p:spPr>
          <a:xfrm>
            <a:off x="3225165" y="9105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18" name="dataset-medium-front:dataset-medium-front-217"/>
          <p:cNvCxnSpPr/>
          <p:nvPr/>
        </p:nvCxnSpPr>
        <p:spPr>
          <a:xfrm flipH="1">
            <a:off x="3253740" y="9105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19" name="dataset-medium-front:dataset-medium-front-218"/>
          <p:cNvCxnSpPr/>
          <p:nvPr/>
        </p:nvCxnSpPr>
        <p:spPr>
          <a:xfrm>
            <a:off x="3154680" y="9963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20" name="dataset-medium-front:dataset-medium-front-ket-1"/>
          <p:cNvSpPr txBox="1"/>
          <p:nvPr/>
        </p:nvSpPr>
        <p:spPr>
          <a:xfrm>
            <a:off x="792480" y="11049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221" name="dataset-medium-front:dataset-medium-front-wire-1"/>
          <p:cNvCxnSpPr/>
          <p:nvPr/>
        </p:nvCxnSpPr>
        <p:spPr>
          <a:xfrm>
            <a:off x="1066800" y="1196340"/>
            <a:ext cx="22174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222" name="dataset-medium-front:dataset-medium-front-221"/>
          <p:cNvSpPr/>
          <p:nvPr/>
        </p:nvSpPr>
        <p:spPr>
          <a:xfrm>
            <a:off x="1121664" y="11052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dataset-medium-front:dataset-medium-front-222"/>
          <p:cNvSpPr/>
          <p:nvPr/>
        </p:nvSpPr>
        <p:spPr>
          <a:xfrm>
            <a:off x="1383182" y="10981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dataset-medium-front:dataset-medium-front-223"/>
          <p:cNvSpPr/>
          <p:nvPr/>
        </p:nvSpPr>
        <p:spPr>
          <a:xfrm>
            <a:off x="1637690" y="10981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dataset-medium-front:dataset-medium-front-224"/>
          <p:cNvSpPr/>
          <p:nvPr/>
        </p:nvSpPr>
        <p:spPr>
          <a:xfrm>
            <a:off x="1885187" y="11052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dataset-medium-front:dataset-medium-front-225"/>
          <p:cNvSpPr/>
          <p:nvPr/>
        </p:nvSpPr>
        <p:spPr>
          <a:xfrm>
            <a:off x="2146706" y="10981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dataset-medium-front:dataset-medium-front-226"/>
          <p:cNvSpPr/>
          <p:nvPr/>
        </p:nvSpPr>
        <p:spPr>
          <a:xfrm>
            <a:off x="2401214" y="10981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dataset-medium-front:dataset-medium-front-227"/>
          <p:cNvSpPr/>
          <p:nvPr/>
        </p:nvSpPr>
        <p:spPr>
          <a:xfrm>
            <a:off x="3124200" y="11125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9" name="dataset-medium-front:dataset-medium-front-228"/>
          <p:cNvCxnSpPr/>
          <p:nvPr/>
        </p:nvCxnSpPr>
        <p:spPr>
          <a:xfrm flipV="1">
            <a:off x="3162300" y="11468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30" name="dataset-medium-front:dataset-medium-front-229"/>
          <p:cNvCxnSpPr/>
          <p:nvPr/>
        </p:nvCxnSpPr>
        <p:spPr>
          <a:xfrm>
            <a:off x="3225165" y="11468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31" name="dataset-medium-front:dataset-medium-front-230"/>
          <p:cNvCxnSpPr/>
          <p:nvPr/>
        </p:nvCxnSpPr>
        <p:spPr>
          <a:xfrm flipH="1">
            <a:off x="3253740" y="11468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32" name="dataset-medium-front:dataset-medium-front-231"/>
          <p:cNvCxnSpPr/>
          <p:nvPr/>
        </p:nvCxnSpPr>
        <p:spPr>
          <a:xfrm>
            <a:off x="3154680" y="12325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33" name="dataset-medium-front:dataset-medium-front-ket-2"/>
          <p:cNvSpPr txBox="1"/>
          <p:nvPr/>
        </p:nvSpPr>
        <p:spPr>
          <a:xfrm>
            <a:off x="792480" y="13411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234" name="dataset-medium-front:dataset-medium-front-wire-2"/>
          <p:cNvCxnSpPr/>
          <p:nvPr/>
        </p:nvCxnSpPr>
        <p:spPr>
          <a:xfrm>
            <a:off x="1066800" y="1432560"/>
            <a:ext cx="22174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235" name="dataset-medium-front:dataset-medium-front-234"/>
          <p:cNvSpPr/>
          <p:nvPr/>
        </p:nvSpPr>
        <p:spPr>
          <a:xfrm>
            <a:off x="1121664" y="13414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dataset-medium-front:dataset-medium-front-235"/>
          <p:cNvSpPr/>
          <p:nvPr/>
        </p:nvSpPr>
        <p:spPr>
          <a:xfrm>
            <a:off x="1383182" y="13344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ataset-medium-front:dataset-medium-front-236"/>
          <p:cNvSpPr/>
          <p:nvPr/>
        </p:nvSpPr>
        <p:spPr>
          <a:xfrm>
            <a:off x="1637690" y="13344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ataset-medium-front:dataset-medium-front-237"/>
          <p:cNvSpPr/>
          <p:nvPr/>
        </p:nvSpPr>
        <p:spPr>
          <a:xfrm>
            <a:off x="1885187" y="13414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ataset-medium-front:dataset-medium-front-238"/>
          <p:cNvSpPr/>
          <p:nvPr/>
        </p:nvSpPr>
        <p:spPr>
          <a:xfrm>
            <a:off x="2146706" y="13344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ataset-medium-front:dataset-medium-front-239"/>
          <p:cNvSpPr/>
          <p:nvPr/>
        </p:nvSpPr>
        <p:spPr>
          <a:xfrm>
            <a:off x="2401214" y="13344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ataset-medium-front:dataset-medium-front-240"/>
          <p:cNvSpPr/>
          <p:nvPr/>
        </p:nvSpPr>
        <p:spPr>
          <a:xfrm>
            <a:off x="3124200" y="13487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2" name="dataset-medium-front:dataset-medium-front-241"/>
          <p:cNvCxnSpPr/>
          <p:nvPr/>
        </p:nvCxnSpPr>
        <p:spPr>
          <a:xfrm flipV="1">
            <a:off x="3162300" y="13830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43" name="dataset-medium-front:dataset-medium-front-242"/>
          <p:cNvCxnSpPr/>
          <p:nvPr/>
        </p:nvCxnSpPr>
        <p:spPr>
          <a:xfrm>
            <a:off x="3225165" y="13830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44" name="dataset-medium-front:dataset-medium-front-243"/>
          <p:cNvCxnSpPr/>
          <p:nvPr/>
        </p:nvCxnSpPr>
        <p:spPr>
          <a:xfrm flipH="1">
            <a:off x="3253740" y="13830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45" name="dataset-medium-front:dataset-medium-front-244"/>
          <p:cNvCxnSpPr/>
          <p:nvPr/>
        </p:nvCxnSpPr>
        <p:spPr>
          <a:xfrm>
            <a:off x="3154680" y="14687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46" name="dataset-medium-front:dataset-medium-front-ket-3"/>
          <p:cNvSpPr txBox="1"/>
          <p:nvPr/>
        </p:nvSpPr>
        <p:spPr>
          <a:xfrm>
            <a:off x="792480" y="16535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247" name="dataset-medium-front:dataset-medium-front-wire-3"/>
          <p:cNvCxnSpPr/>
          <p:nvPr/>
        </p:nvCxnSpPr>
        <p:spPr>
          <a:xfrm>
            <a:off x="1066800" y="1744980"/>
            <a:ext cx="22174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248" name="dataset-medium-front:dataset-medium-front-247"/>
          <p:cNvSpPr/>
          <p:nvPr/>
        </p:nvSpPr>
        <p:spPr>
          <a:xfrm>
            <a:off x="1121664" y="16538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dataset-medium-front:dataset-medium-front-248"/>
          <p:cNvSpPr/>
          <p:nvPr/>
        </p:nvSpPr>
        <p:spPr>
          <a:xfrm>
            <a:off x="1383182" y="16468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dataset-medium-front:dataset-medium-front-249"/>
          <p:cNvSpPr/>
          <p:nvPr/>
        </p:nvSpPr>
        <p:spPr>
          <a:xfrm>
            <a:off x="1637690" y="16468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dataset-medium-front:dataset-medium-front-250"/>
          <p:cNvSpPr/>
          <p:nvPr/>
        </p:nvSpPr>
        <p:spPr>
          <a:xfrm>
            <a:off x="1885187" y="16538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dataset-medium-front:dataset-medium-front-251"/>
          <p:cNvSpPr/>
          <p:nvPr/>
        </p:nvSpPr>
        <p:spPr>
          <a:xfrm>
            <a:off x="2146706" y="16468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dataset-medium-front:dataset-medium-front-252"/>
          <p:cNvSpPr/>
          <p:nvPr/>
        </p:nvSpPr>
        <p:spPr>
          <a:xfrm>
            <a:off x="2401214" y="16468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dataset-medium-front:dataset-medium-front-253"/>
          <p:cNvSpPr/>
          <p:nvPr/>
        </p:nvSpPr>
        <p:spPr>
          <a:xfrm>
            <a:off x="3124200" y="16611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5" name="dataset-medium-front:dataset-medium-front-254"/>
          <p:cNvCxnSpPr/>
          <p:nvPr/>
        </p:nvCxnSpPr>
        <p:spPr>
          <a:xfrm flipV="1">
            <a:off x="3162300" y="16954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56" name="dataset-medium-front:dataset-medium-front-255"/>
          <p:cNvCxnSpPr/>
          <p:nvPr/>
        </p:nvCxnSpPr>
        <p:spPr>
          <a:xfrm>
            <a:off x="3225165" y="16954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57" name="dataset-medium-front:dataset-medium-front-256"/>
          <p:cNvCxnSpPr/>
          <p:nvPr/>
        </p:nvCxnSpPr>
        <p:spPr>
          <a:xfrm flipH="1">
            <a:off x="3253740" y="16954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58" name="dataset-medium-front:dataset-medium-front-257"/>
          <p:cNvCxnSpPr/>
          <p:nvPr/>
        </p:nvCxnSpPr>
        <p:spPr>
          <a:xfrm>
            <a:off x="3154680" y="17811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59" name="dataset-medium-front:dataset-medium-front-cnot-a"/>
          <p:cNvSpPr/>
          <p:nvPr/>
        </p:nvSpPr>
        <p:spPr>
          <a:xfrm>
            <a:off x="2651760" y="88392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ataset-medium-front:dataset-medium-front-cnot-b"/>
          <p:cNvSpPr/>
          <p:nvPr/>
        </p:nvSpPr>
        <p:spPr>
          <a:xfrm>
            <a:off x="2827020" y="1356360"/>
            <a:ext cx="99060" cy="4648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ataset-small:dataset-small-shadow"/>
          <p:cNvSpPr/>
          <p:nvPr/>
        </p:nvSpPr>
        <p:spPr>
          <a:xfrm>
            <a:off x="1432560" y="1097280"/>
            <a:ext cx="2133600" cy="92964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ataset-small:dataset-small-body"/>
          <p:cNvSpPr/>
          <p:nvPr/>
        </p:nvSpPr>
        <p:spPr>
          <a:xfrm>
            <a:off x="1348740" y="998219"/>
            <a:ext cx="2133600" cy="92964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ataset-small:dataset-small-ket-0"/>
          <p:cNvSpPr txBox="1"/>
          <p:nvPr/>
        </p:nvSpPr>
        <p:spPr>
          <a:xfrm>
            <a:off x="1417320" y="10896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264" name="dataset-small:dataset-small-wire-0"/>
          <p:cNvCxnSpPr/>
          <p:nvPr/>
        </p:nvCxnSpPr>
        <p:spPr>
          <a:xfrm>
            <a:off x="1691640" y="1181100"/>
            <a:ext cx="16230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265" name="dataset-small:dataset-small-264"/>
          <p:cNvSpPr/>
          <p:nvPr/>
        </p:nvSpPr>
        <p:spPr>
          <a:xfrm>
            <a:off x="1746504" y="10899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ataset-small:dataset-small-265"/>
          <p:cNvSpPr/>
          <p:nvPr/>
        </p:nvSpPr>
        <p:spPr>
          <a:xfrm>
            <a:off x="2092604" y="10829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dataset-small:dataset-small-266"/>
          <p:cNvSpPr/>
          <p:nvPr/>
        </p:nvSpPr>
        <p:spPr>
          <a:xfrm>
            <a:off x="2431694" y="10829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ataset-small:dataset-small-267"/>
          <p:cNvSpPr/>
          <p:nvPr/>
        </p:nvSpPr>
        <p:spPr>
          <a:xfrm>
            <a:off x="3154680" y="10972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9" name="dataset-small:dataset-small-268"/>
          <p:cNvCxnSpPr/>
          <p:nvPr/>
        </p:nvCxnSpPr>
        <p:spPr>
          <a:xfrm flipV="1">
            <a:off x="3192780" y="11315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70" name="dataset-small:dataset-small-269"/>
          <p:cNvCxnSpPr/>
          <p:nvPr/>
        </p:nvCxnSpPr>
        <p:spPr>
          <a:xfrm>
            <a:off x="3255645" y="11315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71" name="dataset-small:dataset-small-270"/>
          <p:cNvCxnSpPr/>
          <p:nvPr/>
        </p:nvCxnSpPr>
        <p:spPr>
          <a:xfrm flipH="1">
            <a:off x="3284220" y="11315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72" name="dataset-small:dataset-small-271"/>
          <p:cNvCxnSpPr/>
          <p:nvPr/>
        </p:nvCxnSpPr>
        <p:spPr>
          <a:xfrm>
            <a:off x="3185160" y="12172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73" name="dataset-small:dataset-small-ket-1"/>
          <p:cNvSpPr txBox="1"/>
          <p:nvPr/>
        </p:nvSpPr>
        <p:spPr>
          <a:xfrm>
            <a:off x="1417320" y="13716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274" name="dataset-small:dataset-small-wire-1"/>
          <p:cNvCxnSpPr/>
          <p:nvPr/>
        </p:nvCxnSpPr>
        <p:spPr>
          <a:xfrm>
            <a:off x="1691640" y="1463040"/>
            <a:ext cx="16230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275" name="dataset-small:dataset-small-274"/>
          <p:cNvSpPr/>
          <p:nvPr/>
        </p:nvSpPr>
        <p:spPr>
          <a:xfrm>
            <a:off x="1746504" y="13719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dataset-small:dataset-small-275"/>
          <p:cNvSpPr/>
          <p:nvPr/>
        </p:nvSpPr>
        <p:spPr>
          <a:xfrm>
            <a:off x="2092604" y="13648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dataset-small:dataset-small-276"/>
          <p:cNvSpPr/>
          <p:nvPr/>
        </p:nvSpPr>
        <p:spPr>
          <a:xfrm>
            <a:off x="2431694" y="13648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dataset-small:dataset-small-277"/>
          <p:cNvSpPr/>
          <p:nvPr/>
        </p:nvSpPr>
        <p:spPr>
          <a:xfrm>
            <a:off x="3154680" y="13792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9" name="dataset-small:dataset-small-278"/>
          <p:cNvCxnSpPr/>
          <p:nvPr/>
        </p:nvCxnSpPr>
        <p:spPr>
          <a:xfrm flipV="1">
            <a:off x="3192780" y="14135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80" name="dataset-small:dataset-small-279"/>
          <p:cNvCxnSpPr/>
          <p:nvPr/>
        </p:nvCxnSpPr>
        <p:spPr>
          <a:xfrm>
            <a:off x="3255645" y="14135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81" name="dataset-small:dataset-small-280"/>
          <p:cNvCxnSpPr/>
          <p:nvPr/>
        </p:nvCxnSpPr>
        <p:spPr>
          <a:xfrm flipH="1">
            <a:off x="3284220" y="14135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82" name="dataset-small:dataset-small-281"/>
          <p:cNvCxnSpPr/>
          <p:nvPr/>
        </p:nvCxnSpPr>
        <p:spPr>
          <a:xfrm>
            <a:off x="3185160" y="14992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83" name="dataset-small:dataset-small-ket-2"/>
          <p:cNvSpPr txBox="1"/>
          <p:nvPr/>
        </p:nvSpPr>
        <p:spPr>
          <a:xfrm>
            <a:off x="1417320" y="16535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284" name="dataset-small:dataset-small-wire-2"/>
          <p:cNvCxnSpPr/>
          <p:nvPr/>
        </p:nvCxnSpPr>
        <p:spPr>
          <a:xfrm>
            <a:off x="1691640" y="1744980"/>
            <a:ext cx="16230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285" name="dataset-small:dataset-small-284"/>
          <p:cNvSpPr/>
          <p:nvPr/>
        </p:nvSpPr>
        <p:spPr>
          <a:xfrm>
            <a:off x="1746504" y="16538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dataset-small:dataset-small-285"/>
          <p:cNvSpPr/>
          <p:nvPr/>
        </p:nvSpPr>
        <p:spPr>
          <a:xfrm>
            <a:off x="2092604" y="16468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dataset-small:dataset-small-286"/>
          <p:cNvSpPr/>
          <p:nvPr/>
        </p:nvSpPr>
        <p:spPr>
          <a:xfrm>
            <a:off x="2431694" y="16468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dataset-small:dataset-small-287"/>
          <p:cNvSpPr/>
          <p:nvPr/>
        </p:nvSpPr>
        <p:spPr>
          <a:xfrm>
            <a:off x="3154680" y="16611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9" name="dataset-small:dataset-small-288"/>
          <p:cNvCxnSpPr/>
          <p:nvPr/>
        </p:nvCxnSpPr>
        <p:spPr>
          <a:xfrm flipV="1">
            <a:off x="3192780" y="16954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90" name="dataset-small:dataset-small-289"/>
          <p:cNvCxnSpPr/>
          <p:nvPr/>
        </p:nvCxnSpPr>
        <p:spPr>
          <a:xfrm>
            <a:off x="3255645" y="16954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91" name="dataset-small:dataset-small-290"/>
          <p:cNvCxnSpPr/>
          <p:nvPr/>
        </p:nvCxnSpPr>
        <p:spPr>
          <a:xfrm flipH="1">
            <a:off x="3284220" y="16954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292" name="dataset-small:dataset-small-291"/>
          <p:cNvCxnSpPr/>
          <p:nvPr/>
        </p:nvCxnSpPr>
        <p:spPr>
          <a:xfrm>
            <a:off x="3185160" y="17811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293" name="dataset-small:dataset-small-cnot-a"/>
          <p:cNvSpPr/>
          <p:nvPr/>
        </p:nvSpPr>
        <p:spPr>
          <a:xfrm>
            <a:off x="2682240" y="1104900"/>
            <a:ext cx="99060" cy="43434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dataset-small:dataset-small-cnot-b"/>
          <p:cNvSpPr/>
          <p:nvPr/>
        </p:nvSpPr>
        <p:spPr>
          <a:xfrm>
            <a:off x="2857500" y="1386840"/>
            <a:ext cx="99060" cy="43434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oot:root-294"/>
          <p:cNvSpPr txBox="1"/>
          <p:nvPr/>
        </p:nvSpPr>
        <p:spPr>
          <a:xfrm>
            <a:off x="281940" y="1897380"/>
            <a:ext cx="32766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00000"/>
                </a:solidFill>
                <a:latin typeface="Liberation Serif"/>
              </a:rPr>
              <a:t>(a) Dataset Construction</a:t>
            </a:r>
          </a:p>
        </p:txBody>
      </p:sp>
      <p:sp>
        <p:nvSpPr>
          <p:cNvPr id="296" name="apfa-transform:apfa-transform-295"/>
          <p:cNvSpPr txBox="1"/>
          <p:nvPr/>
        </p:nvSpPr>
        <p:spPr>
          <a:xfrm>
            <a:off x="3528060" y="693420"/>
            <a:ext cx="548640" cy="289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00000"/>
                </a:solidFill>
                <a:latin typeface="Liberation Serif"/>
              </a:rPr>
              <a:t>APFA</a:t>
            </a:r>
          </a:p>
        </p:txBody>
      </p:sp>
      <p:cxnSp>
        <p:nvCxnSpPr>
          <p:cNvPr id="297" name="apfa-transform:apfa-transform-296"/>
          <p:cNvCxnSpPr/>
          <p:nvPr/>
        </p:nvCxnSpPr>
        <p:spPr>
          <a:xfrm flipH="1" flipV="1">
            <a:off x="4267200" y="708660"/>
            <a:ext cx="167640" cy="9906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98" name="apfa-transform:apfa-transform-297"/>
          <p:cNvCxnSpPr/>
          <p:nvPr/>
        </p:nvCxnSpPr>
        <p:spPr>
          <a:xfrm flipH="1" flipV="1">
            <a:off x="4358640" y="579120"/>
            <a:ext cx="76200" cy="22860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299" name="apfa-transform:apfa-transform-298"/>
          <p:cNvCxnSpPr/>
          <p:nvPr/>
        </p:nvCxnSpPr>
        <p:spPr>
          <a:xfrm flipV="1">
            <a:off x="4434840" y="670560"/>
            <a:ext cx="30480" cy="13716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00" name="apfa-transform:apfa-transform-299"/>
          <p:cNvCxnSpPr/>
          <p:nvPr/>
        </p:nvCxnSpPr>
        <p:spPr>
          <a:xfrm flipV="1">
            <a:off x="4434840" y="594360"/>
            <a:ext cx="152400" cy="21336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01" name="apfa-transform:apfa-transform-300"/>
          <p:cNvCxnSpPr/>
          <p:nvPr/>
        </p:nvCxnSpPr>
        <p:spPr>
          <a:xfrm flipV="1">
            <a:off x="4434840" y="739140"/>
            <a:ext cx="236220" cy="6858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02" name="apfa-transform:apfa-transform-301"/>
          <p:cNvCxnSpPr/>
          <p:nvPr/>
        </p:nvCxnSpPr>
        <p:spPr>
          <a:xfrm>
            <a:off x="4434840" y="807720"/>
            <a:ext cx="198120" cy="7620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03" name="apfa-transform:apfa-transform-302"/>
          <p:cNvCxnSpPr/>
          <p:nvPr/>
        </p:nvCxnSpPr>
        <p:spPr>
          <a:xfrm>
            <a:off x="4434840" y="807720"/>
            <a:ext cx="60960" cy="16764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04" name="apfa-transform:apfa-transform-303"/>
          <p:cNvCxnSpPr/>
          <p:nvPr/>
        </p:nvCxnSpPr>
        <p:spPr>
          <a:xfrm flipH="1">
            <a:off x="4343400" y="807720"/>
            <a:ext cx="91440" cy="11430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05" name="apfa-transform:apfa-transform-304"/>
          <p:cNvCxnSpPr/>
          <p:nvPr/>
        </p:nvCxnSpPr>
        <p:spPr>
          <a:xfrm flipH="1">
            <a:off x="4213860" y="807720"/>
            <a:ext cx="220980" cy="22860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sp>
        <p:nvSpPr>
          <p:cNvPr id="306" name="apfa-transform:apfa-transform-305"/>
          <p:cNvSpPr/>
          <p:nvPr/>
        </p:nvSpPr>
        <p:spPr>
          <a:xfrm>
            <a:off x="4320540" y="716280"/>
            <a:ext cx="228600" cy="182880"/>
          </a:xfrm>
          <a:prstGeom prst="ellipse">
            <a:avLst/>
          </a:prstGeom>
          <a:solidFill>
            <a:srgbClr val="FFFFFF"/>
          </a:solidFill>
          <a:ln w="1676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apfa-transform:apfa-transform-306"/>
          <p:cNvSpPr/>
          <p:nvPr/>
        </p:nvSpPr>
        <p:spPr>
          <a:xfrm>
            <a:off x="4229100" y="67056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apfa-transform:apfa-transform-307"/>
          <p:cNvSpPr/>
          <p:nvPr/>
        </p:nvSpPr>
        <p:spPr>
          <a:xfrm>
            <a:off x="4320540" y="54102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apfa-transform:apfa-transform-308"/>
          <p:cNvSpPr/>
          <p:nvPr/>
        </p:nvSpPr>
        <p:spPr>
          <a:xfrm>
            <a:off x="4427220" y="63246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apfa-transform:apfa-transform-309"/>
          <p:cNvSpPr/>
          <p:nvPr/>
        </p:nvSpPr>
        <p:spPr>
          <a:xfrm>
            <a:off x="4549140" y="55626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apfa-transform:apfa-transform-310"/>
          <p:cNvSpPr/>
          <p:nvPr/>
        </p:nvSpPr>
        <p:spPr>
          <a:xfrm>
            <a:off x="4632960" y="70104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apfa-transform:apfa-transform-311"/>
          <p:cNvSpPr/>
          <p:nvPr/>
        </p:nvSpPr>
        <p:spPr>
          <a:xfrm>
            <a:off x="4594860" y="84582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apfa-transform:apfa-transform-312"/>
          <p:cNvSpPr/>
          <p:nvPr/>
        </p:nvSpPr>
        <p:spPr>
          <a:xfrm>
            <a:off x="4457700" y="937259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apfa-transform:apfa-transform-313"/>
          <p:cNvSpPr/>
          <p:nvPr/>
        </p:nvSpPr>
        <p:spPr>
          <a:xfrm>
            <a:off x="4305300" y="88392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apfa-transform:apfa-transform-314"/>
          <p:cNvSpPr/>
          <p:nvPr/>
        </p:nvSpPr>
        <p:spPr>
          <a:xfrm>
            <a:off x="4175760" y="792480"/>
            <a:ext cx="76200" cy="76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6" name="apfa-transform:apfa-transform-315"/>
          <p:cNvCxnSpPr/>
          <p:nvPr/>
        </p:nvCxnSpPr>
        <p:spPr>
          <a:xfrm>
            <a:off x="3550920" y="1348740"/>
            <a:ext cx="1005840" cy="0"/>
          </a:xfrm>
          <a:prstGeom prst="line">
            <a:avLst/>
          </a:prstGeom>
          <a:ln w="38100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317" name="trajectory-large:trajectory-large-shadow"/>
          <p:cNvSpPr/>
          <p:nvPr/>
        </p:nvSpPr>
        <p:spPr>
          <a:xfrm>
            <a:off x="4869180" y="373380"/>
            <a:ext cx="3048000" cy="149352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trajectory-large:trajectory-large-body"/>
          <p:cNvSpPr/>
          <p:nvPr/>
        </p:nvSpPr>
        <p:spPr>
          <a:xfrm>
            <a:off x="4785360" y="274320"/>
            <a:ext cx="3048000" cy="149352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trajectory-large:trajectory-large-left-ellipsis"/>
          <p:cNvSpPr txBox="1"/>
          <p:nvPr/>
        </p:nvSpPr>
        <p:spPr>
          <a:xfrm>
            <a:off x="4853940" y="991209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320" name="trajectory-large:trajectory-large-mid-ellipsis"/>
          <p:cNvSpPr txBox="1"/>
          <p:nvPr/>
        </p:nvSpPr>
        <p:spPr>
          <a:xfrm>
            <a:off x="6248400" y="991209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321" name="trajectory-large:trajectory-large-right-ellipsis"/>
          <p:cNvSpPr txBox="1"/>
          <p:nvPr/>
        </p:nvSpPr>
        <p:spPr>
          <a:xfrm>
            <a:off x="7322820" y="991209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322" name="trajectory-large:trajectory-large-ket-0"/>
          <p:cNvSpPr txBox="1"/>
          <p:nvPr/>
        </p:nvSpPr>
        <p:spPr>
          <a:xfrm>
            <a:off x="4853940" y="3733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323" name="trajectory-large:trajectory-large-wire-0"/>
          <p:cNvCxnSpPr/>
          <p:nvPr/>
        </p:nvCxnSpPr>
        <p:spPr>
          <a:xfrm>
            <a:off x="5128260" y="46482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324" name="trajectory-large:trajectory-large-323"/>
          <p:cNvSpPr/>
          <p:nvPr/>
        </p:nvSpPr>
        <p:spPr>
          <a:xfrm>
            <a:off x="5183124" y="373684"/>
            <a:ext cx="210312" cy="182270"/>
          </a:xfrm>
          <a:prstGeom prst="hexagon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trajectory-large:trajectory-large-324"/>
          <p:cNvSpPr/>
          <p:nvPr/>
        </p:nvSpPr>
        <p:spPr>
          <a:xfrm>
            <a:off x="5508650" y="366674"/>
            <a:ext cx="196291" cy="196291"/>
          </a:xfrm>
          <a:prstGeom prst="diamond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trajectory-large:trajectory-large-325"/>
          <p:cNvSpPr/>
          <p:nvPr/>
        </p:nvSpPr>
        <p:spPr>
          <a:xfrm>
            <a:off x="5827166" y="366674"/>
            <a:ext cx="196291" cy="196291"/>
          </a:xfrm>
          <a:prstGeom prst="ellipse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trajectory-large:trajectory-large-326"/>
          <p:cNvSpPr/>
          <p:nvPr/>
        </p:nvSpPr>
        <p:spPr>
          <a:xfrm>
            <a:off x="6138672" y="373684"/>
            <a:ext cx="210312" cy="182270"/>
          </a:xfrm>
          <a:prstGeom prst="hexagon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trajectory-large:trajectory-large-327"/>
          <p:cNvSpPr/>
          <p:nvPr/>
        </p:nvSpPr>
        <p:spPr>
          <a:xfrm>
            <a:off x="6464198" y="366674"/>
            <a:ext cx="196291" cy="196291"/>
          </a:xfrm>
          <a:prstGeom prst="diamond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trajectory-large:trajectory-large-328"/>
          <p:cNvSpPr/>
          <p:nvPr/>
        </p:nvSpPr>
        <p:spPr>
          <a:xfrm>
            <a:off x="6782714" y="366674"/>
            <a:ext cx="196291" cy="196291"/>
          </a:xfrm>
          <a:prstGeom prst="ellipse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trajectory-large:trajectory-large-329"/>
          <p:cNvSpPr/>
          <p:nvPr/>
        </p:nvSpPr>
        <p:spPr>
          <a:xfrm>
            <a:off x="7505700" y="3810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trajectory-large:trajectory-large-330"/>
          <p:cNvCxnSpPr/>
          <p:nvPr/>
        </p:nvCxnSpPr>
        <p:spPr>
          <a:xfrm flipV="1">
            <a:off x="7543800" y="415290"/>
            <a:ext cx="99059" cy="81914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32" name="trajectory-large:trajectory-large-331"/>
          <p:cNvCxnSpPr/>
          <p:nvPr/>
        </p:nvCxnSpPr>
        <p:spPr>
          <a:xfrm>
            <a:off x="7606665" y="415290"/>
            <a:ext cx="36194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33" name="trajectory-large:trajectory-large-332"/>
          <p:cNvCxnSpPr/>
          <p:nvPr/>
        </p:nvCxnSpPr>
        <p:spPr>
          <a:xfrm flipH="1">
            <a:off x="7635240" y="415290"/>
            <a:ext cx="7619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34" name="trajectory-large:trajectory-large-333"/>
          <p:cNvCxnSpPr/>
          <p:nvPr/>
        </p:nvCxnSpPr>
        <p:spPr>
          <a:xfrm>
            <a:off x="7536180" y="5010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335" name="trajectory-large:trajectory-large-ket-1"/>
          <p:cNvSpPr txBox="1"/>
          <p:nvPr/>
        </p:nvSpPr>
        <p:spPr>
          <a:xfrm>
            <a:off x="4853940" y="6096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336" name="trajectory-large:trajectory-large-wire-1"/>
          <p:cNvCxnSpPr/>
          <p:nvPr/>
        </p:nvCxnSpPr>
        <p:spPr>
          <a:xfrm>
            <a:off x="5128260" y="70104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337" name="trajectory-large:trajectory-large-336"/>
          <p:cNvSpPr/>
          <p:nvPr/>
        </p:nvSpPr>
        <p:spPr>
          <a:xfrm>
            <a:off x="5183124" y="609904"/>
            <a:ext cx="210312" cy="182270"/>
          </a:xfrm>
          <a:prstGeom prst="hexagon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trajectory-large:trajectory-large-337"/>
          <p:cNvSpPr/>
          <p:nvPr/>
        </p:nvSpPr>
        <p:spPr>
          <a:xfrm>
            <a:off x="5508650" y="602894"/>
            <a:ext cx="196291" cy="196291"/>
          </a:xfrm>
          <a:prstGeom prst="diamond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trajectory-large:trajectory-large-338"/>
          <p:cNvSpPr/>
          <p:nvPr/>
        </p:nvSpPr>
        <p:spPr>
          <a:xfrm>
            <a:off x="5827166" y="602894"/>
            <a:ext cx="196291" cy="196291"/>
          </a:xfrm>
          <a:prstGeom prst="ellipse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trajectory-large:trajectory-large-339"/>
          <p:cNvSpPr/>
          <p:nvPr/>
        </p:nvSpPr>
        <p:spPr>
          <a:xfrm>
            <a:off x="6138672" y="609904"/>
            <a:ext cx="210312" cy="182270"/>
          </a:xfrm>
          <a:prstGeom prst="hexagon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trajectory-large:trajectory-large-340"/>
          <p:cNvSpPr/>
          <p:nvPr/>
        </p:nvSpPr>
        <p:spPr>
          <a:xfrm>
            <a:off x="6464198" y="602894"/>
            <a:ext cx="196291" cy="196291"/>
          </a:xfrm>
          <a:prstGeom prst="diamond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trajectory-large:trajectory-large-341"/>
          <p:cNvSpPr/>
          <p:nvPr/>
        </p:nvSpPr>
        <p:spPr>
          <a:xfrm>
            <a:off x="6782714" y="602894"/>
            <a:ext cx="196291" cy="196291"/>
          </a:xfrm>
          <a:prstGeom prst="ellipse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trajectory-large:trajectory-large-342"/>
          <p:cNvSpPr/>
          <p:nvPr/>
        </p:nvSpPr>
        <p:spPr>
          <a:xfrm>
            <a:off x="7505700" y="6172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4" name="trajectory-large:trajectory-large-343"/>
          <p:cNvCxnSpPr/>
          <p:nvPr/>
        </p:nvCxnSpPr>
        <p:spPr>
          <a:xfrm flipV="1">
            <a:off x="7543800" y="651510"/>
            <a:ext cx="99059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45" name="trajectory-large:trajectory-large-344"/>
          <p:cNvCxnSpPr/>
          <p:nvPr/>
        </p:nvCxnSpPr>
        <p:spPr>
          <a:xfrm>
            <a:off x="7606665" y="651510"/>
            <a:ext cx="36194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46" name="trajectory-large:trajectory-large-345"/>
          <p:cNvCxnSpPr/>
          <p:nvPr/>
        </p:nvCxnSpPr>
        <p:spPr>
          <a:xfrm flipH="1">
            <a:off x="7635240" y="651510"/>
            <a:ext cx="7619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47" name="trajectory-large:trajectory-large-346"/>
          <p:cNvCxnSpPr/>
          <p:nvPr/>
        </p:nvCxnSpPr>
        <p:spPr>
          <a:xfrm>
            <a:off x="7536180" y="7372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348" name="trajectory-large:trajectory-large-ket-2"/>
          <p:cNvSpPr txBox="1"/>
          <p:nvPr/>
        </p:nvSpPr>
        <p:spPr>
          <a:xfrm>
            <a:off x="4853940" y="8458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349" name="trajectory-large:trajectory-large-wire-2"/>
          <p:cNvCxnSpPr/>
          <p:nvPr/>
        </p:nvCxnSpPr>
        <p:spPr>
          <a:xfrm>
            <a:off x="5128260" y="937259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350" name="trajectory-large:trajectory-large-349"/>
          <p:cNvSpPr/>
          <p:nvPr/>
        </p:nvSpPr>
        <p:spPr>
          <a:xfrm>
            <a:off x="5183124" y="846124"/>
            <a:ext cx="210312" cy="182270"/>
          </a:xfrm>
          <a:prstGeom prst="hexagon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trajectory-large:trajectory-large-350"/>
          <p:cNvSpPr/>
          <p:nvPr/>
        </p:nvSpPr>
        <p:spPr>
          <a:xfrm>
            <a:off x="5508650" y="839114"/>
            <a:ext cx="196291" cy="196291"/>
          </a:xfrm>
          <a:prstGeom prst="diamond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trajectory-large:trajectory-large-351"/>
          <p:cNvSpPr/>
          <p:nvPr/>
        </p:nvSpPr>
        <p:spPr>
          <a:xfrm>
            <a:off x="5827166" y="839114"/>
            <a:ext cx="196291" cy="196291"/>
          </a:xfrm>
          <a:prstGeom prst="ellipse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trajectory-large:trajectory-large-352"/>
          <p:cNvSpPr/>
          <p:nvPr/>
        </p:nvSpPr>
        <p:spPr>
          <a:xfrm>
            <a:off x="6138672" y="846124"/>
            <a:ext cx="210312" cy="182270"/>
          </a:xfrm>
          <a:prstGeom prst="hexagon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trajectory-large:trajectory-large-353"/>
          <p:cNvSpPr/>
          <p:nvPr/>
        </p:nvSpPr>
        <p:spPr>
          <a:xfrm>
            <a:off x="6464198" y="839114"/>
            <a:ext cx="196291" cy="196291"/>
          </a:xfrm>
          <a:prstGeom prst="diamond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trajectory-large:trajectory-large-354"/>
          <p:cNvSpPr/>
          <p:nvPr/>
        </p:nvSpPr>
        <p:spPr>
          <a:xfrm>
            <a:off x="6782714" y="839114"/>
            <a:ext cx="196291" cy="196291"/>
          </a:xfrm>
          <a:prstGeom prst="ellipse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trajectory-large:trajectory-large-355"/>
          <p:cNvSpPr/>
          <p:nvPr/>
        </p:nvSpPr>
        <p:spPr>
          <a:xfrm>
            <a:off x="7505700" y="8534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7" name="trajectory-large:trajectory-large-356"/>
          <p:cNvCxnSpPr/>
          <p:nvPr/>
        </p:nvCxnSpPr>
        <p:spPr>
          <a:xfrm flipV="1">
            <a:off x="7543800" y="887730"/>
            <a:ext cx="99059" cy="81914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58" name="trajectory-large:trajectory-large-357"/>
          <p:cNvCxnSpPr/>
          <p:nvPr/>
        </p:nvCxnSpPr>
        <p:spPr>
          <a:xfrm>
            <a:off x="7606665" y="887730"/>
            <a:ext cx="36194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59" name="trajectory-large:trajectory-large-358"/>
          <p:cNvCxnSpPr/>
          <p:nvPr/>
        </p:nvCxnSpPr>
        <p:spPr>
          <a:xfrm flipH="1">
            <a:off x="7635240" y="887730"/>
            <a:ext cx="7619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60" name="trajectory-large:trajectory-large-359"/>
          <p:cNvCxnSpPr/>
          <p:nvPr/>
        </p:nvCxnSpPr>
        <p:spPr>
          <a:xfrm>
            <a:off x="7536180" y="9734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361" name="trajectory-large:trajectory-large-ket-3"/>
          <p:cNvSpPr txBox="1"/>
          <p:nvPr/>
        </p:nvSpPr>
        <p:spPr>
          <a:xfrm>
            <a:off x="4853940" y="12420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362" name="trajectory-large:trajectory-large-wire-3"/>
          <p:cNvCxnSpPr/>
          <p:nvPr/>
        </p:nvCxnSpPr>
        <p:spPr>
          <a:xfrm>
            <a:off x="5128260" y="133350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363" name="trajectory-large:trajectory-large-362"/>
          <p:cNvSpPr/>
          <p:nvPr/>
        </p:nvSpPr>
        <p:spPr>
          <a:xfrm>
            <a:off x="5183124" y="1242364"/>
            <a:ext cx="210312" cy="182270"/>
          </a:xfrm>
          <a:prstGeom prst="hexagon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trajectory-large:trajectory-large-363"/>
          <p:cNvSpPr/>
          <p:nvPr/>
        </p:nvSpPr>
        <p:spPr>
          <a:xfrm>
            <a:off x="5508650" y="1235354"/>
            <a:ext cx="196291" cy="196291"/>
          </a:xfrm>
          <a:prstGeom prst="diamond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trajectory-large:trajectory-large-364"/>
          <p:cNvSpPr/>
          <p:nvPr/>
        </p:nvSpPr>
        <p:spPr>
          <a:xfrm>
            <a:off x="5827166" y="1235354"/>
            <a:ext cx="196291" cy="196291"/>
          </a:xfrm>
          <a:prstGeom prst="ellipse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trajectory-large:trajectory-large-365"/>
          <p:cNvSpPr/>
          <p:nvPr/>
        </p:nvSpPr>
        <p:spPr>
          <a:xfrm>
            <a:off x="6138672" y="1242364"/>
            <a:ext cx="210312" cy="182270"/>
          </a:xfrm>
          <a:prstGeom prst="hexagon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trajectory-large:trajectory-large-366"/>
          <p:cNvSpPr/>
          <p:nvPr/>
        </p:nvSpPr>
        <p:spPr>
          <a:xfrm>
            <a:off x="6464198" y="1235354"/>
            <a:ext cx="196291" cy="196291"/>
          </a:xfrm>
          <a:prstGeom prst="diamond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trajectory-large:trajectory-large-367"/>
          <p:cNvSpPr/>
          <p:nvPr/>
        </p:nvSpPr>
        <p:spPr>
          <a:xfrm>
            <a:off x="6782714" y="1235354"/>
            <a:ext cx="196291" cy="196291"/>
          </a:xfrm>
          <a:prstGeom prst="ellipse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trajectory-large:trajectory-large-368"/>
          <p:cNvSpPr/>
          <p:nvPr/>
        </p:nvSpPr>
        <p:spPr>
          <a:xfrm>
            <a:off x="7505700" y="12496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0" name="trajectory-large:trajectory-large-369"/>
          <p:cNvCxnSpPr/>
          <p:nvPr/>
        </p:nvCxnSpPr>
        <p:spPr>
          <a:xfrm flipV="1">
            <a:off x="7543800" y="1283970"/>
            <a:ext cx="99059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71" name="trajectory-large:trajectory-large-370"/>
          <p:cNvCxnSpPr/>
          <p:nvPr/>
        </p:nvCxnSpPr>
        <p:spPr>
          <a:xfrm>
            <a:off x="7606665" y="1283970"/>
            <a:ext cx="36194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72" name="trajectory-large:trajectory-large-371"/>
          <p:cNvCxnSpPr/>
          <p:nvPr/>
        </p:nvCxnSpPr>
        <p:spPr>
          <a:xfrm flipH="1">
            <a:off x="7635240" y="1283970"/>
            <a:ext cx="7619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73" name="trajectory-large:trajectory-large-372"/>
          <p:cNvCxnSpPr/>
          <p:nvPr/>
        </p:nvCxnSpPr>
        <p:spPr>
          <a:xfrm>
            <a:off x="7536180" y="13696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374" name="trajectory-large:trajectory-large-ket-4"/>
          <p:cNvSpPr txBox="1"/>
          <p:nvPr/>
        </p:nvSpPr>
        <p:spPr>
          <a:xfrm>
            <a:off x="4853940" y="14782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375" name="trajectory-large:trajectory-large-wire-4"/>
          <p:cNvCxnSpPr/>
          <p:nvPr/>
        </p:nvCxnSpPr>
        <p:spPr>
          <a:xfrm>
            <a:off x="5128260" y="156972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376" name="trajectory-large:trajectory-large-375"/>
          <p:cNvSpPr/>
          <p:nvPr/>
        </p:nvSpPr>
        <p:spPr>
          <a:xfrm>
            <a:off x="5183124" y="1478584"/>
            <a:ext cx="210312" cy="182270"/>
          </a:xfrm>
          <a:prstGeom prst="hexagon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trajectory-large:trajectory-large-376"/>
          <p:cNvSpPr/>
          <p:nvPr/>
        </p:nvSpPr>
        <p:spPr>
          <a:xfrm>
            <a:off x="5508650" y="1471574"/>
            <a:ext cx="196291" cy="196291"/>
          </a:xfrm>
          <a:prstGeom prst="diamond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trajectory-large:trajectory-large-377"/>
          <p:cNvSpPr/>
          <p:nvPr/>
        </p:nvSpPr>
        <p:spPr>
          <a:xfrm>
            <a:off x="5827166" y="1471574"/>
            <a:ext cx="196291" cy="196291"/>
          </a:xfrm>
          <a:prstGeom prst="ellipse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trajectory-large:trajectory-large-378"/>
          <p:cNvSpPr/>
          <p:nvPr/>
        </p:nvSpPr>
        <p:spPr>
          <a:xfrm>
            <a:off x="6138672" y="1478584"/>
            <a:ext cx="210312" cy="182270"/>
          </a:xfrm>
          <a:prstGeom prst="hexagon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trajectory-large:trajectory-large-379"/>
          <p:cNvSpPr/>
          <p:nvPr/>
        </p:nvSpPr>
        <p:spPr>
          <a:xfrm>
            <a:off x="6464198" y="1471574"/>
            <a:ext cx="196291" cy="196291"/>
          </a:xfrm>
          <a:prstGeom prst="diamond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trajectory-large:trajectory-large-380"/>
          <p:cNvSpPr/>
          <p:nvPr/>
        </p:nvSpPr>
        <p:spPr>
          <a:xfrm>
            <a:off x="6782714" y="1471574"/>
            <a:ext cx="196291" cy="196291"/>
          </a:xfrm>
          <a:prstGeom prst="ellipse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trajectory-large:trajectory-large-381"/>
          <p:cNvSpPr/>
          <p:nvPr/>
        </p:nvSpPr>
        <p:spPr>
          <a:xfrm>
            <a:off x="7505700" y="14859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3" name="trajectory-large:trajectory-large-382"/>
          <p:cNvCxnSpPr/>
          <p:nvPr/>
        </p:nvCxnSpPr>
        <p:spPr>
          <a:xfrm flipV="1">
            <a:off x="7543800" y="1520190"/>
            <a:ext cx="99059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384" name="trajectory-large:trajectory-large-383"/>
          <p:cNvCxnSpPr/>
          <p:nvPr/>
        </p:nvCxnSpPr>
        <p:spPr>
          <a:xfrm>
            <a:off x="7606665" y="1520190"/>
            <a:ext cx="36194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85" name="trajectory-large:trajectory-large-384"/>
          <p:cNvCxnSpPr/>
          <p:nvPr/>
        </p:nvCxnSpPr>
        <p:spPr>
          <a:xfrm flipH="1">
            <a:off x="7635240" y="1520190"/>
            <a:ext cx="7619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386" name="trajectory-large:trajectory-large-385"/>
          <p:cNvCxnSpPr/>
          <p:nvPr/>
        </p:nvCxnSpPr>
        <p:spPr>
          <a:xfrm>
            <a:off x="7536180" y="16059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387" name="trajectory-large:trajectory-large-cnot-a"/>
          <p:cNvSpPr/>
          <p:nvPr/>
        </p:nvSpPr>
        <p:spPr>
          <a:xfrm>
            <a:off x="7033260" y="38862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trajectory-large:trajectory-large-cnot-b"/>
          <p:cNvSpPr/>
          <p:nvPr/>
        </p:nvSpPr>
        <p:spPr>
          <a:xfrm>
            <a:off x="7208520" y="125730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trajectory-medium:trajectory-medium-shadow"/>
          <p:cNvSpPr/>
          <p:nvPr/>
        </p:nvSpPr>
        <p:spPr>
          <a:xfrm>
            <a:off x="6377940" y="792480"/>
            <a:ext cx="2743200" cy="121158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trajectory-medium:trajectory-medium-body"/>
          <p:cNvSpPr/>
          <p:nvPr/>
        </p:nvSpPr>
        <p:spPr>
          <a:xfrm>
            <a:off x="6294120" y="693420"/>
            <a:ext cx="2743200" cy="121158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trajectory-medium:trajectory-medium-ket-0"/>
          <p:cNvSpPr txBox="1"/>
          <p:nvPr/>
        </p:nvSpPr>
        <p:spPr>
          <a:xfrm>
            <a:off x="6362700" y="7772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392" name="trajectory-medium:trajectory-medium-wire-0"/>
          <p:cNvCxnSpPr/>
          <p:nvPr/>
        </p:nvCxnSpPr>
        <p:spPr>
          <a:xfrm>
            <a:off x="6637020" y="86868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393" name="trajectory-medium:trajectory-medium-392"/>
          <p:cNvSpPr/>
          <p:nvPr/>
        </p:nvSpPr>
        <p:spPr>
          <a:xfrm>
            <a:off x="6691884" y="777544"/>
            <a:ext cx="210312" cy="182270"/>
          </a:xfrm>
          <a:prstGeom prst="hexagon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trajectory-medium:trajectory-medium-393"/>
          <p:cNvSpPr/>
          <p:nvPr/>
        </p:nvSpPr>
        <p:spPr>
          <a:xfrm>
            <a:off x="6956450" y="770534"/>
            <a:ext cx="196291" cy="196291"/>
          </a:xfrm>
          <a:prstGeom prst="diamond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trajectory-medium:trajectory-medium-394"/>
          <p:cNvSpPr/>
          <p:nvPr/>
        </p:nvSpPr>
        <p:spPr>
          <a:xfrm>
            <a:off x="7214006" y="770534"/>
            <a:ext cx="196291" cy="196291"/>
          </a:xfrm>
          <a:prstGeom prst="ellipse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trajectory-medium:trajectory-medium-395"/>
          <p:cNvSpPr/>
          <p:nvPr/>
        </p:nvSpPr>
        <p:spPr>
          <a:xfrm>
            <a:off x="7464552" y="777544"/>
            <a:ext cx="210312" cy="182270"/>
          </a:xfrm>
          <a:prstGeom prst="hexagon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trajectory-medium:trajectory-medium-396"/>
          <p:cNvSpPr/>
          <p:nvPr/>
        </p:nvSpPr>
        <p:spPr>
          <a:xfrm>
            <a:off x="7729118" y="770534"/>
            <a:ext cx="196291" cy="196291"/>
          </a:xfrm>
          <a:prstGeom prst="diamond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trajectory-medium:trajectory-medium-397"/>
          <p:cNvSpPr/>
          <p:nvPr/>
        </p:nvSpPr>
        <p:spPr>
          <a:xfrm>
            <a:off x="7986674" y="770534"/>
            <a:ext cx="196291" cy="196291"/>
          </a:xfrm>
          <a:prstGeom prst="ellipse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trajectory-medium:trajectory-medium-398"/>
          <p:cNvSpPr/>
          <p:nvPr/>
        </p:nvSpPr>
        <p:spPr>
          <a:xfrm>
            <a:off x="8709660" y="7848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0" name="trajectory-medium:trajectory-medium-399"/>
          <p:cNvCxnSpPr/>
          <p:nvPr/>
        </p:nvCxnSpPr>
        <p:spPr>
          <a:xfrm flipV="1">
            <a:off x="8747760" y="8191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401" name="trajectory-medium:trajectory-medium-400"/>
          <p:cNvCxnSpPr/>
          <p:nvPr/>
        </p:nvCxnSpPr>
        <p:spPr>
          <a:xfrm>
            <a:off x="8810625" y="8191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02" name="trajectory-medium:trajectory-medium-401"/>
          <p:cNvCxnSpPr/>
          <p:nvPr/>
        </p:nvCxnSpPr>
        <p:spPr>
          <a:xfrm flipH="1">
            <a:off x="8839200" y="8191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03" name="trajectory-medium:trajectory-medium-402"/>
          <p:cNvCxnSpPr/>
          <p:nvPr/>
        </p:nvCxnSpPr>
        <p:spPr>
          <a:xfrm>
            <a:off x="8740140" y="9048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404" name="trajectory-medium:trajectory-medium-ket-1"/>
          <p:cNvSpPr txBox="1"/>
          <p:nvPr/>
        </p:nvSpPr>
        <p:spPr>
          <a:xfrm>
            <a:off x="6362700" y="10134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405" name="trajectory-medium:trajectory-medium-wire-1"/>
          <p:cNvCxnSpPr/>
          <p:nvPr/>
        </p:nvCxnSpPr>
        <p:spPr>
          <a:xfrm>
            <a:off x="6637020" y="110490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406" name="trajectory-medium:trajectory-medium-405"/>
          <p:cNvSpPr/>
          <p:nvPr/>
        </p:nvSpPr>
        <p:spPr>
          <a:xfrm>
            <a:off x="6691884" y="1013764"/>
            <a:ext cx="210312" cy="182270"/>
          </a:xfrm>
          <a:prstGeom prst="hexagon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trajectory-medium:trajectory-medium-406"/>
          <p:cNvSpPr/>
          <p:nvPr/>
        </p:nvSpPr>
        <p:spPr>
          <a:xfrm>
            <a:off x="6956450" y="1006754"/>
            <a:ext cx="196291" cy="196291"/>
          </a:xfrm>
          <a:prstGeom prst="diamond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trajectory-medium:trajectory-medium-407"/>
          <p:cNvSpPr/>
          <p:nvPr/>
        </p:nvSpPr>
        <p:spPr>
          <a:xfrm>
            <a:off x="7214006" y="1006754"/>
            <a:ext cx="196291" cy="196291"/>
          </a:xfrm>
          <a:prstGeom prst="ellipse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trajectory-medium:trajectory-medium-408"/>
          <p:cNvSpPr/>
          <p:nvPr/>
        </p:nvSpPr>
        <p:spPr>
          <a:xfrm>
            <a:off x="7464552" y="1013764"/>
            <a:ext cx="210312" cy="182270"/>
          </a:xfrm>
          <a:prstGeom prst="hexagon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trajectory-medium:trajectory-medium-409"/>
          <p:cNvSpPr/>
          <p:nvPr/>
        </p:nvSpPr>
        <p:spPr>
          <a:xfrm>
            <a:off x="7729118" y="1006754"/>
            <a:ext cx="196291" cy="196291"/>
          </a:xfrm>
          <a:prstGeom prst="diamond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trajectory-medium:trajectory-medium-410"/>
          <p:cNvSpPr/>
          <p:nvPr/>
        </p:nvSpPr>
        <p:spPr>
          <a:xfrm>
            <a:off x="7986674" y="1006754"/>
            <a:ext cx="196291" cy="196291"/>
          </a:xfrm>
          <a:prstGeom prst="ellipse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trajectory-medium:trajectory-medium-411"/>
          <p:cNvSpPr/>
          <p:nvPr/>
        </p:nvSpPr>
        <p:spPr>
          <a:xfrm>
            <a:off x="8709660" y="10210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3" name="trajectory-medium:trajectory-medium-412"/>
          <p:cNvCxnSpPr/>
          <p:nvPr/>
        </p:nvCxnSpPr>
        <p:spPr>
          <a:xfrm flipV="1">
            <a:off x="8747760" y="10553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414" name="trajectory-medium:trajectory-medium-413"/>
          <p:cNvCxnSpPr/>
          <p:nvPr/>
        </p:nvCxnSpPr>
        <p:spPr>
          <a:xfrm>
            <a:off x="8810625" y="10553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15" name="trajectory-medium:trajectory-medium-414"/>
          <p:cNvCxnSpPr/>
          <p:nvPr/>
        </p:nvCxnSpPr>
        <p:spPr>
          <a:xfrm flipH="1">
            <a:off x="8839200" y="10553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16" name="trajectory-medium:trajectory-medium-415"/>
          <p:cNvCxnSpPr/>
          <p:nvPr/>
        </p:nvCxnSpPr>
        <p:spPr>
          <a:xfrm>
            <a:off x="8740140" y="11410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417" name="trajectory-medium:trajectory-medium-ket-2"/>
          <p:cNvSpPr txBox="1"/>
          <p:nvPr/>
        </p:nvSpPr>
        <p:spPr>
          <a:xfrm>
            <a:off x="6362700" y="12496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418" name="trajectory-medium:trajectory-medium-wire-2"/>
          <p:cNvCxnSpPr/>
          <p:nvPr/>
        </p:nvCxnSpPr>
        <p:spPr>
          <a:xfrm>
            <a:off x="6637020" y="134112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419" name="trajectory-medium:trajectory-medium-418"/>
          <p:cNvSpPr/>
          <p:nvPr/>
        </p:nvSpPr>
        <p:spPr>
          <a:xfrm>
            <a:off x="6691884" y="1249984"/>
            <a:ext cx="210312" cy="182270"/>
          </a:xfrm>
          <a:prstGeom prst="hexagon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trajectory-medium:trajectory-medium-419"/>
          <p:cNvSpPr/>
          <p:nvPr/>
        </p:nvSpPr>
        <p:spPr>
          <a:xfrm>
            <a:off x="6956450" y="1242974"/>
            <a:ext cx="196291" cy="196291"/>
          </a:xfrm>
          <a:prstGeom prst="diamond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trajectory-medium:trajectory-medium-420"/>
          <p:cNvSpPr/>
          <p:nvPr/>
        </p:nvSpPr>
        <p:spPr>
          <a:xfrm>
            <a:off x="7214006" y="1242974"/>
            <a:ext cx="196291" cy="196291"/>
          </a:xfrm>
          <a:prstGeom prst="ellipse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trajectory-medium:trajectory-medium-421"/>
          <p:cNvSpPr/>
          <p:nvPr/>
        </p:nvSpPr>
        <p:spPr>
          <a:xfrm>
            <a:off x="7464552" y="1249984"/>
            <a:ext cx="210312" cy="182270"/>
          </a:xfrm>
          <a:prstGeom prst="hexagon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trajectory-medium:trajectory-medium-422"/>
          <p:cNvSpPr/>
          <p:nvPr/>
        </p:nvSpPr>
        <p:spPr>
          <a:xfrm>
            <a:off x="7729118" y="1242974"/>
            <a:ext cx="196291" cy="196291"/>
          </a:xfrm>
          <a:prstGeom prst="diamond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trajectory-medium:trajectory-medium-423"/>
          <p:cNvSpPr/>
          <p:nvPr/>
        </p:nvSpPr>
        <p:spPr>
          <a:xfrm>
            <a:off x="7986674" y="1242974"/>
            <a:ext cx="196291" cy="196291"/>
          </a:xfrm>
          <a:prstGeom prst="ellipse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trajectory-medium:trajectory-medium-424"/>
          <p:cNvSpPr/>
          <p:nvPr/>
        </p:nvSpPr>
        <p:spPr>
          <a:xfrm>
            <a:off x="8709660" y="12573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6" name="trajectory-medium:trajectory-medium-425"/>
          <p:cNvCxnSpPr/>
          <p:nvPr/>
        </p:nvCxnSpPr>
        <p:spPr>
          <a:xfrm flipV="1">
            <a:off x="8747760" y="12915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427" name="trajectory-medium:trajectory-medium-426"/>
          <p:cNvCxnSpPr/>
          <p:nvPr/>
        </p:nvCxnSpPr>
        <p:spPr>
          <a:xfrm>
            <a:off x="8810625" y="12915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28" name="trajectory-medium:trajectory-medium-427"/>
          <p:cNvCxnSpPr/>
          <p:nvPr/>
        </p:nvCxnSpPr>
        <p:spPr>
          <a:xfrm flipH="1">
            <a:off x="8839200" y="12915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29" name="trajectory-medium:trajectory-medium-428"/>
          <p:cNvCxnSpPr/>
          <p:nvPr/>
        </p:nvCxnSpPr>
        <p:spPr>
          <a:xfrm>
            <a:off x="8740140" y="13773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430" name="trajectory-medium:trajectory-medium-ket-3"/>
          <p:cNvSpPr txBox="1"/>
          <p:nvPr/>
        </p:nvSpPr>
        <p:spPr>
          <a:xfrm>
            <a:off x="6362700" y="16383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431" name="trajectory-medium:trajectory-medium-wire-3"/>
          <p:cNvCxnSpPr/>
          <p:nvPr/>
        </p:nvCxnSpPr>
        <p:spPr>
          <a:xfrm>
            <a:off x="6637020" y="172974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432" name="trajectory-medium:trajectory-medium-431"/>
          <p:cNvSpPr/>
          <p:nvPr/>
        </p:nvSpPr>
        <p:spPr>
          <a:xfrm>
            <a:off x="6691884" y="1638604"/>
            <a:ext cx="210312" cy="182270"/>
          </a:xfrm>
          <a:prstGeom prst="hexagon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trajectory-medium:trajectory-medium-432"/>
          <p:cNvSpPr/>
          <p:nvPr/>
        </p:nvSpPr>
        <p:spPr>
          <a:xfrm>
            <a:off x="6956450" y="1631594"/>
            <a:ext cx="196291" cy="196291"/>
          </a:xfrm>
          <a:prstGeom prst="diamond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trajectory-medium:trajectory-medium-433"/>
          <p:cNvSpPr/>
          <p:nvPr/>
        </p:nvSpPr>
        <p:spPr>
          <a:xfrm>
            <a:off x="7214006" y="1631594"/>
            <a:ext cx="196291" cy="196291"/>
          </a:xfrm>
          <a:prstGeom prst="ellipse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trajectory-medium:trajectory-medium-434"/>
          <p:cNvSpPr/>
          <p:nvPr/>
        </p:nvSpPr>
        <p:spPr>
          <a:xfrm>
            <a:off x="7464552" y="1638604"/>
            <a:ext cx="210312" cy="182270"/>
          </a:xfrm>
          <a:prstGeom prst="hexagon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trajectory-medium:trajectory-medium-435"/>
          <p:cNvSpPr/>
          <p:nvPr/>
        </p:nvSpPr>
        <p:spPr>
          <a:xfrm>
            <a:off x="7729118" y="1631594"/>
            <a:ext cx="196291" cy="196291"/>
          </a:xfrm>
          <a:prstGeom prst="diamond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trajectory-medium:trajectory-medium-436"/>
          <p:cNvSpPr/>
          <p:nvPr/>
        </p:nvSpPr>
        <p:spPr>
          <a:xfrm>
            <a:off x="7986674" y="1631594"/>
            <a:ext cx="196291" cy="196291"/>
          </a:xfrm>
          <a:prstGeom prst="ellipse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trajectory-medium:trajectory-medium-437"/>
          <p:cNvSpPr/>
          <p:nvPr/>
        </p:nvSpPr>
        <p:spPr>
          <a:xfrm>
            <a:off x="8709660" y="16459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9" name="trajectory-medium:trajectory-medium-438"/>
          <p:cNvCxnSpPr/>
          <p:nvPr/>
        </p:nvCxnSpPr>
        <p:spPr>
          <a:xfrm flipV="1">
            <a:off x="8747760" y="16802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440" name="trajectory-medium:trajectory-medium-439"/>
          <p:cNvCxnSpPr/>
          <p:nvPr/>
        </p:nvCxnSpPr>
        <p:spPr>
          <a:xfrm>
            <a:off x="8810625" y="16802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41" name="trajectory-medium:trajectory-medium-440"/>
          <p:cNvCxnSpPr/>
          <p:nvPr/>
        </p:nvCxnSpPr>
        <p:spPr>
          <a:xfrm flipH="1">
            <a:off x="8839200" y="16802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42" name="trajectory-medium:trajectory-medium-441"/>
          <p:cNvCxnSpPr/>
          <p:nvPr/>
        </p:nvCxnSpPr>
        <p:spPr>
          <a:xfrm>
            <a:off x="8740140" y="17659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443" name="trajectory-medium:trajectory-medium-cnot-a"/>
          <p:cNvSpPr/>
          <p:nvPr/>
        </p:nvSpPr>
        <p:spPr>
          <a:xfrm>
            <a:off x="8237220" y="79248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trajectory-medium:trajectory-medium-cnot-b"/>
          <p:cNvSpPr/>
          <p:nvPr/>
        </p:nvSpPr>
        <p:spPr>
          <a:xfrm>
            <a:off x="8412480" y="1264920"/>
            <a:ext cx="99060" cy="5410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trajectory-small:trajectory-small-shadow"/>
          <p:cNvSpPr/>
          <p:nvPr/>
        </p:nvSpPr>
        <p:spPr>
          <a:xfrm>
            <a:off x="7757159" y="1165860"/>
            <a:ext cx="2148840" cy="90678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trajectory-small:trajectory-small-body"/>
          <p:cNvSpPr/>
          <p:nvPr/>
        </p:nvSpPr>
        <p:spPr>
          <a:xfrm>
            <a:off x="7673340" y="1066800"/>
            <a:ext cx="2148840" cy="90678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trajectory-small:trajectory-small-ket-0"/>
          <p:cNvSpPr txBox="1"/>
          <p:nvPr/>
        </p:nvSpPr>
        <p:spPr>
          <a:xfrm>
            <a:off x="7741920" y="11582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448" name="trajectory-small:trajectory-small-wire-0"/>
          <p:cNvCxnSpPr/>
          <p:nvPr/>
        </p:nvCxnSpPr>
        <p:spPr>
          <a:xfrm>
            <a:off x="8016240" y="1249680"/>
            <a:ext cx="163830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449" name="trajectory-small:trajectory-small-448"/>
          <p:cNvSpPr/>
          <p:nvPr/>
        </p:nvSpPr>
        <p:spPr>
          <a:xfrm>
            <a:off x="8071104" y="1158544"/>
            <a:ext cx="210312" cy="182270"/>
          </a:xfrm>
          <a:prstGeom prst="hexagon">
            <a:avLst/>
          </a:prstGeom>
          <a:solidFill>
            <a:srgbClr val="A6CAE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0" name="trajectory-small:trajectory-small-449"/>
          <p:cNvSpPr/>
          <p:nvPr/>
        </p:nvSpPr>
        <p:spPr>
          <a:xfrm>
            <a:off x="8424824" y="1151534"/>
            <a:ext cx="196291" cy="196291"/>
          </a:xfrm>
          <a:prstGeom prst="diamond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trajectory-small:trajectory-small-450"/>
          <p:cNvSpPr/>
          <p:nvPr/>
        </p:nvSpPr>
        <p:spPr>
          <a:xfrm>
            <a:off x="8771534" y="1151534"/>
            <a:ext cx="196291" cy="196291"/>
          </a:xfrm>
          <a:prstGeom prst="ellipse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trajectory-small:trajectory-small-451"/>
          <p:cNvSpPr/>
          <p:nvPr/>
        </p:nvSpPr>
        <p:spPr>
          <a:xfrm>
            <a:off x="9494520" y="11658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3" name="trajectory-small:trajectory-small-452"/>
          <p:cNvCxnSpPr/>
          <p:nvPr/>
        </p:nvCxnSpPr>
        <p:spPr>
          <a:xfrm flipV="1">
            <a:off x="9532620" y="12001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454" name="trajectory-small:trajectory-small-453"/>
          <p:cNvCxnSpPr/>
          <p:nvPr/>
        </p:nvCxnSpPr>
        <p:spPr>
          <a:xfrm>
            <a:off x="9595485" y="12001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55" name="trajectory-small:trajectory-small-454"/>
          <p:cNvCxnSpPr/>
          <p:nvPr/>
        </p:nvCxnSpPr>
        <p:spPr>
          <a:xfrm flipH="1">
            <a:off x="9624060" y="12001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56" name="trajectory-small:trajectory-small-455"/>
          <p:cNvCxnSpPr/>
          <p:nvPr/>
        </p:nvCxnSpPr>
        <p:spPr>
          <a:xfrm>
            <a:off x="9525000" y="12858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457" name="trajectory-small:trajectory-small-ket-1"/>
          <p:cNvSpPr txBox="1"/>
          <p:nvPr/>
        </p:nvSpPr>
        <p:spPr>
          <a:xfrm>
            <a:off x="7741920" y="142875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458" name="trajectory-small:trajectory-small-wire-1"/>
          <p:cNvCxnSpPr/>
          <p:nvPr/>
        </p:nvCxnSpPr>
        <p:spPr>
          <a:xfrm>
            <a:off x="8016240" y="1520190"/>
            <a:ext cx="163830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459" name="trajectory-small:trajectory-small-458"/>
          <p:cNvSpPr/>
          <p:nvPr/>
        </p:nvSpPr>
        <p:spPr>
          <a:xfrm>
            <a:off x="8071104" y="1429054"/>
            <a:ext cx="210312" cy="182270"/>
          </a:xfrm>
          <a:prstGeom prst="hexagon">
            <a:avLst/>
          </a:prstGeom>
          <a:solidFill>
            <a:srgbClr val="215F9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trajectory-small:trajectory-small-459"/>
          <p:cNvSpPr/>
          <p:nvPr/>
        </p:nvSpPr>
        <p:spPr>
          <a:xfrm>
            <a:off x="8424824" y="1422044"/>
            <a:ext cx="196291" cy="196291"/>
          </a:xfrm>
          <a:prstGeom prst="diamond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trajectory-small:trajectory-small-460"/>
          <p:cNvSpPr/>
          <p:nvPr/>
        </p:nvSpPr>
        <p:spPr>
          <a:xfrm>
            <a:off x="8771534" y="1422044"/>
            <a:ext cx="196291" cy="196291"/>
          </a:xfrm>
          <a:prstGeom prst="ellipse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trajectory-small:trajectory-small-461"/>
          <p:cNvSpPr/>
          <p:nvPr/>
        </p:nvSpPr>
        <p:spPr>
          <a:xfrm>
            <a:off x="9494520" y="143637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3" name="trajectory-small:trajectory-small-462"/>
          <p:cNvCxnSpPr/>
          <p:nvPr/>
        </p:nvCxnSpPr>
        <p:spPr>
          <a:xfrm flipV="1">
            <a:off x="9532620" y="147066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464" name="trajectory-small:trajectory-small-463"/>
          <p:cNvCxnSpPr/>
          <p:nvPr/>
        </p:nvCxnSpPr>
        <p:spPr>
          <a:xfrm>
            <a:off x="9595485" y="147066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65" name="trajectory-small:trajectory-small-464"/>
          <p:cNvCxnSpPr/>
          <p:nvPr/>
        </p:nvCxnSpPr>
        <p:spPr>
          <a:xfrm flipH="1">
            <a:off x="9624060" y="147066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66" name="trajectory-small:trajectory-small-465"/>
          <p:cNvCxnSpPr/>
          <p:nvPr/>
        </p:nvCxnSpPr>
        <p:spPr>
          <a:xfrm>
            <a:off x="9525000" y="155638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467" name="trajectory-small:trajectory-small-ket-2"/>
          <p:cNvSpPr txBox="1"/>
          <p:nvPr/>
        </p:nvSpPr>
        <p:spPr>
          <a:xfrm>
            <a:off x="7741920" y="16992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468" name="trajectory-small:trajectory-small-wire-2"/>
          <p:cNvCxnSpPr/>
          <p:nvPr/>
        </p:nvCxnSpPr>
        <p:spPr>
          <a:xfrm>
            <a:off x="8016240" y="1790700"/>
            <a:ext cx="163830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469" name="trajectory-small:trajectory-small-468"/>
          <p:cNvSpPr/>
          <p:nvPr/>
        </p:nvSpPr>
        <p:spPr>
          <a:xfrm>
            <a:off x="8071104" y="1699564"/>
            <a:ext cx="210312" cy="182270"/>
          </a:xfrm>
          <a:prstGeom prst="hexagon">
            <a:avLst/>
          </a:prstGeom>
          <a:solidFill>
            <a:srgbClr val="DCEAF7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trajectory-small:trajectory-small-469"/>
          <p:cNvSpPr/>
          <p:nvPr/>
        </p:nvSpPr>
        <p:spPr>
          <a:xfrm>
            <a:off x="8424824" y="1692554"/>
            <a:ext cx="196291" cy="196291"/>
          </a:xfrm>
          <a:prstGeom prst="diamond">
            <a:avLst/>
          </a:prstGeom>
          <a:solidFill>
            <a:srgbClr val="163D6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trajectory-small:trajectory-small-470"/>
          <p:cNvSpPr/>
          <p:nvPr/>
        </p:nvSpPr>
        <p:spPr>
          <a:xfrm>
            <a:off x="8771534" y="1692554"/>
            <a:ext cx="196291" cy="196291"/>
          </a:xfrm>
          <a:prstGeom prst="ellipse">
            <a:avLst/>
          </a:prstGeom>
          <a:solidFill>
            <a:srgbClr val="4F95D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2" name="trajectory-small:trajectory-small-471"/>
          <p:cNvSpPr/>
          <p:nvPr/>
        </p:nvSpPr>
        <p:spPr>
          <a:xfrm>
            <a:off x="9494520" y="17068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3" name="trajectory-small:trajectory-small-472"/>
          <p:cNvCxnSpPr/>
          <p:nvPr/>
        </p:nvCxnSpPr>
        <p:spPr>
          <a:xfrm flipV="1">
            <a:off x="9532620" y="17411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474" name="trajectory-small:trajectory-small-473"/>
          <p:cNvCxnSpPr/>
          <p:nvPr/>
        </p:nvCxnSpPr>
        <p:spPr>
          <a:xfrm>
            <a:off x="9595485" y="17411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75" name="trajectory-small:trajectory-small-474"/>
          <p:cNvCxnSpPr/>
          <p:nvPr/>
        </p:nvCxnSpPr>
        <p:spPr>
          <a:xfrm flipH="1">
            <a:off x="9624060" y="17411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476" name="trajectory-small:trajectory-small-475"/>
          <p:cNvCxnSpPr/>
          <p:nvPr/>
        </p:nvCxnSpPr>
        <p:spPr>
          <a:xfrm>
            <a:off x="9525000" y="18268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477" name="trajectory-small:trajectory-small-cnot-a"/>
          <p:cNvSpPr/>
          <p:nvPr/>
        </p:nvSpPr>
        <p:spPr>
          <a:xfrm>
            <a:off x="9022080" y="1173480"/>
            <a:ext cx="99060" cy="42291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trajectory-small:trajectory-small-cnot-b"/>
          <p:cNvSpPr/>
          <p:nvPr/>
        </p:nvSpPr>
        <p:spPr>
          <a:xfrm>
            <a:off x="9197340" y="1443990"/>
            <a:ext cx="99060" cy="42291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root:root-478"/>
          <p:cNvSpPr txBox="1"/>
          <p:nvPr/>
        </p:nvSpPr>
        <p:spPr>
          <a:xfrm>
            <a:off x="5600700" y="1943100"/>
            <a:ext cx="33528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000000"/>
                </a:solidFill>
                <a:latin typeface="Liberation Serif"/>
              </a:rPr>
              <a:t>Frozen Parameters Trajectory</a:t>
            </a:r>
          </a:p>
        </p:txBody>
      </p:sp>
      <p:sp>
        <p:nvSpPr>
          <p:cNvPr id="480" name="intensity-selection:intensity-selection-479"/>
          <p:cNvSpPr txBox="1"/>
          <p:nvPr/>
        </p:nvSpPr>
        <p:spPr>
          <a:xfrm>
            <a:off x="9662160" y="167640"/>
            <a:ext cx="85344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Liberation Serif"/>
              </a:rPr>
              <a:t>Intensity ↑</a:t>
            </a:r>
          </a:p>
        </p:txBody>
      </p:sp>
      <p:sp>
        <p:nvSpPr>
          <p:cNvPr id="481" name="intensity-selection:intensity-selection-480"/>
          <p:cNvSpPr/>
          <p:nvPr/>
        </p:nvSpPr>
        <p:spPr>
          <a:xfrm>
            <a:off x="9921240" y="426720"/>
            <a:ext cx="266700" cy="327660"/>
          </a:xfrm>
          <a:prstGeom prst="rect">
            <a:avLst/>
          </a:prstGeom>
          <a:solidFill>
            <a:srgbClr val="163D64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intensity-selection:intensity-selection-481"/>
          <p:cNvSpPr/>
          <p:nvPr/>
        </p:nvSpPr>
        <p:spPr>
          <a:xfrm>
            <a:off x="9921240" y="754380"/>
            <a:ext cx="266700" cy="327660"/>
          </a:xfrm>
          <a:prstGeom prst="rect">
            <a:avLst/>
          </a:prstGeom>
          <a:solidFill>
            <a:srgbClr val="215F9A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3" name="intensity-selection:intensity-selection-482"/>
          <p:cNvSpPr/>
          <p:nvPr/>
        </p:nvSpPr>
        <p:spPr>
          <a:xfrm>
            <a:off x="9921240" y="1082040"/>
            <a:ext cx="266700" cy="327660"/>
          </a:xfrm>
          <a:prstGeom prst="rect">
            <a:avLst/>
          </a:prstGeom>
          <a:solidFill>
            <a:srgbClr val="4F95DA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4" name="intensity-selection:intensity-selection-483"/>
          <p:cNvSpPr/>
          <p:nvPr/>
        </p:nvSpPr>
        <p:spPr>
          <a:xfrm>
            <a:off x="9921240" y="1409700"/>
            <a:ext cx="266700" cy="327660"/>
          </a:xfrm>
          <a:prstGeom prst="rect">
            <a:avLst/>
          </a:prstGeom>
          <a:solidFill>
            <a:srgbClr val="A6CAEC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5" name="intensity-selection:intensity-selection-484"/>
          <p:cNvSpPr/>
          <p:nvPr/>
        </p:nvSpPr>
        <p:spPr>
          <a:xfrm>
            <a:off x="9921240" y="1737360"/>
            <a:ext cx="266700" cy="327660"/>
          </a:xfrm>
          <a:prstGeom prst="rect">
            <a:avLst/>
          </a:prstGeom>
          <a:solidFill>
            <a:srgbClr val="DCEAF7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6" name="intensity-selection:intensity-selection-485"/>
          <p:cNvSpPr txBox="1"/>
          <p:nvPr/>
        </p:nvSpPr>
        <p:spPr>
          <a:xfrm>
            <a:off x="10317480" y="472440"/>
            <a:ext cx="10668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000000"/>
                </a:solidFill>
                <a:latin typeface="Liberation Serif"/>
              </a:rPr>
              <a:t>Frozen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000000"/>
                </a:solidFill>
                <a:latin typeface="Liberation Serif"/>
              </a:rPr>
              <a:t>Parameter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000000"/>
                </a:solidFill>
                <a:latin typeface="Liberation Serif"/>
              </a:rPr>
              <a:t>Selection</a:t>
            </a:r>
          </a:p>
        </p:txBody>
      </p:sp>
      <p:cxnSp>
        <p:nvCxnSpPr>
          <p:cNvPr id="487" name="intensity-selection:intensity-selection-486"/>
          <p:cNvCxnSpPr/>
          <p:nvPr/>
        </p:nvCxnSpPr>
        <p:spPr>
          <a:xfrm>
            <a:off x="10233660" y="1341120"/>
            <a:ext cx="922020" cy="0"/>
          </a:xfrm>
          <a:prstGeom prst="line">
            <a:avLst/>
          </a:prstGeom>
          <a:ln w="38100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488" name="intensity-selection:intensity-selection-487"/>
          <p:cNvSpPr txBox="1"/>
          <p:nvPr/>
        </p:nvSpPr>
        <p:spPr>
          <a:xfrm>
            <a:off x="10187940" y="1501140"/>
            <a:ext cx="1143000" cy="2819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00000"/>
                </a:solidFill>
                <a:latin typeface="Liberation Serif"/>
              </a:rPr>
              <a:t>Threshold: τ</a:t>
            </a:r>
          </a:p>
        </p:txBody>
      </p:sp>
      <p:sp>
        <p:nvSpPr>
          <p:cNvPr id="489" name="label-large:label-large-shadow"/>
          <p:cNvSpPr/>
          <p:nvPr/>
        </p:nvSpPr>
        <p:spPr>
          <a:xfrm>
            <a:off x="11399520" y="449580"/>
            <a:ext cx="3048000" cy="147828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label-large:label-large-body"/>
          <p:cNvSpPr/>
          <p:nvPr/>
        </p:nvSpPr>
        <p:spPr>
          <a:xfrm>
            <a:off x="11315700" y="350520"/>
            <a:ext cx="3048000" cy="147828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label-large:label-large-left-ellipsis"/>
          <p:cNvSpPr txBox="1"/>
          <p:nvPr/>
        </p:nvSpPr>
        <p:spPr>
          <a:xfrm>
            <a:off x="11384280" y="106009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492" name="label-large:label-large-mid-ellipsis"/>
          <p:cNvSpPr txBox="1"/>
          <p:nvPr/>
        </p:nvSpPr>
        <p:spPr>
          <a:xfrm>
            <a:off x="12778740" y="106009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493" name="label-large:label-large-right-ellipsis"/>
          <p:cNvSpPr txBox="1"/>
          <p:nvPr/>
        </p:nvSpPr>
        <p:spPr>
          <a:xfrm>
            <a:off x="13853160" y="106009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494" name="label-large:label-large-ket-0"/>
          <p:cNvSpPr txBox="1"/>
          <p:nvPr/>
        </p:nvSpPr>
        <p:spPr>
          <a:xfrm>
            <a:off x="11384280" y="4495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495" name="label-large:label-large-wire-0"/>
          <p:cNvCxnSpPr/>
          <p:nvPr/>
        </p:nvCxnSpPr>
        <p:spPr>
          <a:xfrm>
            <a:off x="11658600" y="54102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496" name="label-large:label-large-495"/>
          <p:cNvSpPr/>
          <p:nvPr/>
        </p:nvSpPr>
        <p:spPr>
          <a:xfrm>
            <a:off x="11713464" y="44988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label-large:label-large-496"/>
          <p:cNvSpPr/>
          <p:nvPr/>
        </p:nvSpPr>
        <p:spPr>
          <a:xfrm>
            <a:off x="12038990" y="4428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label-large:label-large-497"/>
          <p:cNvSpPr/>
          <p:nvPr/>
        </p:nvSpPr>
        <p:spPr>
          <a:xfrm>
            <a:off x="12357506" y="4428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9" name="label-large:label-large-498"/>
          <p:cNvSpPr/>
          <p:nvPr/>
        </p:nvSpPr>
        <p:spPr>
          <a:xfrm>
            <a:off x="12669012" y="44988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label-large:label-large-499"/>
          <p:cNvSpPr/>
          <p:nvPr/>
        </p:nvSpPr>
        <p:spPr>
          <a:xfrm>
            <a:off x="12994538" y="44287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label-large:label-large-500"/>
          <p:cNvSpPr/>
          <p:nvPr/>
        </p:nvSpPr>
        <p:spPr>
          <a:xfrm>
            <a:off x="13313054" y="4428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label-large:label-large-501"/>
          <p:cNvSpPr/>
          <p:nvPr/>
        </p:nvSpPr>
        <p:spPr>
          <a:xfrm>
            <a:off x="14036040" y="4572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3" name="label-large:label-large-502"/>
          <p:cNvCxnSpPr/>
          <p:nvPr/>
        </p:nvCxnSpPr>
        <p:spPr>
          <a:xfrm flipV="1">
            <a:off x="14074140" y="4914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504" name="label-large:label-large-503"/>
          <p:cNvCxnSpPr/>
          <p:nvPr/>
        </p:nvCxnSpPr>
        <p:spPr>
          <a:xfrm>
            <a:off x="14137005" y="4914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05" name="label-large:label-large-504"/>
          <p:cNvCxnSpPr/>
          <p:nvPr/>
        </p:nvCxnSpPr>
        <p:spPr>
          <a:xfrm flipH="1">
            <a:off x="14165580" y="4914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06" name="label-large:label-large-505"/>
          <p:cNvCxnSpPr/>
          <p:nvPr/>
        </p:nvCxnSpPr>
        <p:spPr>
          <a:xfrm>
            <a:off x="14066520" y="5772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507" name="label-large:label-large-ket-1"/>
          <p:cNvSpPr txBox="1"/>
          <p:nvPr/>
        </p:nvSpPr>
        <p:spPr>
          <a:xfrm>
            <a:off x="11384280" y="6858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508" name="label-large:label-large-wire-1"/>
          <p:cNvCxnSpPr/>
          <p:nvPr/>
        </p:nvCxnSpPr>
        <p:spPr>
          <a:xfrm>
            <a:off x="11658600" y="77724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509" name="label-large:label-large-508"/>
          <p:cNvSpPr/>
          <p:nvPr/>
        </p:nvSpPr>
        <p:spPr>
          <a:xfrm>
            <a:off x="11713464" y="6861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0" name="label-large:label-large-509"/>
          <p:cNvSpPr/>
          <p:nvPr/>
        </p:nvSpPr>
        <p:spPr>
          <a:xfrm>
            <a:off x="12038990" y="67909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1" name="label-large:label-large-510"/>
          <p:cNvSpPr/>
          <p:nvPr/>
        </p:nvSpPr>
        <p:spPr>
          <a:xfrm>
            <a:off x="12357506" y="67909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label-large:label-large-511"/>
          <p:cNvSpPr/>
          <p:nvPr/>
        </p:nvSpPr>
        <p:spPr>
          <a:xfrm>
            <a:off x="12669012" y="6861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3" name="label-large:label-large-512"/>
          <p:cNvSpPr/>
          <p:nvPr/>
        </p:nvSpPr>
        <p:spPr>
          <a:xfrm>
            <a:off x="12994538" y="6790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4" name="label-large:label-large-513"/>
          <p:cNvSpPr/>
          <p:nvPr/>
        </p:nvSpPr>
        <p:spPr>
          <a:xfrm>
            <a:off x="13313054" y="67909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label-large:label-large-514"/>
          <p:cNvSpPr/>
          <p:nvPr/>
        </p:nvSpPr>
        <p:spPr>
          <a:xfrm>
            <a:off x="14036040" y="6934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6" name="label-large:label-large-515"/>
          <p:cNvCxnSpPr/>
          <p:nvPr/>
        </p:nvCxnSpPr>
        <p:spPr>
          <a:xfrm flipV="1">
            <a:off x="14074140" y="7277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517" name="label-large:label-large-516"/>
          <p:cNvCxnSpPr/>
          <p:nvPr/>
        </p:nvCxnSpPr>
        <p:spPr>
          <a:xfrm>
            <a:off x="14137005" y="7277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18" name="label-large:label-large-517"/>
          <p:cNvCxnSpPr/>
          <p:nvPr/>
        </p:nvCxnSpPr>
        <p:spPr>
          <a:xfrm flipH="1">
            <a:off x="14165580" y="7277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19" name="label-large:label-large-518"/>
          <p:cNvCxnSpPr/>
          <p:nvPr/>
        </p:nvCxnSpPr>
        <p:spPr>
          <a:xfrm>
            <a:off x="14066520" y="8134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520" name="label-large:label-large-ket-2"/>
          <p:cNvSpPr txBox="1"/>
          <p:nvPr/>
        </p:nvSpPr>
        <p:spPr>
          <a:xfrm>
            <a:off x="11384280" y="9220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521" name="label-large:label-large-wire-2"/>
          <p:cNvCxnSpPr/>
          <p:nvPr/>
        </p:nvCxnSpPr>
        <p:spPr>
          <a:xfrm>
            <a:off x="11658600" y="101346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522" name="label-large:label-large-521"/>
          <p:cNvSpPr/>
          <p:nvPr/>
        </p:nvSpPr>
        <p:spPr>
          <a:xfrm>
            <a:off x="11713464" y="92232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3" name="label-large:label-large-522"/>
          <p:cNvSpPr/>
          <p:nvPr/>
        </p:nvSpPr>
        <p:spPr>
          <a:xfrm>
            <a:off x="12038990" y="9153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4" name="label-large:label-large-523"/>
          <p:cNvSpPr/>
          <p:nvPr/>
        </p:nvSpPr>
        <p:spPr>
          <a:xfrm>
            <a:off x="12357506" y="9153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5" name="label-large:label-large-524"/>
          <p:cNvSpPr/>
          <p:nvPr/>
        </p:nvSpPr>
        <p:spPr>
          <a:xfrm>
            <a:off x="12669012" y="92232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6" name="label-large:label-large-525"/>
          <p:cNvSpPr/>
          <p:nvPr/>
        </p:nvSpPr>
        <p:spPr>
          <a:xfrm>
            <a:off x="12994538" y="9153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7" name="label-large:label-large-526"/>
          <p:cNvSpPr/>
          <p:nvPr/>
        </p:nvSpPr>
        <p:spPr>
          <a:xfrm>
            <a:off x="13313054" y="9153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8" name="label-large:label-large-527"/>
          <p:cNvSpPr/>
          <p:nvPr/>
        </p:nvSpPr>
        <p:spPr>
          <a:xfrm>
            <a:off x="14036040" y="9296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9" name="label-large:label-large-528"/>
          <p:cNvCxnSpPr/>
          <p:nvPr/>
        </p:nvCxnSpPr>
        <p:spPr>
          <a:xfrm flipV="1">
            <a:off x="14074140" y="9639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530" name="label-large:label-large-529"/>
          <p:cNvCxnSpPr/>
          <p:nvPr/>
        </p:nvCxnSpPr>
        <p:spPr>
          <a:xfrm>
            <a:off x="14137005" y="9639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31" name="label-large:label-large-530"/>
          <p:cNvCxnSpPr/>
          <p:nvPr/>
        </p:nvCxnSpPr>
        <p:spPr>
          <a:xfrm flipH="1">
            <a:off x="14165580" y="9639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32" name="label-large:label-large-531"/>
          <p:cNvCxnSpPr/>
          <p:nvPr/>
        </p:nvCxnSpPr>
        <p:spPr>
          <a:xfrm>
            <a:off x="14066520" y="10496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533" name="label-large:label-large-ket-3"/>
          <p:cNvSpPr txBox="1"/>
          <p:nvPr/>
        </p:nvSpPr>
        <p:spPr>
          <a:xfrm>
            <a:off x="11384280" y="13030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534" name="label-large:label-large-wire-3"/>
          <p:cNvCxnSpPr/>
          <p:nvPr/>
        </p:nvCxnSpPr>
        <p:spPr>
          <a:xfrm>
            <a:off x="11658600" y="139446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535" name="label-large:label-large-534"/>
          <p:cNvSpPr/>
          <p:nvPr/>
        </p:nvSpPr>
        <p:spPr>
          <a:xfrm>
            <a:off x="11713464" y="13033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6" name="label-large:label-large-535"/>
          <p:cNvSpPr/>
          <p:nvPr/>
        </p:nvSpPr>
        <p:spPr>
          <a:xfrm>
            <a:off x="12038990" y="12963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7" name="label-large:label-large-536"/>
          <p:cNvSpPr/>
          <p:nvPr/>
        </p:nvSpPr>
        <p:spPr>
          <a:xfrm>
            <a:off x="12357506" y="12963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8" name="label-large:label-large-537"/>
          <p:cNvSpPr/>
          <p:nvPr/>
        </p:nvSpPr>
        <p:spPr>
          <a:xfrm>
            <a:off x="12669012" y="13033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9" name="label-large:label-large-538"/>
          <p:cNvSpPr/>
          <p:nvPr/>
        </p:nvSpPr>
        <p:spPr>
          <a:xfrm>
            <a:off x="12994538" y="12963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0" name="label-large:label-large-539"/>
          <p:cNvSpPr/>
          <p:nvPr/>
        </p:nvSpPr>
        <p:spPr>
          <a:xfrm>
            <a:off x="13313054" y="12963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1" name="label-large:label-large-540"/>
          <p:cNvSpPr/>
          <p:nvPr/>
        </p:nvSpPr>
        <p:spPr>
          <a:xfrm>
            <a:off x="14036040" y="13106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2" name="label-large:label-large-541"/>
          <p:cNvCxnSpPr/>
          <p:nvPr/>
        </p:nvCxnSpPr>
        <p:spPr>
          <a:xfrm flipV="1">
            <a:off x="14074140" y="13449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543" name="label-large:label-large-542"/>
          <p:cNvCxnSpPr/>
          <p:nvPr/>
        </p:nvCxnSpPr>
        <p:spPr>
          <a:xfrm>
            <a:off x="14137005" y="13449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44" name="label-large:label-large-543"/>
          <p:cNvCxnSpPr/>
          <p:nvPr/>
        </p:nvCxnSpPr>
        <p:spPr>
          <a:xfrm flipH="1">
            <a:off x="14165580" y="13449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45" name="label-large:label-large-544"/>
          <p:cNvCxnSpPr/>
          <p:nvPr/>
        </p:nvCxnSpPr>
        <p:spPr>
          <a:xfrm>
            <a:off x="14066520" y="14306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546" name="label-large:label-large-ket-4"/>
          <p:cNvSpPr txBox="1"/>
          <p:nvPr/>
        </p:nvSpPr>
        <p:spPr>
          <a:xfrm>
            <a:off x="11384280" y="15392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547" name="label-large:label-large-wire-4"/>
          <p:cNvCxnSpPr/>
          <p:nvPr/>
        </p:nvCxnSpPr>
        <p:spPr>
          <a:xfrm>
            <a:off x="11658600" y="163068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548" name="label-large:label-large-547"/>
          <p:cNvSpPr/>
          <p:nvPr/>
        </p:nvSpPr>
        <p:spPr>
          <a:xfrm>
            <a:off x="11713464" y="153954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9" name="label-large:label-large-548"/>
          <p:cNvSpPr/>
          <p:nvPr/>
        </p:nvSpPr>
        <p:spPr>
          <a:xfrm>
            <a:off x="12038990" y="15325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0" name="label-large:label-large-549"/>
          <p:cNvSpPr/>
          <p:nvPr/>
        </p:nvSpPr>
        <p:spPr>
          <a:xfrm>
            <a:off x="12357506" y="15325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1" name="label-large:label-large-550"/>
          <p:cNvSpPr/>
          <p:nvPr/>
        </p:nvSpPr>
        <p:spPr>
          <a:xfrm>
            <a:off x="12669012" y="153954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2" name="label-large:label-large-551"/>
          <p:cNvSpPr/>
          <p:nvPr/>
        </p:nvSpPr>
        <p:spPr>
          <a:xfrm>
            <a:off x="12994538" y="153253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3" name="label-large:label-large-552"/>
          <p:cNvSpPr/>
          <p:nvPr/>
        </p:nvSpPr>
        <p:spPr>
          <a:xfrm>
            <a:off x="13313054" y="15325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4" name="label-large:label-large-553"/>
          <p:cNvSpPr/>
          <p:nvPr/>
        </p:nvSpPr>
        <p:spPr>
          <a:xfrm>
            <a:off x="14036040" y="15468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55" name="label-large:label-large-554"/>
          <p:cNvCxnSpPr/>
          <p:nvPr/>
        </p:nvCxnSpPr>
        <p:spPr>
          <a:xfrm flipV="1">
            <a:off x="14074140" y="15811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556" name="label-large:label-large-555"/>
          <p:cNvCxnSpPr/>
          <p:nvPr/>
        </p:nvCxnSpPr>
        <p:spPr>
          <a:xfrm>
            <a:off x="14137005" y="15811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57" name="label-large:label-large-556"/>
          <p:cNvCxnSpPr/>
          <p:nvPr/>
        </p:nvCxnSpPr>
        <p:spPr>
          <a:xfrm flipH="1">
            <a:off x="14165580" y="15811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58" name="label-large:label-large-557"/>
          <p:cNvCxnSpPr/>
          <p:nvPr/>
        </p:nvCxnSpPr>
        <p:spPr>
          <a:xfrm>
            <a:off x="14066520" y="16668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559" name="label-large:label-large-cnot-a"/>
          <p:cNvSpPr/>
          <p:nvPr/>
        </p:nvSpPr>
        <p:spPr>
          <a:xfrm>
            <a:off x="13563600" y="46482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0" name="label-large:label-large-cnot-b"/>
          <p:cNvSpPr/>
          <p:nvPr/>
        </p:nvSpPr>
        <p:spPr>
          <a:xfrm>
            <a:off x="13738860" y="131826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label-medium:label-medium-shadow"/>
          <p:cNvSpPr/>
          <p:nvPr/>
        </p:nvSpPr>
        <p:spPr>
          <a:xfrm>
            <a:off x="11727180" y="800100"/>
            <a:ext cx="2743200" cy="121158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2" name="label-medium:label-medium-body"/>
          <p:cNvSpPr/>
          <p:nvPr/>
        </p:nvSpPr>
        <p:spPr>
          <a:xfrm>
            <a:off x="11643360" y="701040"/>
            <a:ext cx="2743200" cy="121158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label-medium:label-medium-ket-0"/>
          <p:cNvSpPr txBox="1"/>
          <p:nvPr/>
        </p:nvSpPr>
        <p:spPr>
          <a:xfrm>
            <a:off x="11711940" y="7848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564" name="label-medium:label-medium-wire-0"/>
          <p:cNvCxnSpPr/>
          <p:nvPr/>
        </p:nvCxnSpPr>
        <p:spPr>
          <a:xfrm>
            <a:off x="11986260" y="87630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565" name="label-medium:label-medium-564"/>
          <p:cNvSpPr/>
          <p:nvPr/>
        </p:nvSpPr>
        <p:spPr>
          <a:xfrm>
            <a:off x="12041124" y="7851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label-medium:label-medium-565"/>
          <p:cNvSpPr/>
          <p:nvPr/>
        </p:nvSpPr>
        <p:spPr>
          <a:xfrm>
            <a:off x="12305690" y="7781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label-medium:label-medium-566"/>
          <p:cNvSpPr/>
          <p:nvPr/>
        </p:nvSpPr>
        <p:spPr>
          <a:xfrm>
            <a:off x="12563246" y="77815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8" name="label-medium:label-medium-567"/>
          <p:cNvSpPr/>
          <p:nvPr/>
        </p:nvSpPr>
        <p:spPr>
          <a:xfrm>
            <a:off x="12813792" y="78516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9" name="label-medium:label-medium-568"/>
          <p:cNvSpPr/>
          <p:nvPr/>
        </p:nvSpPr>
        <p:spPr>
          <a:xfrm>
            <a:off x="13078358" y="7781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0" name="label-medium:label-medium-569"/>
          <p:cNvSpPr/>
          <p:nvPr/>
        </p:nvSpPr>
        <p:spPr>
          <a:xfrm>
            <a:off x="13335914" y="7781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1" name="label-medium:label-medium-570"/>
          <p:cNvSpPr/>
          <p:nvPr/>
        </p:nvSpPr>
        <p:spPr>
          <a:xfrm>
            <a:off x="14058900" y="7924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2" name="label-medium:label-medium-571"/>
          <p:cNvCxnSpPr/>
          <p:nvPr/>
        </p:nvCxnSpPr>
        <p:spPr>
          <a:xfrm flipV="1">
            <a:off x="14097000" y="8267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573" name="label-medium:label-medium-572"/>
          <p:cNvCxnSpPr/>
          <p:nvPr/>
        </p:nvCxnSpPr>
        <p:spPr>
          <a:xfrm>
            <a:off x="14159865" y="8267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74" name="label-medium:label-medium-573"/>
          <p:cNvCxnSpPr/>
          <p:nvPr/>
        </p:nvCxnSpPr>
        <p:spPr>
          <a:xfrm flipH="1">
            <a:off x="14188440" y="8267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75" name="label-medium:label-medium-574"/>
          <p:cNvCxnSpPr/>
          <p:nvPr/>
        </p:nvCxnSpPr>
        <p:spPr>
          <a:xfrm>
            <a:off x="14089380" y="9124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576" name="label-medium:label-medium-ket-1"/>
          <p:cNvSpPr txBox="1"/>
          <p:nvPr/>
        </p:nvSpPr>
        <p:spPr>
          <a:xfrm>
            <a:off x="11711940" y="10210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577" name="label-medium:label-medium-wire-1"/>
          <p:cNvCxnSpPr/>
          <p:nvPr/>
        </p:nvCxnSpPr>
        <p:spPr>
          <a:xfrm>
            <a:off x="11986260" y="111252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578" name="label-medium:label-medium-577"/>
          <p:cNvSpPr/>
          <p:nvPr/>
        </p:nvSpPr>
        <p:spPr>
          <a:xfrm>
            <a:off x="12041124" y="102138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9" name="label-medium:label-medium-578"/>
          <p:cNvSpPr/>
          <p:nvPr/>
        </p:nvSpPr>
        <p:spPr>
          <a:xfrm>
            <a:off x="12305690" y="101437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0" name="label-medium:label-medium-579"/>
          <p:cNvSpPr/>
          <p:nvPr/>
        </p:nvSpPr>
        <p:spPr>
          <a:xfrm>
            <a:off x="12563246" y="10143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1" name="label-medium:label-medium-580"/>
          <p:cNvSpPr/>
          <p:nvPr/>
        </p:nvSpPr>
        <p:spPr>
          <a:xfrm>
            <a:off x="12813792" y="10213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2" name="label-medium:label-medium-581"/>
          <p:cNvSpPr/>
          <p:nvPr/>
        </p:nvSpPr>
        <p:spPr>
          <a:xfrm>
            <a:off x="13078358" y="101437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3" name="label-medium:label-medium-582"/>
          <p:cNvSpPr/>
          <p:nvPr/>
        </p:nvSpPr>
        <p:spPr>
          <a:xfrm>
            <a:off x="13335914" y="101437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4" name="label-medium:label-medium-583"/>
          <p:cNvSpPr/>
          <p:nvPr/>
        </p:nvSpPr>
        <p:spPr>
          <a:xfrm>
            <a:off x="14058900" y="10287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85" name="label-medium:label-medium-584"/>
          <p:cNvCxnSpPr/>
          <p:nvPr/>
        </p:nvCxnSpPr>
        <p:spPr>
          <a:xfrm flipV="1">
            <a:off x="14097000" y="10629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586" name="label-medium:label-medium-585"/>
          <p:cNvCxnSpPr/>
          <p:nvPr/>
        </p:nvCxnSpPr>
        <p:spPr>
          <a:xfrm>
            <a:off x="14159865" y="10629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87" name="label-medium:label-medium-586"/>
          <p:cNvCxnSpPr/>
          <p:nvPr/>
        </p:nvCxnSpPr>
        <p:spPr>
          <a:xfrm flipH="1">
            <a:off x="14188440" y="10629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588" name="label-medium:label-medium-587"/>
          <p:cNvCxnSpPr/>
          <p:nvPr/>
        </p:nvCxnSpPr>
        <p:spPr>
          <a:xfrm>
            <a:off x="14089380" y="11487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589" name="label-medium:label-medium-ket-2"/>
          <p:cNvSpPr txBox="1"/>
          <p:nvPr/>
        </p:nvSpPr>
        <p:spPr>
          <a:xfrm>
            <a:off x="11711940" y="12573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590" name="label-medium:label-medium-wire-2"/>
          <p:cNvCxnSpPr/>
          <p:nvPr/>
        </p:nvCxnSpPr>
        <p:spPr>
          <a:xfrm>
            <a:off x="11986260" y="134874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591" name="label-medium:label-medium-590"/>
          <p:cNvSpPr/>
          <p:nvPr/>
        </p:nvSpPr>
        <p:spPr>
          <a:xfrm>
            <a:off x="12041124" y="12576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2" name="label-medium:label-medium-591"/>
          <p:cNvSpPr/>
          <p:nvPr/>
        </p:nvSpPr>
        <p:spPr>
          <a:xfrm>
            <a:off x="12305690" y="12505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3" name="label-medium:label-medium-592"/>
          <p:cNvSpPr/>
          <p:nvPr/>
        </p:nvSpPr>
        <p:spPr>
          <a:xfrm>
            <a:off x="12563246" y="125059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4" name="label-medium:label-medium-593"/>
          <p:cNvSpPr/>
          <p:nvPr/>
        </p:nvSpPr>
        <p:spPr>
          <a:xfrm>
            <a:off x="12813792" y="125760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5" name="label-medium:label-medium-594"/>
          <p:cNvSpPr/>
          <p:nvPr/>
        </p:nvSpPr>
        <p:spPr>
          <a:xfrm>
            <a:off x="13078358" y="12505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6" name="label-medium:label-medium-595"/>
          <p:cNvSpPr/>
          <p:nvPr/>
        </p:nvSpPr>
        <p:spPr>
          <a:xfrm>
            <a:off x="13335914" y="12505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7" name="label-medium:label-medium-596"/>
          <p:cNvSpPr/>
          <p:nvPr/>
        </p:nvSpPr>
        <p:spPr>
          <a:xfrm>
            <a:off x="14058900" y="12649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8" name="label-medium:label-medium-597"/>
          <p:cNvCxnSpPr/>
          <p:nvPr/>
        </p:nvCxnSpPr>
        <p:spPr>
          <a:xfrm flipV="1">
            <a:off x="14097000" y="12992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599" name="label-medium:label-medium-598"/>
          <p:cNvCxnSpPr/>
          <p:nvPr/>
        </p:nvCxnSpPr>
        <p:spPr>
          <a:xfrm>
            <a:off x="14159865" y="12992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00" name="label-medium:label-medium-599"/>
          <p:cNvCxnSpPr/>
          <p:nvPr/>
        </p:nvCxnSpPr>
        <p:spPr>
          <a:xfrm flipH="1">
            <a:off x="14188440" y="12992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01" name="label-medium:label-medium-600"/>
          <p:cNvCxnSpPr/>
          <p:nvPr/>
        </p:nvCxnSpPr>
        <p:spPr>
          <a:xfrm>
            <a:off x="14089380" y="13849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02" name="label-medium:label-medium-ket-3"/>
          <p:cNvSpPr txBox="1"/>
          <p:nvPr/>
        </p:nvSpPr>
        <p:spPr>
          <a:xfrm>
            <a:off x="11711940" y="16459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03" name="label-medium:label-medium-wire-3"/>
          <p:cNvCxnSpPr/>
          <p:nvPr/>
        </p:nvCxnSpPr>
        <p:spPr>
          <a:xfrm>
            <a:off x="11986260" y="173736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04" name="label-medium:label-medium-603"/>
          <p:cNvSpPr/>
          <p:nvPr/>
        </p:nvSpPr>
        <p:spPr>
          <a:xfrm>
            <a:off x="12041124" y="164622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5" name="label-medium:label-medium-604"/>
          <p:cNvSpPr/>
          <p:nvPr/>
        </p:nvSpPr>
        <p:spPr>
          <a:xfrm>
            <a:off x="12305690" y="16392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6" name="label-medium:label-medium-605"/>
          <p:cNvSpPr/>
          <p:nvPr/>
        </p:nvSpPr>
        <p:spPr>
          <a:xfrm>
            <a:off x="12563246" y="16392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7" name="label-medium:label-medium-606"/>
          <p:cNvSpPr/>
          <p:nvPr/>
        </p:nvSpPr>
        <p:spPr>
          <a:xfrm>
            <a:off x="12813792" y="16462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8" name="label-medium:label-medium-607"/>
          <p:cNvSpPr/>
          <p:nvPr/>
        </p:nvSpPr>
        <p:spPr>
          <a:xfrm>
            <a:off x="13078358" y="16392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9" name="label-medium:label-medium-608"/>
          <p:cNvSpPr/>
          <p:nvPr/>
        </p:nvSpPr>
        <p:spPr>
          <a:xfrm>
            <a:off x="13335914" y="16392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0" name="label-medium:label-medium-609"/>
          <p:cNvSpPr/>
          <p:nvPr/>
        </p:nvSpPr>
        <p:spPr>
          <a:xfrm>
            <a:off x="14058900" y="16535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11" name="label-medium:label-medium-610"/>
          <p:cNvCxnSpPr/>
          <p:nvPr/>
        </p:nvCxnSpPr>
        <p:spPr>
          <a:xfrm flipV="1">
            <a:off x="14097000" y="16878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612" name="label-medium:label-medium-611"/>
          <p:cNvCxnSpPr/>
          <p:nvPr/>
        </p:nvCxnSpPr>
        <p:spPr>
          <a:xfrm>
            <a:off x="14159865" y="16878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13" name="label-medium:label-medium-612"/>
          <p:cNvCxnSpPr/>
          <p:nvPr/>
        </p:nvCxnSpPr>
        <p:spPr>
          <a:xfrm flipH="1">
            <a:off x="14188440" y="16878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14" name="label-medium:label-medium-613"/>
          <p:cNvCxnSpPr/>
          <p:nvPr/>
        </p:nvCxnSpPr>
        <p:spPr>
          <a:xfrm>
            <a:off x="14089380" y="17735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15" name="label-medium:label-medium-cnot-a"/>
          <p:cNvSpPr/>
          <p:nvPr/>
        </p:nvSpPr>
        <p:spPr>
          <a:xfrm>
            <a:off x="13586460" y="80010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6" name="label-medium:label-medium-cnot-b"/>
          <p:cNvSpPr/>
          <p:nvPr/>
        </p:nvSpPr>
        <p:spPr>
          <a:xfrm>
            <a:off x="13761720" y="1272540"/>
            <a:ext cx="99060" cy="5410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7" name="label-small:label-small-shadow"/>
          <p:cNvSpPr/>
          <p:nvPr/>
        </p:nvSpPr>
        <p:spPr>
          <a:xfrm>
            <a:off x="12336780" y="1158240"/>
            <a:ext cx="2125980" cy="89916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8" name="label-small:label-small-body"/>
          <p:cNvSpPr/>
          <p:nvPr/>
        </p:nvSpPr>
        <p:spPr>
          <a:xfrm>
            <a:off x="12252960" y="1059180"/>
            <a:ext cx="2125980" cy="89916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9" name="label-small:label-small-ket-0"/>
          <p:cNvSpPr txBox="1"/>
          <p:nvPr/>
        </p:nvSpPr>
        <p:spPr>
          <a:xfrm>
            <a:off x="12321540" y="11506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20" name="label-small:label-small-wire-0"/>
          <p:cNvCxnSpPr/>
          <p:nvPr/>
        </p:nvCxnSpPr>
        <p:spPr>
          <a:xfrm>
            <a:off x="12595860" y="1242060"/>
            <a:ext cx="161544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21" name="label-small:label-small-620"/>
          <p:cNvSpPr/>
          <p:nvPr/>
        </p:nvSpPr>
        <p:spPr>
          <a:xfrm>
            <a:off x="12650724" y="11509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2" name="label-small:label-small-621"/>
          <p:cNvSpPr/>
          <p:nvPr/>
        </p:nvSpPr>
        <p:spPr>
          <a:xfrm>
            <a:off x="12993014" y="11439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3" name="label-small:label-small-622"/>
          <p:cNvSpPr/>
          <p:nvPr/>
        </p:nvSpPr>
        <p:spPr>
          <a:xfrm>
            <a:off x="13328294" y="11439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4" name="label-small:label-small-623"/>
          <p:cNvSpPr/>
          <p:nvPr/>
        </p:nvSpPr>
        <p:spPr>
          <a:xfrm>
            <a:off x="14051280" y="11582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5" name="label-small:label-small-624"/>
          <p:cNvCxnSpPr/>
          <p:nvPr/>
        </p:nvCxnSpPr>
        <p:spPr>
          <a:xfrm flipV="1">
            <a:off x="14089380" y="11925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626" name="label-small:label-small-625"/>
          <p:cNvCxnSpPr/>
          <p:nvPr/>
        </p:nvCxnSpPr>
        <p:spPr>
          <a:xfrm>
            <a:off x="14152245" y="11925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27" name="label-small:label-small-626"/>
          <p:cNvCxnSpPr/>
          <p:nvPr/>
        </p:nvCxnSpPr>
        <p:spPr>
          <a:xfrm flipH="1">
            <a:off x="14180820" y="11925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28" name="label-small:label-small-627"/>
          <p:cNvCxnSpPr/>
          <p:nvPr/>
        </p:nvCxnSpPr>
        <p:spPr>
          <a:xfrm>
            <a:off x="14081760" y="12782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29" name="label-small:label-small-ket-1"/>
          <p:cNvSpPr txBox="1"/>
          <p:nvPr/>
        </p:nvSpPr>
        <p:spPr>
          <a:xfrm>
            <a:off x="12321540" y="14173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30" name="label-small:label-small-wire-1"/>
          <p:cNvCxnSpPr/>
          <p:nvPr/>
        </p:nvCxnSpPr>
        <p:spPr>
          <a:xfrm>
            <a:off x="12595860" y="1508760"/>
            <a:ext cx="161544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31" name="label-small:label-small-630"/>
          <p:cNvSpPr/>
          <p:nvPr/>
        </p:nvSpPr>
        <p:spPr>
          <a:xfrm>
            <a:off x="12650724" y="141762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2" name="label-small:label-small-631"/>
          <p:cNvSpPr/>
          <p:nvPr/>
        </p:nvSpPr>
        <p:spPr>
          <a:xfrm>
            <a:off x="12993014" y="14106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3" name="label-small:label-small-632"/>
          <p:cNvSpPr/>
          <p:nvPr/>
        </p:nvSpPr>
        <p:spPr>
          <a:xfrm>
            <a:off x="13328294" y="14106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4" name="label-small:label-small-633"/>
          <p:cNvSpPr/>
          <p:nvPr/>
        </p:nvSpPr>
        <p:spPr>
          <a:xfrm>
            <a:off x="14051280" y="14249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35" name="label-small:label-small-634"/>
          <p:cNvCxnSpPr/>
          <p:nvPr/>
        </p:nvCxnSpPr>
        <p:spPr>
          <a:xfrm flipV="1">
            <a:off x="14089380" y="14592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636" name="label-small:label-small-635"/>
          <p:cNvCxnSpPr/>
          <p:nvPr/>
        </p:nvCxnSpPr>
        <p:spPr>
          <a:xfrm>
            <a:off x="14152245" y="14592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37" name="label-small:label-small-636"/>
          <p:cNvCxnSpPr/>
          <p:nvPr/>
        </p:nvCxnSpPr>
        <p:spPr>
          <a:xfrm flipH="1">
            <a:off x="14180820" y="14592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38" name="label-small:label-small-637"/>
          <p:cNvCxnSpPr/>
          <p:nvPr/>
        </p:nvCxnSpPr>
        <p:spPr>
          <a:xfrm>
            <a:off x="14081760" y="15449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39" name="label-small:label-small-ket-2"/>
          <p:cNvSpPr txBox="1"/>
          <p:nvPr/>
        </p:nvSpPr>
        <p:spPr>
          <a:xfrm>
            <a:off x="12321540" y="16840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40" name="label-small:label-small-wire-2"/>
          <p:cNvCxnSpPr/>
          <p:nvPr/>
        </p:nvCxnSpPr>
        <p:spPr>
          <a:xfrm>
            <a:off x="12595860" y="1775460"/>
            <a:ext cx="161544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41" name="label-small:label-small-640"/>
          <p:cNvSpPr/>
          <p:nvPr/>
        </p:nvSpPr>
        <p:spPr>
          <a:xfrm>
            <a:off x="12650724" y="16843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2" name="label-small:label-small-641"/>
          <p:cNvSpPr/>
          <p:nvPr/>
        </p:nvSpPr>
        <p:spPr>
          <a:xfrm>
            <a:off x="12993014" y="16773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3" name="label-small:label-small-642"/>
          <p:cNvSpPr/>
          <p:nvPr/>
        </p:nvSpPr>
        <p:spPr>
          <a:xfrm>
            <a:off x="13328294" y="16773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4" name="label-small:label-small-643"/>
          <p:cNvSpPr/>
          <p:nvPr/>
        </p:nvSpPr>
        <p:spPr>
          <a:xfrm>
            <a:off x="14051280" y="16916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5" name="label-small:label-small-644"/>
          <p:cNvCxnSpPr/>
          <p:nvPr/>
        </p:nvCxnSpPr>
        <p:spPr>
          <a:xfrm flipV="1">
            <a:off x="14089380" y="17259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646" name="label-small:label-small-645"/>
          <p:cNvCxnSpPr/>
          <p:nvPr/>
        </p:nvCxnSpPr>
        <p:spPr>
          <a:xfrm>
            <a:off x="14152245" y="17259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47" name="label-small:label-small-646"/>
          <p:cNvCxnSpPr/>
          <p:nvPr/>
        </p:nvCxnSpPr>
        <p:spPr>
          <a:xfrm flipH="1">
            <a:off x="14180820" y="17259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48" name="label-small:label-small-647"/>
          <p:cNvCxnSpPr/>
          <p:nvPr/>
        </p:nvCxnSpPr>
        <p:spPr>
          <a:xfrm>
            <a:off x="14081760" y="18116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49" name="label-small:label-small-cnot-a"/>
          <p:cNvSpPr/>
          <p:nvPr/>
        </p:nvSpPr>
        <p:spPr>
          <a:xfrm>
            <a:off x="13578840" y="1165860"/>
            <a:ext cx="99060" cy="41910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0" name="label-small:label-small-cnot-b"/>
          <p:cNvSpPr/>
          <p:nvPr/>
        </p:nvSpPr>
        <p:spPr>
          <a:xfrm>
            <a:off x="13754100" y="1432560"/>
            <a:ext cx="99060" cy="41910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1" name="root:root-650"/>
          <p:cNvSpPr txBox="1"/>
          <p:nvPr/>
        </p:nvSpPr>
        <p:spPr>
          <a:xfrm>
            <a:off x="11849100" y="1920240"/>
            <a:ext cx="2552700" cy="3276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000000"/>
                </a:solidFill>
                <a:latin typeface="Liberation Serif"/>
              </a:rPr>
              <a:t>Training Dataset: Label</a:t>
            </a:r>
          </a:p>
        </p:txBody>
      </p:sp>
      <p:sp>
        <p:nvSpPr>
          <p:cNvPr id="652" name="training-large:training-large-shadow"/>
          <p:cNvSpPr/>
          <p:nvPr/>
        </p:nvSpPr>
        <p:spPr>
          <a:xfrm>
            <a:off x="396240" y="2567940"/>
            <a:ext cx="3048000" cy="147828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3" name="training-large:training-large-body"/>
          <p:cNvSpPr/>
          <p:nvPr/>
        </p:nvSpPr>
        <p:spPr>
          <a:xfrm>
            <a:off x="312420" y="2468880"/>
            <a:ext cx="3048000" cy="147828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4" name="training-large:training-large-left-ellipsis"/>
          <p:cNvSpPr txBox="1"/>
          <p:nvPr/>
        </p:nvSpPr>
        <p:spPr>
          <a:xfrm>
            <a:off x="381000" y="317845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655" name="training-large:training-large-mid-ellipsis"/>
          <p:cNvSpPr txBox="1"/>
          <p:nvPr/>
        </p:nvSpPr>
        <p:spPr>
          <a:xfrm>
            <a:off x="1775460" y="317845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656" name="training-large:training-large-right-ellipsis"/>
          <p:cNvSpPr txBox="1"/>
          <p:nvPr/>
        </p:nvSpPr>
        <p:spPr>
          <a:xfrm>
            <a:off x="2849880" y="3178454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657" name="training-large:training-large-ket-0"/>
          <p:cNvSpPr txBox="1"/>
          <p:nvPr/>
        </p:nvSpPr>
        <p:spPr>
          <a:xfrm>
            <a:off x="381000" y="25679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58" name="training-large:training-large-wire-0"/>
          <p:cNvCxnSpPr/>
          <p:nvPr/>
        </p:nvCxnSpPr>
        <p:spPr>
          <a:xfrm>
            <a:off x="655320" y="265938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59" name="training-large:training-large-658"/>
          <p:cNvSpPr/>
          <p:nvPr/>
        </p:nvSpPr>
        <p:spPr>
          <a:xfrm>
            <a:off x="710184" y="256824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0" name="training-large:training-large-659"/>
          <p:cNvSpPr/>
          <p:nvPr/>
        </p:nvSpPr>
        <p:spPr>
          <a:xfrm>
            <a:off x="1035710" y="25612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1" name="training-large:training-large-660"/>
          <p:cNvSpPr/>
          <p:nvPr/>
        </p:nvSpPr>
        <p:spPr>
          <a:xfrm>
            <a:off x="1354226" y="25612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2" name="training-large:training-large-661"/>
          <p:cNvSpPr/>
          <p:nvPr/>
        </p:nvSpPr>
        <p:spPr>
          <a:xfrm>
            <a:off x="1665732" y="256824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3" name="training-large:training-large-662"/>
          <p:cNvSpPr/>
          <p:nvPr/>
        </p:nvSpPr>
        <p:spPr>
          <a:xfrm>
            <a:off x="1991258" y="256123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4" name="training-large:training-large-663"/>
          <p:cNvSpPr/>
          <p:nvPr/>
        </p:nvSpPr>
        <p:spPr>
          <a:xfrm>
            <a:off x="2309774" y="25612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5" name="training-large:training-large-664"/>
          <p:cNvSpPr/>
          <p:nvPr/>
        </p:nvSpPr>
        <p:spPr>
          <a:xfrm>
            <a:off x="3032760" y="25755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66" name="training-large:training-large-665"/>
          <p:cNvCxnSpPr/>
          <p:nvPr/>
        </p:nvCxnSpPr>
        <p:spPr>
          <a:xfrm flipV="1">
            <a:off x="3070860" y="26098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667" name="training-large:training-large-666"/>
          <p:cNvCxnSpPr/>
          <p:nvPr/>
        </p:nvCxnSpPr>
        <p:spPr>
          <a:xfrm>
            <a:off x="3133725" y="26098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68" name="training-large:training-large-667"/>
          <p:cNvCxnSpPr/>
          <p:nvPr/>
        </p:nvCxnSpPr>
        <p:spPr>
          <a:xfrm flipH="1">
            <a:off x="3162300" y="26098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69" name="training-large:training-large-668"/>
          <p:cNvCxnSpPr/>
          <p:nvPr/>
        </p:nvCxnSpPr>
        <p:spPr>
          <a:xfrm>
            <a:off x="3063240" y="26955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70" name="training-large:training-large-ket-1"/>
          <p:cNvSpPr txBox="1"/>
          <p:nvPr/>
        </p:nvSpPr>
        <p:spPr>
          <a:xfrm>
            <a:off x="381000" y="28041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71" name="training-large:training-large-wire-1"/>
          <p:cNvCxnSpPr/>
          <p:nvPr/>
        </p:nvCxnSpPr>
        <p:spPr>
          <a:xfrm>
            <a:off x="655320" y="289560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72" name="training-large:training-large-671"/>
          <p:cNvSpPr/>
          <p:nvPr/>
        </p:nvSpPr>
        <p:spPr>
          <a:xfrm>
            <a:off x="710184" y="28044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3" name="training-large:training-large-672"/>
          <p:cNvSpPr/>
          <p:nvPr/>
        </p:nvSpPr>
        <p:spPr>
          <a:xfrm>
            <a:off x="1035710" y="279745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4" name="training-large:training-large-673"/>
          <p:cNvSpPr/>
          <p:nvPr/>
        </p:nvSpPr>
        <p:spPr>
          <a:xfrm>
            <a:off x="1354226" y="279745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5" name="training-large:training-large-674"/>
          <p:cNvSpPr/>
          <p:nvPr/>
        </p:nvSpPr>
        <p:spPr>
          <a:xfrm>
            <a:off x="1665732" y="28044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6" name="training-large:training-large-675"/>
          <p:cNvSpPr/>
          <p:nvPr/>
        </p:nvSpPr>
        <p:spPr>
          <a:xfrm>
            <a:off x="1991258" y="27974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7" name="training-large:training-large-676"/>
          <p:cNvSpPr/>
          <p:nvPr/>
        </p:nvSpPr>
        <p:spPr>
          <a:xfrm>
            <a:off x="2309774" y="279745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8" name="training-large:training-large-677"/>
          <p:cNvSpPr/>
          <p:nvPr/>
        </p:nvSpPr>
        <p:spPr>
          <a:xfrm>
            <a:off x="3032760" y="28117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9" name="training-large:training-large-678"/>
          <p:cNvCxnSpPr/>
          <p:nvPr/>
        </p:nvCxnSpPr>
        <p:spPr>
          <a:xfrm flipV="1">
            <a:off x="3070860" y="28460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680" name="training-large:training-large-679"/>
          <p:cNvCxnSpPr/>
          <p:nvPr/>
        </p:nvCxnSpPr>
        <p:spPr>
          <a:xfrm>
            <a:off x="3133725" y="28460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81" name="training-large:training-large-680"/>
          <p:cNvCxnSpPr/>
          <p:nvPr/>
        </p:nvCxnSpPr>
        <p:spPr>
          <a:xfrm flipH="1">
            <a:off x="3162300" y="28460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82" name="training-large:training-large-681"/>
          <p:cNvCxnSpPr/>
          <p:nvPr/>
        </p:nvCxnSpPr>
        <p:spPr>
          <a:xfrm>
            <a:off x="3063240" y="29317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83" name="training-large:training-large-ket-2"/>
          <p:cNvSpPr txBox="1"/>
          <p:nvPr/>
        </p:nvSpPr>
        <p:spPr>
          <a:xfrm>
            <a:off x="381000" y="30403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84" name="training-large:training-large-wire-2"/>
          <p:cNvCxnSpPr/>
          <p:nvPr/>
        </p:nvCxnSpPr>
        <p:spPr>
          <a:xfrm>
            <a:off x="655320" y="313182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85" name="training-large:training-large-684"/>
          <p:cNvSpPr/>
          <p:nvPr/>
        </p:nvSpPr>
        <p:spPr>
          <a:xfrm>
            <a:off x="710184" y="304068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6" name="training-large:training-large-685"/>
          <p:cNvSpPr/>
          <p:nvPr/>
        </p:nvSpPr>
        <p:spPr>
          <a:xfrm>
            <a:off x="1035710" y="30336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7" name="training-large:training-large-686"/>
          <p:cNvSpPr/>
          <p:nvPr/>
        </p:nvSpPr>
        <p:spPr>
          <a:xfrm>
            <a:off x="1354226" y="30336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8" name="training-large:training-large-687"/>
          <p:cNvSpPr/>
          <p:nvPr/>
        </p:nvSpPr>
        <p:spPr>
          <a:xfrm>
            <a:off x="1665732" y="304068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9" name="training-large:training-large-688"/>
          <p:cNvSpPr/>
          <p:nvPr/>
        </p:nvSpPr>
        <p:spPr>
          <a:xfrm>
            <a:off x="1991258" y="303367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0" name="training-large:training-large-689"/>
          <p:cNvSpPr/>
          <p:nvPr/>
        </p:nvSpPr>
        <p:spPr>
          <a:xfrm>
            <a:off x="2309774" y="30336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1" name="training-large:training-large-690"/>
          <p:cNvSpPr/>
          <p:nvPr/>
        </p:nvSpPr>
        <p:spPr>
          <a:xfrm>
            <a:off x="3032760" y="30480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2" name="training-large:training-large-691"/>
          <p:cNvCxnSpPr/>
          <p:nvPr/>
        </p:nvCxnSpPr>
        <p:spPr>
          <a:xfrm flipV="1">
            <a:off x="3070860" y="30822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693" name="training-large:training-large-692"/>
          <p:cNvCxnSpPr/>
          <p:nvPr/>
        </p:nvCxnSpPr>
        <p:spPr>
          <a:xfrm>
            <a:off x="3133725" y="30822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94" name="training-large:training-large-693"/>
          <p:cNvCxnSpPr/>
          <p:nvPr/>
        </p:nvCxnSpPr>
        <p:spPr>
          <a:xfrm flipH="1">
            <a:off x="3162300" y="30822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695" name="training-large:training-large-694"/>
          <p:cNvCxnSpPr/>
          <p:nvPr/>
        </p:nvCxnSpPr>
        <p:spPr>
          <a:xfrm>
            <a:off x="3063240" y="31680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696" name="training-large:training-large-ket-3"/>
          <p:cNvSpPr txBox="1"/>
          <p:nvPr/>
        </p:nvSpPr>
        <p:spPr>
          <a:xfrm>
            <a:off x="381000" y="34213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697" name="training-large:training-large-wire-3"/>
          <p:cNvCxnSpPr/>
          <p:nvPr/>
        </p:nvCxnSpPr>
        <p:spPr>
          <a:xfrm>
            <a:off x="655320" y="3512820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698" name="training-large:training-large-697"/>
          <p:cNvSpPr/>
          <p:nvPr/>
        </p:nvSpPr>
        <p:spPr>
          <a:xfrm>
            <a:off x="710184" y="34216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9" name="training-large:training-large-698"/>
          <p:cNvSpPr/>
          <p:nvPr/>
        </p:nvSpPr>
        <p:spPr>
          <a:xfrm>
            <a:off x="1035710" y="341467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0" name="training-large:training-large-699"/>
          <p:cNvSpPr/>
          <p:nvPr/>
        </p:nvSpPr>
        <p:spPr>
          <a:xfrm>
            <a:off x="1354226" y="341467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1" name="training-large:training-large-700"/>
          <p:cNvSpPr/>
          <p:nvPr/>
        </p:nvSpPr>
        <p:spPr>
          <a:xfrm>
            <a:off x="1665732" y="34216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2" name="training-large:training-large-701"/>
          <p:cNvSpPr/>
          <p:nvPr/>
        </p:nvSpPr>
        <p:spPr>
          <a:xfrm>
            <a:off x="1991258" y="34146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3" name="training-large:training-large-702"/>
          <p:cNvSpPr/>
          <p:nvPr/>
        </p:nvSpPr>
        <p:spPr>
          <a:xfrm>
            <a:off x="2309774" y="341467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4" name="training-large:training-large-703"/>
          <p:cNvSpPr/>
          <p:nvPr/>
        </p:nvSpPr>
        <p:spPr>
          <a:xfrm>
            <a:off x="3032760" y="34290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5" name="training-large:training-large-704"/>
          <p:cNvCxnSpPr/>
          <p:nvPr/>
        </p:nvCxnSpPr>
        <p:spPr>
          <a:xfrm flipV="1">
            <a:off x="3070860" y="34632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06" name="training-large:training-large-705"/>
          <p:cNvCxnSpPr/>
          <p:nvPr/>
        </p:nvCxnSpPr>
        <p:spPr>
          <a:xfrm>
            <a:off x="3133725" y="34632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07" name="training-large:training-large-706"/>
          <p:cNvCxnSpPr/>
          <p:nvPr/>
        </p:nvCxnSpPr>
        <p:spPr>
          <a:xfrm flipH="1">
            <a:off x="3162300" y="34632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08" name="training-large:training-large-707"/>
          <p:cNvCxnSpPr/>
          <p:nvPr/>
        </p:nvCxnSpPr>
        <p:spPr>
          <a:xfrm>
            <a:off x="3063240" y="35490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709" name="training-large:training-large-ket-4"/>
          <p:cNvSpPr txBox="1"/>
          <p:nvPr/>
        </p:nvSpPr>
        <p:spPr>
          <a:xfrm>
            <a:off x="381000" y="36576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710" name="training-large:training-large-wire-4"/>
          <p:cNvCxnSpPr/>
          <p:nvPr/>
        </p:nvCxnSpPr>
        <p:spPr>
          <a:xfrm>
            <a:off x="655320" y="3749039"/>
            <a:ext cx="25374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711" name="training-large:training-large-710"/>
          <p:cNvSpPr/>
          <p:nvPr/>
        </p:nvSpPr>
        <p:spPr>
          <a:xfrm>
            <a:off x="710184" y="365790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2" name="training-large:training-large-711"/>
          <p:cNvSpPr/>
          <p:nvPr/>
        </p:nvSpPr>
        <p:spPr>
          <a:xfrm>
            <a:off x="1035710" y="36508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3" name="training-large:training-large-712"/>
          <p:cNvSpPr/>
          <p:nvPr/>
        </p:nvSpPr>
        <p:spPr>
          <a:xfrm>
            <a:off x="1354226" y="36508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4" name="training-large:training-large-713"/>
          <p:cNvSpPr/>
          <p:nvPr/>
        </p:nvSpPr>
        <p:spPr>
          <a:xfrm>
            <a:off x="1665732" y="365790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5" name="training-large:training-large-714"/>
          <p:cNvSpPr/>
          <p:nvPr/>
        </p:nvSpPr>
        <p:spPr>
          <a:xfrm>
            <a:off x="1991258" y="365089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6" name="training-large:training-large-715"/>
          <p:cNvSpPr/>
          <p:nvPr/>
        </p:nvSpPr>
        <p:spPr>
          <a:xfrm>
            <a:off x="2309774" y="36508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7" name="training-large:training-large-716"/>
          <p:cNvSpPr/>
          <p:nvPr/>
        </p:nvSpPr>
        <p:spPr>
          <a:xfrm>
            <a:off x="3032760" y="36652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18" name="training-large:training-large-717"/>
          <p:cNvCxnSpPr/>
          <p:nvPr/>
        </p:nvCxnSpPr>
        <p:spPr>
          <a:xfrm flipV="1">
            <a:off x="3070860" y="36995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19" name="training-large:training-large-718"/>
          <p:cNvCxnSpPr/>
          <p:nvPr/>
        </p:nvCxnSpPr>
        <p:spPr>
          <a:xfrm>
            <a:off x="3133725" y="36995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20" name="training-large:training-large-719"/>
          <p:cNvCxnSpPr/>
          <p:nvPr/>
        </p:nvCxnSpPr>
        <p:spPr>
          <a:xfrm flipH="1">
            <a:off x="3162300" y="36995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21" name="training-large:training-large-720"/>
          <p:cNvCxnSpPr/>
          <p:nvPr/>
        </p:nvCxnSpPr>
        <p:spPr>
          <a:xfrm>
            <a:off x="3063240" y="37852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722" name="training-large:training-large-cnot-a"/>
          <p:cNvSpPr/>
          <p:nvPr/>
        </p:nvSpPr>
        <p:spPr>
          <a:xfrm>
            <a:off x="2560320" y="258318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3" name="training-large:training-large-cnot-b"/>
          <p:cNvSpPr/>
          <p:nvPr/>
        </p:nvSpPr>
        <p:spPr>
          <a:xfrm>
            <a:off x="2735580" y="343662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4" name="training-medium:training-medium-shadow"/>
          <p:cNvSpPr/>
          <p:nvPr/>
        </p:nvSpPr>
        <p:spPr>
          <a:xfrm>
            <a:off x="1645920" y="2636520"/>
            <a:ext cx="2743200" cy="121158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5" name="training-medium:training-medium-body"/>
          <p:cNvSpPr/>
          <p:nvPr/>
        </p:nvSpPr>
        <p:spPr>
          <a:xfrm>
            <a:off x="1562100" y="2537460"/>
            <a:ext cx="2743200" cy="121158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6" name="training-medium:training-medium-ket-0"/>
          <p:cNvSpPr txBox="1"/>
          <p:nvPr/>
        </p:nvSpPr>
        <p:spPr>
          <a:xfrm>
            <a:off x="1630680" y="26212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727" name="training-medium:training-medium-wire-0"/>
          <p:cNvCxnSpPr/>
          <p:nvPr/>
        </p:nvCxnSpPr>
        <p:spPr>
          <a:xfrm>
            <a:off x="1905000" y="271272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728" name="training-medium:training-medium-727"/>
          <p:cNvSpPr/>
          <p:nvPr/>
        </p:nvSpPr>
        <p:spPr>
          <a:xfrm>
            <a:off x="1959863" y="26215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9" name="training-medium:training-medium-728"/>
          <p:cNvSpPr/>
          <p:nvPr/>
        </p:nvSpPr>
        <p:spPr>
          <a:xfrm>
            <a:off x="2224430" y="26145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0" name="training-medium:training-medium-729"/>
          <p:cNvSpPr/>
          <p:nvPr/>
        </p:nvSpPr>
        <p:spPr>
          <a:xfrm>
            <a:off x="2481986" y="261457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1" name="training-medium:training-medium-730"/>
          <p:cNvSpPr/>
          <p:nvPr/>
        </p:nvSpPr>
        <p:spPr>
          <a:xfrm>
            <a:off x="2732531" y="262158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2" name="training-medium:training-medium-731"/>
          <p:cNvSpPr/>
          <p:nvPr/>
        </p:nvSpPr>
        <p:spPr>
          <a:xfrm>
            <a:off x="2997098" y="26145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3" name="training-medium:training-medium-732"/>
          <p:cNvSpPr/>
          <p:nvPr/>
        </p:nvSpPr>
        <p:spPr>
          <a:xfrm>
            <a:off x="3254654" y="26145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4" name="training-medium:training-medium-733"/>
          <p:cNvSpPr/>
          <p:nvPr/>
        </p:nvSpPr>
        <p:spPr>
          <a:xfrm>
            <a:off x="3977639" y="26289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5" name="training-medium:training-medium-734"/>
          <p:cNvCxnSpPr/>
          <p:nvPr/>
        </p:nvCxnSpPr>
        <p:spPr>
          <a:xfrm flipV="1">
            <a:off x="4015740" y="26631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36" name="training-medium:training-medium-735"/>
          <p:cNvCxnSpPr/>
          <p:nvPr/>
        </p:nvCxnSpPr>
        <p:spPr>
          <a:xfrm>
            <a:off x="4078604" y="2663190"/>
            <a:ext cx="36196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37" name="training-medium:training-medium-736"/>
          <p:cNvCxnSpPr/>
          <p:nvPr/>
        </p:nvCxnSpPr>
        <p:spPr>
          <a:xfrm flipH="1">
            <a:off x="4107179" y="2663190"/>
            <a:ext cx="7621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38" name="training-medium:training-medium-737"/>
          <p:cNvCxnSpPr/>
          <p:nvPr/>
        </p:nvCxnSpPr>
        <p:spPr>
          <a:xfrm>
            <a:off x="4008120" y="27489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739" name="training-medium:training-medium-ket-1"/>
          <p:cNvSpPr txBox="1"/>
          <p:nvPr/>
        </p:nvSpPr>
        <p:spPr>
          <a:xfrm>
            <a:off x="1630680" y="28575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740" name="training-medium:training-medium-wire-1"/>
          <p:cNvCxnSpPr/>
          <p:nvPr/>
        </p:nvCxnSpPr>
        <p:spPr>
          <a:xfrm>
            <a:off x="1905000" y="294894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741" name="training-medium:training-medium-740"/>
          <p:cNvSpPr/>
          <p:nvPr/>
        </p:nvSpPr>
        <p:spPr>
          <a:xfrm>
            <a:off x="1959863" y="285780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2" name="training-medium:training-medium-741"/>
          <p:cNvSpPr/>
          <p:nvPr/>
        </p:nvSpPr>
        <p:spPr>
          <a:xfrm>
            <a:off x="2224430" y="285079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3" name="training-medium:training-medium-742"/>
          <p:cNvSpPr/>
          <p:nvPr/>
        </p:nvSpPr>
        <p:spPr>
          <a:xfrm>
            <a:off x="2481986" y="28507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4" name="training-medium:training-medium-743"/>
          <p:cNvSpPr/>
          <p:nvPr/>
        </p:nvSpPr>
        <p:spPr>
          <a:xfrm>
            <a:off x="2732531" y="28578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5" name="training-medium:training-medium-744"/>
          <p:cNvSpPr/>
          <p:nvPr/>
        </p:nvSpPr>
        <p:spPr>
          <a:xfrm>
            <a:off x="2997098" y="285079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6" name="training-medium:training-medium-745"/>
          <p:cNvSpPr/>
          <p:nvPr/>
        </p:nvSpPr>
        <p:spPr>
          <a:xfrm>
            <a:off x="3254654" y="285079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7" name="training-medium:training-medium-746"/>
          <p:cNvSpPr/>
          <p:nvPr/>
        </p:nvSpPr>
        <p:spPr>
          <a:xfrm>
            <a:off x="3977639" y="28651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48" name="training-medium:training-medium-747"/>
          <p:cNvCxnSpPr/>
          <p:nvPr/>
        </p:nvCxnSpPr>
        <p:spPr>
          <a:xfrm flipV="1">
            <a:off x="4015740" y="28994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49" name="training-medium:training-medium-748"/>
          <p:cNvCxnSpPr/>
          <p:nvPr/>
        </p:nvCxnSpPr>
        <p:spPr>
          <a:xfrm>
            <a:off x="4078604" y="2899410"/>
            <a:ext cx="36196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50" name="training-medium:training-medium-749"/>
          <p:cNvCxnSpPr/>
          <p:nvPr/>
        </p:nvCxnSpPr>
        <p:spPr>
          <a:xfrm flipH="1">
            <a:off x="4107179" y="2899410"/>
            <a:ext cx="7621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51" name="training-medium:training-medium-750"/>
          <p:cNvCxnSpPr/>
          <p:nvPr/>
        </p:nvCxnSpPr>
        <p:spPr>
          <a:xfrm>
            <a:off x="4008120" y="29851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752" name="training-medium:training-medium-ket-2"/>
          <p:cNvSpPr txBox="1"/>
          <p:nvPr/>
        </p:nvSpPr>
        <p:spPr>
          <a:xfrm>
            <a:off x="1630680" y="30937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753" name="training-medium:training-medium-wire-2"/>
          <p:cNvCxnSpPr/>
          <p:nvPr/>
        </p:nvCxnSpPr>
        <p:spPr>
          <a:xfrm>
            <a:off x="1905000" y="318516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754" name="training-medium:training-medium-753"/>
          <p:cNvSpPr/>
          <p:nvPr/>
        </p:nvSpPr>
        <p:spPr>
          <a:xfrm>
            <a:off x="1959863" y="30940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5" name="training-medium:training-medium-754"/>
          <p:cNvSpPr/>
          <p:nvPr/>
        </p:nvSpPr>
        <p:spPr>
          <a:xfrm>
            <a:off x="2224430" y="30870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6" name="training-medium:training-medium-755"/>
          <p:cNvSpPr/>
          <p:nvPr/>
        </p:nvSpPr>
        <p:spPr>
          <a:xfrm>
            <a:off x="2481986" y="30870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7" name="training-medium:training-medium-756"/>
          <p:cNvSpPr/>
          <p:nvPr/>
        </p:nvSpPr>
        <p:spPr>
          <a:xfrm>
            <a:off x="2732531" y="309402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8" name="training-medium:training-medium-757"/>
          <p:cNvSpPr/>
          <p:nvPr/>
        </p:nvSpPr>
        <p:spPr>
          <a:xfrm>
            <a:off x="2997098" y="30870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9" name="training-medium:training-medium-758"/>
          <p:cNvSpPr/>
          <p:nvPr/>
        </p:nvSpPr>
        <p:spPr>
          <a:xfrm>
            <a:off x="3254654" y="30870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0" name="training-medium:training-medium-759"/>
          <p:cNvSpPr/>
          <p:nvPr/>
        </p:nvSpPr>
        <p:spPr>
          <a:xfrm>
            <a:off x="3977639" y="31013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1" name="training-medium:training-medium-760"/>
          <p:cNvCxnSpPr/>
          <p:nvPr/>
        </p:nvCxnSpPr>
        <p:spPr>
          <a:xfrm flipV="1">
            <a:off x="4015740" y="31356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62" name="training-medium:training-medium-761"/>
          <p:cNvCxnSpPr/>
          <p:nvPr/>
        </p:nvCxnSpPr>
        <p:spPr>
          <a:xfrm>
            <a:off x="4078604" y="3135630"/>
            <a:ext cx="36196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63" name="training-medium:training-medium-762"/>
          <p:cNvCxnSpPr/>
          <p:nvPr/>
        </p:nvCxnSpPr>
        <p:spPr>
          <a:xfrm flipH="1">
            <a:off x="4107179" y="3135630"/>
            <a:ext cx="7621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64" name="training-medium:training-medium-763"/>
          <p:cNvCxnSpPr/>
          <p:nvPr/>
        </p:nvCxnSpPr>
        <p:spPr>
          <a:xfrm>
            <a:off x="4008120" y="32213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765" name="training-medium:training-medium-ket-3"/>
          <p:cNvSpPr txBox="1"/>
          <p:nvPr/>
        </p:nvSpPr>
        <p:spPr>
          <a:xfrm>
            <a:off x="1630680" y="34823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766" name="training-medium:training-medium-wire-3"/>
          <p:cNvCxnSpPr/>
          <p:nvPr/>
        </p:nvCxnSpPr>
        <p:spPr>
          <a:xfrm>
            <a:off x="1905000" y="357378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767" name="training-medium:training-medium-766"/>
          <p:cNvSpPr/>
          <p:nvPr/>
        </p:nvSpPr>
        <p:spPr>
          <a:xfrm>
            <a:off x="1959863" y="348264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8" name="training-medium:training-medium-767"/>
          <p:cNvSpPr/>
          <p:nvPr/>
        </p:nvSpPr>
        <p:spPr>
          <a:xfrm>
            <a:off x="2224430" y="347563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9" name="training-medium:training-medium-768"/>
          <p:cNvSpPr/>
          <p:nvPr/>
        </p:nvSpPr>
        <p:spPr>
          <a:xfrm>
            <a:off x="2481986" y="34756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0" name="training-medium:training-medium-769"/>
          <p:cNvSpPr/>
          <p:nvPr/>
        </p:nvSpPr>
        <p:spPr>
          <a:xfrm>
            <a:off x="2732531" y="34826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1" name="training-medium:training-medium-770"/>
          <p:cNvSpPr/>
          <p:nvPr/>
        </p:nvSpPr>
        <p:spPr>
          <a:xfrm>
            <a:off x="2997098" y="347563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2" name="training-medium:training-medium-771"/>
          <p:cNvSpPr/>
          <p:nvPr/>
        </p:nvSpPr>
        <p:spPr>
          <a:xfrm>
            <a:off x="3254654" y="347563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3" name="training-medium:training-medium-772"/>
          <p:cNvSpPr/>
          <p:nvPr/>
        </p:nvSpPr>
        <p:spPr>
          <a:xfrm>
            <a:off x="3977639" y="34899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74" name="training-medium:training-medium-773"/>
          <p:cNvCxnSpPr/>
          <p:nvPr/>
        </p:nvCxnSpPr>
        <p:spPr>
          <a:xfrm flipV="1">
            <a:off x="4015740" y="35242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75" name="training-medium:training-medium-774"/>
          <p:cNvCxnSpPr/>
          <p:nvPr/>
        </p:nvCxnSpPr>
        <p:spPr>
          <a:xfrm>
            <a:off x="4078604" y="3524250"/>
            <a:ext cx="36196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76" name="training-medium:training-medium-775"/>
          <p:cNvCxnSpPr/>
          <p:nvPr/>
        </p:nvCxnSpPr>
        <p:spPr>
          <a:xfrm flipH="1">
            <a:off x="4107179" y="3524250"/>
            <a:ext cx="7621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77" name="training-medium:training-medium-776"/>
          <p:cNvCxnSpPr/>
          <p:nvPr/>
        </p:nvCxnSpPr>
        <p:spPr>
          <a:xfrm>
            <a:off x="4008120" y="36099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778" name="training-medium:training-medium-cnot-a"/>
          <p:cNvSpPr/>
          <p:nvPr/>
        </p:nvSpPr>
        <p:spPr>
          <a:xfrm>
            <a:off x="3505200" y="263652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9" name="training-medium:training-medium-cnot-b"/>
          <p:cNvSpPr/>
          <p:nvPr/>
        </p:nvSpPr>
        <p:spPr>
          <a:xfrm>
            <a:off x="3680460" y="3108960"/>
            <a:ext cx="99060" cy="5410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0" name="training-small:training-small-shadow"/>
          <p:cNvSpPr/>
          <p:nvPr/>
        </p:nvSpPr>
        <p:spPr>
          <a:xfrm>
            <a:off x="3611880" y="2537460"/>
            <a:ext cx="2118360" cy="89916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1" name="training-small:training-small-body"/>
          <p:cNvSpPr/>
          <p:nvPr/>
        </p:nvSpPr>
        <p:spPr>
          <a:xfrm>
            <a:off x="3528060" y="2438400"/>
            <a:ext cx="2118360" cy="89916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2" name="training-small:training-small-ket-0"/>
          <p:cNvSpPr txBox="1"/>
          <p:nvPr/>
        </p:nvSpPr>
        <p:spPr>
          <a:xfrm>
            <a:off x="3596640" y="25298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783" name="training-small:training-small-wire-0"/>
          <p:cNvCxnSpPr/>
          <p:nvPr/>
        </p:nvCxnSpPr>
        <p:spPr>
          <a:xfrm>
            <a:off x="3870960" y="262128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784" name="training-small:training-small-783"/>
          <p:cNvSpPr/>
          <p:nvPr/>
        </p:nvSpPr>
        <p:spPr>
          <a:xfrm>
            <a:off x="3925824" y="25301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5" name="training-small:training-small-784"/>
          <p:cNvSpPr/>
          <p:nvPr/>
        </p:nvSpPr>
        <p:spPr>
          <a:xfrm>
            <a:off x="4264304" y="252313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6" name="training-small:training-small-785"/>
          <p:cNvSpPr/>
          <p:nvPr/>
        </p:nvSpPr>
        <p:spPr>
          <a:xfrm>
            <a:off x="4595774" y="252313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7" name="training-small:training-small-786"/>
          <p:cNvSpPr/>
          <p:nvPr/>
        </p:nvSpPr>
        <p:spPr>
          <a:xfrm>
            <a:off x="5318760" y="25374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88" name="training-small:training-small-787"/>
          <p:cNvCxnSpPr/>
          <p:nvPr/>
        </p:nvCxnSpPr>
        <p:spPr>
          <a:xfrm flipV="1">
            <a:off x="5356860" y="25717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89" name="training-small:training-small-788"/>
          <p:cNvCxnSpPr/>
          <p:nvPr/>
        </p:nvCxnSpPr>
        <p:spPr>
          <a:xfrm>
            <a:off x="5419725" y="25717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90" name="training-small:training-small-789"/>
          <p:cNvCxnSpPr/>
          <p:nvPr/>
        </p:nvCxnSpPr>
        <p:spPr>
          <a:xfrm flipH="1">
            <a:off x="5448300" y="25717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791" name="training-small:training-small-790"/>
          <p:cNvCxnSpPr/>
          <p:nvPr/>
        </p:nvCxnSpPr>
        <p:spPr>
          <a:xfrm>
            <a:off x="5349240" y="26574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792" name="training-small:training-small-ket-1"/>
          <p:cNvSpPr txBox="1"/>
          <p:nvPr/>
        </p:nvSpPr>
        <p:spPr>
          <a:xfrm>
            <a:off x="3596640" y="27965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793" name="training-small:training-small-wire-1"/>
          <p:cNvCxnSpPr/>
          <p:nvPr/>
        </p:nvCxnSpPr>
        <p:spPr>
          <a:xfrm>
            <a:off x="3870960" y="288798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794" name="training-small:training-small-793"/>
          <p:cNvSpPr/>
          <p:nvPr/>
        </p:nvSpPr>
        <p:spPr>
          <a:xfrm>
            <a:off x="3925824" y="279684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5" name="training-small:training-small-794"/>
          <p:cNvSpPr/>
          <p:nvPr/>
        </p:nvSpPr>
        <p:spPr>
          <a:xfrm>
            <a:off x="4264304" y="27898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6" name="training-small:training-small-795"/>
          <p:cNvSpPr/>
          <p:nvPr/>
        </p:nvSpPr>
        <p:spPr>
          <a:xfrm>
            <a:off x="4595774" y="27898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7" name="training-small:training-small-796"/>
          <p:cNvSpPr/>
          <p:nvPr/>
        </p:nvSpPr>
        <p:spPr>
          <a:xfrm>
            <a:off x="5318760" y="28041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8" name="training-small:training-small-797"/>
          <p:cNvCxnSpPr/>
          <p:nvPr/>
        </p:nvCxnSpPr>
        <p:spPr>
          <a:xfrm flipV="1">
            <a:off x="5356860" y="28384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799" name="training-small:training-small-798"/>
          <p:cNvCxnSpPr/>
          <p:nvPr/>
        </p:nvCxnSpPr>
        <p:spPr>
          <a:xfrm>
            <a:off x="5419725" y="28384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800" name="training-small:training-small-799"/>
          <p:cNvCxnSpPr/>
          <p:nvPr/>
        </p:nvCxnSpPr>
        <p:spPr>
          <a:xfrm flipH="1">
            <a:off x="5448300" y="28384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801" name="training-small:training-small-800"/>
          <p:cNvCxnSpPr/>
          <p:nvPr/>
        </p:nvCxnSpPr>
        <p:spPr>
          <a:xfrm>
            <a:off x="5349240" y="29241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802" name="training-small:training-small-ket-2"/>
          <p:cNvSpPr txBox="1"/>
          <p:nvPr/>
        </p:nvSpPr>
        <p:spPr>
          <a:xfrm>
            <a:off x="3596640" y="30632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803" name="training-small:training-small-wire-2"/>
          <p:cNvCxnSpPr/>
          <p:nvPr/>
        </p:nvCxnSpPr>
        <p:spPr>
          <a:xfrm>
            <a:off x="3870960" y="315468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804" name="training-small:training-small-803"/>
          <p:cNvSpPr/>
          <p:nvPr/>
        </p:nvSpPr>
        <p:spPr>
          <a:xfrm>
            <a:off x="3925824" y="30635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5" name="training-small:training-small-804"/>
          <p:cNvSpPr/>
          <p:nvPr/>
        </p:nvSpPr>
        <p:spPr>
          <a:xfrm>
            <a:off x="4264304" y="305653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6" name="training-small:training-small-805"/>
          <p:cNvSpPr/>
          <p:nvPr/>
        </p:nvSpPr>
        <p:spPr>
          <a:xfrm>
            <a:off x="4595774" y="305653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7" name="training-small:training-small-806"/>
          <p:cNvSpPr/>
          <p:nvPr/>
        </p:nvSpPr>
        <p:spPr>
          <a:xfrm>
            <a:off x="5318760" y="30708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08" name="training-small:training-small-807"/>
          <p:cNvCxnSpPr/>
          <p:nvPr/>
        </p:nvCxnSpPr>
        <p:spPr>
          <a:xfrm flipV="1">
            <a:off x="5356860" y="31051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809" name="training-small:training-small-808"/>
          <p:cNvCxnSpPr/>
          <p:nvPr/>
        </p:nvCxnSpPr>
        <p:spPr>
          <a:xfrm>
            <a:off x="5419725" y="31051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810" name="training-small:training-small-809"/>
          <p:cNvCxnSpPr/>
          <p:nvPr/>
        </p:nvCxnSpPr>
        <p:spPr>
          <a:xfrm flipH="1">
            <a:off x="5448300" y="31051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811" name="training-small:training-small-810"/>
          <p:cNvCxnSpPr/>
          <p:nvPr/>
        </p:nvCxnSpPr>
        <p:spPr>
          <a:xfrm>
            <a:off x="5349240" y="31908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812" name="training-small:training-small-cnot-a"/>
          <p:cNvSpPr/>
          <p:nvPr/>
        </p:nvSpPr>
        <p:spPr>
          <a:xfrm>
            <a:off x="4846320" y="2545080"/>
            <a:ext cx="99060" cy="41910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3" name="training-small:training-small-cnot-b"/>
          <p:cNvSpPr/>
          <p:nvPr/>
        </p:nvSpPr>
        <p:spPr>
          <a:xfrm>
            <a:off x="5021580" y="2811780"/>
            <a:ext cx="99060" cy="41910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4" name="root:root-813"/>
          <p:cNvSpPr txBox="1"/>
          <p:nvPr/>
        </p:nvSpPr>
        <p:spPr>
          <a:xfrm>
            <a:off x="342900" y="4084320"/>
            <a:ext cx="28575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000000"/>
                </a:solidFill>
                <a:latin typeface="Liberation Serif"/>
              </a:rPr>
              <a:t>Training Dataset: Label</a:t>
            </a:r>
          </a:p>
        </p:txBody>
      </p:sp>
      <p:sp>
        <p:nvSpPr>
          <p:cNvPr id="815" name="loss-loop:loss-loop-814"/>
          <p:cNvSpPr txBox="1"/>
          <p:nvPr/>
        </p:nvSpPr>
        <p:spPr>
          <a:xfrm>
            <a:off x="4366260" y="3550920"/>
            <a:ext cx="1447800" cy="2819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i="0">
                <a:solidFill>
                  <a:srgbClr val="000000"/>
                </a:solidFill>
                <a:latin typeface="Liberation Serif"/>
              </a:rPr>
              <a:t>Loss Function</a:t>
            </a:r>
          </a:p>
        </p:txBody>
      </p:sp>
      <p:sp>
        <p:nvSpPr>
          <p:cNvPr id="816" name="loss-loop:loss-loop-815"/>
          <p:cNvSpPr/>
          <p:nvPr/>
        </p:nvSpPr>
        <p:spPr>
          <a:xfrm>
            <a:off x="3794760" y="3878579"/>
            <a:ext cx="1676400" cy="472440"/>
          </a:xfrm>
          <a:prstGeom prst="rect">
            <a:avLst/>
          </a:prstGeom>
          <a:solidFill>
            <a:srgbClr val="F8C5CC"/>
          </a:solidFill>
          <a:ln w="22859">
            <a:solidFill>
              <a:srgbClr val="E747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7" name="loss-loop:loss-loop-816"/>
          <p:cNvSpPr txBox="1"/>
          <p:nvPr/>
        </p:nvSpPr>
        <p:spPr>
          <a:xfrm>
            <a:off x="3863339" y="3916680"/>
            <a:ext cx="153924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1">
                <a:solidFill>
                  <a:srgbClr val="000000"/>
                </a:solidFill>
                <a:latin typeface="Liberation Serif"/>
              </a:rPr>
              <a:t>min_ω   1/N  ∑ᵢ₌₁ᴺ ‖Ĉᵢ−Cᵢ‖²_F</a:t>
            </a:r>
          </a:p>
        </p:txBody>
      </p:sp>
      <p:cxnSp>
        <p:nvCxnSpPr>
          <p:cNvPr id="818" name="loss-loop:loss-loop-817"/>
          <p:cNvCxnSpPr/>
          <p:nvPr/>
        </p:nvCxnSpPr>
        <p:spPr>
          <a:xfrm>
            <a:off x="1905000" y="4023360"/>
            <a:ext cx="1805940" cy="91440"/>
          </a:xfrm>
          <a:prstGeom prst="line">
            <a:avLst/>
          </a:prstGeom>
          <a:ln w="19050">
            <a:solidFill>
              <a:srgbClr val="E7475D"/>
            </a:solidFill>
            <a:prstDash val="dash"/>
            <a:tailEnd type="triangle" w="lg" len="lg"/>
          </a:ln>
          <a:effectLst/>
        </p:spPr>
      </p:cxnSp>
      <p:cxnSp>
        <p:nvCxnSpPr>
          <p:cNvPr id="819" name="loss-loop:loss-loop-818"/>
          <p:cNvCxnSpPr/>
          <p:nvPr/>
        </p:nvCxnSpPr>
        <p:spPr>
          <a:xfrm>
            <a:off x="5471160" y="4114800"/>
            <a:ext cx="167640" cy="0"/>
          </a:xfrm>
          <a:prstGeom prst="line">
            <a:avLst/>
          </a:prstGeom>
          <a:ln w="19050">
            <a:solidFill>
              <a:srgbClr val="E7475D"/>
            </a:solidFill>
            <a:prstDash val="dash"/>
            <a:tailEnd type="triangle" w="lg" len="lg"/>
          </a:ln>
          <a:effectLst/>
        </p:spPr>
      </p:cxnSp>
      <p:cxnSp>
        <p:nvCxnSpPr>
          <p:cNvPr id="820" name="loss-loop:loss-loop-819"/>
          <p:cNvCxnSpPr/>
          <p:nvPr/>
        </p:nvCxnSpPr>
        <p:spPr>
          <a:xfrm>
            <a:off x="5638800" y="4114800"/>
            <a:ext cx="0" cy="624840"/>
          </a:xfrm>
          <a:prstGeom prst="line">
            <a:avLst/>
          </a:prstGeom>
          <a:ln w="19050">
            <a:solidFill>
              <a:srgbClr val="E7475D"/>
            </a:solidFill>
            <a:prstDash val="dash"/>
          </a:ln>
          <a:effectLst/>
        </p:spPr>
      </p:cxnSp>
      <p:cxnSp>
        <p:nvCxnSpPr>
          <p:cNvPr id="821" name="loss-loop:loss-loop-820"/>
          <p:cNvCxnSpPr/>
          <p:nvPr/>
        </p:nvCxnSpPr>
        <p:spPr>
          <a:xfrm flipH="1">
            <a:off x="2613660" y="4739640"/>
            <a:ext cx="3025140" cy="0"/>
          </a:xfrm>
          <a:prstGeom prst="line">
            <a:avLst/>
          </a:prstGeom>
          <a:ln w="19050">
            <a:solidFill>
              <a:srgbClr val="E7475D"/>
            </a:solidFill>
            <a:prstDash val="dash"/>
            <a:tailEnd type="triangle" w="lg" len="lg"/>
          </a:ln>
          <a:effectLst/>
        </p:spPr>
      </p:cxnSp>
      <p:sp>
        <p:nvSpPr>
          <p:cNvPr id="822" name="model-weight-update:model-weight-update-821"/>
          <p:cNvSpPr/>
          <p:nvPr/>
        </p:nvSpPr>
        <p:spPr>
          <a:xfrm>
            <a:off x="975360" y="4526280"/>
            <a:ext cx="1645920" cy="236220"/>
          </a:xfrm>
          <a:prstGeom prst="rect">
            <a:avLst/>
          </a:prstGeom>
          <a:solidFill>
            <a:srgbClr val="BFD3F6"/>
          </a:solidFill>
          <a:ln w="15240">
            <a:solidFill>
              <a:srgbClr val="4B79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3" name="model-weight-update:model-weight-update-822"/>
          <p:cNvSpPr txBox="1"/>
          <p:nvPr/>
        </p:nvSpPr>
        <p:spPr>
          <a:xfrm>
            <a:off x="1005840" y="4541520"/>
            <a:ext cx="1584960" cy="2057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Liberation Serif"/>
              </a:rPr>
              <a:t>Model Weights Update</a:t>
            </a:r>
          </a:p>
        </p:txBody>
      </p:sp>
      <p:cxnSp>
        <p:nvCxnSpPr>
          <p:cNvPr id="824" name="model-weight-update:model-weight-update-823"/>
          <p:cNvCxnSpPr/>
          <p:nvPr/>
        </p:nvCxnSpPr>
        <p:spPr>
          <a:xfrm flipH="1">
            <a:off x="655320" y="4640580"/>
            <a:ext cx="320040" cy="0"/>
          </a:xfrm>
          <a:prstGeom prst="line">
            <a:avLst/>
          </a:prstGeom>
          <a:ln w="22859">
            <a:solidFill>
              <a:srgbClr val="000000"/>
            </a:solidFill>
            <a:tailEnd type="triangle" w="lg" len="lg"/>
          </a:ln>
          <a:effectLst/>
        </p:spPr>
      </p:cxnSp>
      <p:cxnSp>
        <p:nvCxnSpPr>
          <p:cNvPr id="825" name="model-weight-update:model-weight-update-824"/>
          <p:cNvCxnSpPr/>
          <p:nvPr/>
        </p:nvCxnSpPr>
        <p:spPr>
          <a:xfrm flipH="1">
            <a:off x="495299" y="4640580"/>
            <a:ext cx="160021" cy="182880"/>
          </a:xfrm>
          <a:prstGeom prst="line">
            <a:avLst/>
          </a:prstGeom>
          <a:ln w="22859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826" name="model-inputs:model-inputs-825"/>
          <p:cNvSpPr/>
          <p:nvPr/>
        </p:nvSpPr>
        <p:spPr>
          <a:xfrm>
            <a:off x="403860" y="4884420"/>
            <a:ext cx="220980" cy="922020"/>
          </a:xfrm>
          <a:prstGeom prst="rect">
            <a:avLst/>
          </a:prstGeom>
          <a:solidFill>
            <a:srgbClr val="C17DEE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7" name="model-inputs:model-inputs-826"/>
          <p:cNvSpPr/>
          <p:nvPr/>
        </p:nvSpPr>
        <p:spPr>
          <a:xfrm>
            <a:off x="624840" y="4800600"/>
            <a:ext cx="137160" cy="922020"/>
          </a:xfrm>
          <a:prstGeom prst="parallelogram">
            <a:avLst/>
          </a:prstGeom>
          <a:solidFill>
            <a:srgbClr val="945DC0"/>
          </a:solidFill>
          <a:ln w="1676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28" name="model-inputs:model-inputs-827"/>
          <p:cNvCxnSpPr/>
          <p:nvPr/>
        </p:nvCxnSpPr>
        <p:spPr>
          <a:xfrm>
            <a:off x="723900" y="5326380"/>
            <a:ext cx="266699" cy="0"/>
          </a:xfrm>
          <a:prstGeom prst="line">
            <a:avLst/>
          </a:prstGeom>
          <a:ln w="26670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829" name="model-inputs:model-inputs-828"/>
          <p:cNvSpPr txBox="1"/>
          <p:nvPr/>
        </p:nvSpPr>
        <p:spPr>
          <a:xfrm>
            <a:off x="213360" y="5836920"/>
            <a:ext cx="7620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00000"/>
                </a:solidFill>
                <a:latin typeface="Liberation Serif"/>
              </a:rPr>
              <a:t>(B, 3+K, H, W)</a:t>
            </a:r>
          </a:p>
        </p:txBody>
      </p:sp>
      <p:sp>
        <p:nvSpPr>
          <p:cNvPr id="830" name="model-inputs:model-inputs-829"/>
          <p:cNvSpPr txBox="1"/>
          <p:nvPr/>
        </p:nvSpPr>
        <p:spPr>
          <a:xfrm>
            <a:off x="320040" y="6057900"/>
            <a:ext cx="62484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Liberation Serif"/>
              </a:rPr>
              <a:t>Inputs</a:t>
            </a:r>
          </a:p>
        </p:txBody>
      </p:sp>
      <p:cxnSp>
        <p:nvCxnSpPr>
          <p:cNvPr id="831" name="resnet-node-network:resnet-node-network-830"/>
          <p:cNvCxnSpPr/>
          <p:nvPr/>
        </p:nvCxnSpPr>
        <p:spPr>
          <a:xfrm>
            <a:off x="1143000" y="5052060"/>
            <a:ext cx="228600" cy="12192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32" name="resnet-node-network:resnet-node-network-831"/>
          <p:cNvCxnSpPr/>
          <p:nvPr/>
        </p:nvCxnSpPr>
        <p:spPr>
          <a:xfrm>
            <a:off x="1143000" y="5052060"/>
            <a:ext cx="228600" cy="41148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33" name="resnet-node-network:resnet-node-network-832"/>
          <p:cNvCxnSpPr/>
          <p:nvPr/>
        </p:nvCxnSpPr>
        <p:spPr>
          <a:xfrm>
            <a:off x="1143000" y="5052060"/>
            <a:ext cx="228600" cy="70104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34" name="resnet-node-network:resnet-node-network-833"/>
          <p:cNvCxnSpPr/>
          <p:nvPr/>
        </p:nvCxnSpPr>
        <p:spPr>
          <a:xfrm flipV="1">
            <a:off x="1143000" y="5173980"/>
            <a:ext cx="228600" cy="9144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35" name="resnet-node-network:resnet-node-network-834"/>
          <p:cNvCxnSpPr/>
          <p:nvPr/>
        </p:nvCxnSpPr>
        <p:spPr>
          <a:xfrm>
            <a:off x="1143000" y="5265420"/>
            <a:ext cx="228600" cy="19812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36" name="resnet-node-network:resnet-node-network-835"/>
          <p:cNvCxnSpPr/>
          <p:nvPr/>
        </p:nvCxnSpPr>
        <p:spPr>
          <a:xfrm>
            <a:off x="1143000" y="5265420"/>
            <a:ext cx="228600" cy="48768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37" name="resnet-node-network:resnet-node-network-836"/>
          <p:cNvCxnSpPr/>
          <p:nvPr/>
        </p:nvCxnSpPr>
        <p:spPr>
          <a:xfrm flipV="1">
            <a:off x="1143000" y="5173980"/>
            <a:ext cx="228600" cy="30480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38" name="resnet-node-network:resnet-node-network-837"/>
          <p:cNvCxnSpPr/>
          <p:nvPr/>
        </p:nvCxnSpPr>
        <p:spPr>
          <a:xfrm flipV="1">
            <a:off x="1143000" y="5463540"/>
            <a:ext cx="228600" cy="1524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39" name="resnet-node-network:resnet-node-network-838"/>
          <p:cNvCxnSpPr/>
          <p:nvPr/>
        </p:nvCxnSpPr>
        <p:spPr>
          <a:xfrm>
            <a:off x="1143000" y="5478780"/>
            <a:ext cx="228600" cy="27432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0" name="resnet-node-network:resnet-node-network-839"/>
          <p:cNvCxnSpPr/>
          <p:nvPr/>
        </p:nvCxnSpPr>
        <p:spPr>
          <a:xfrm flipV="1">
            <a:off x="1143000" y="5173980"/>
            <a:ext cx="228600" cy="51816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1" name="resnet-node-network:resnet-node-network-840"/>
          <p:cNvCxnSpPr/>
          <p:nvPr/>
        </p:nvCxnSpPr>
        <p:spPr>
          <a:xfrm flipV="1">
            <a:off x="1143000" y="5463540"/>
            <a:ext cx="228600" cy="22860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2" name="resnet-node-network:resnet-node-network-841"/>
          <p:cNvCxnSpPr/>
          <p:nvPr/>
        </p:nvCxnSpPr>
        <p:spPr>
          <a:xfrm>
            <a:off x="1143000" y="5692140"/>
            <a:ext cx="228600" cy="6096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3" name="resnet-node-network:resnet-node-network-842"/>
          <p:cNvCxnSpPr/>
          <p:nvPr/>
        </p:nvCxnSpPr>
        <p:spPr>
          <a:xfrm flipV="1">
            <a:off x="1371600" y="5158740"/>
            <a:ext cx="213360" cy="1524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4" name="resnet-node-network:resnet-node-network-843"/>
          <p:cNvCxnSpPr/>
          <p:nvPr/>
        </p:nvCxnSpPr>
        <p:spPr>
          <a:xfrm>
            <a:off x="1371600" y="5173980"/>
            <a:ext cx="213360" cy="33528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5" name="resnet-node-network:resnet-node-network-844"/>
          <p:cNvCxnSpPr/>
          <p:nvPr/>
        </p:nvCxnSpPr>
        <p:spPr>
          <a:xfrm>
            <a:off x="1371600" y="5173980"/>
            <a:ext cx="213360" cy="68580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6" name="resnet-node-network:resnet-node-network-845"/>
          <p:cNvCxnSpPr/>
          <p:nvPr/>
        </p:nvCxnSpPr>
        <p:spPr>
          <a:xfrm flipV="1">
            <a:off x="1371600" y="5158740"/>
            <a:ext cx="213360" cy="30480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7" name="resnet-node-network:resnet-node-network-846"/>
          <p:cNvCxnSpPr/>
          <p:nvPr/>
        </p:nvCxnSpPr>
        <p:spPr>
          <a:xfrm>
            <a:off x="1371600" y="5463540"/>
            <a:ext cx="213360" cy="4572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8" name="resnet-node-network:resnet-node-network-847"/>
          <p:cNvCxnSpPr/>
          <p:nvPr/>
        </p:nvCxnSpPr>
        <p:spPr>
          <a:xfrm>
            <a:off x="1371600" y="5463540"/>
            <a:ext cx="213360" cy="39624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49" name="resnet-node-network:resnet-node-network-848"/>
          <p:cNvCxnSpPr/>
          <p:nvPr/>
        </p:nvCxnSpPr>
        <p:spPr>
          <a:xfrm flipV="1">
            <a:off x="1371600" y="5158740"/>
            <a:ext cx="213360" cy="59436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50" name="resnet-node-network:resnet-node-network-849"/>
          <p:cNvCxnSpPr/>
          <p:nvPr/>
        </p:nvCxnSpPr>
        <p:spPr>
          <a:xfrm flipV="1">
            <a:off x="1371600" y="5509260"/>
            <a:ext cx="213360" cy="24384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cxnSp>
        <p:nvCxnSpPr>
          <p:cNvPr id="851" name="resnet-node-network:resnet-node-network-850"/>
          <p:cNvCxnSpPr/>
          <p:nvPr/>
        </p:nvCxnSpPr>
        <p:spPr>
          <a:xfrm>
            <a:off x="1371600" y="5753100"/>
            <a:ext cx="213360" cy="10668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852" name="resnet-node-network:resnet-node-network-851"/>
          <p:cNvSpPr/>
          <p:nvPr/>
        </p:nvSpPr>
        <p:spPr>
          <a:xfrm>
            <a:off x="1082040" y="499110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3" name="resnet-node-network:resnet-node-network-852"/>
          <p:cNvSpPr/>
          <p:nvPr/>
        </p:nvSpPr>
        <p:spPr>
          <a:xfrm>
            <a:off x="1082040" y="520446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4" name="resnet-node-network:resnet-node-network-853"/>
          <p:cNvSpPr/>
          <p:nvPr/>
        </p:nvSpPr>
        <p:spPr>
          <a:xfrm>
            <a:off x="1082040" y="541782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5" name="resnet-node-network:resnet-node-network-854"/>
          <p:cNvSpPr/>
          <p:nvPr/>
        </p:nvSpPr>
        <p:spPr>
          <a:xfrm>
            <a:off x="1082040" y="563118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6" name="resnet-node-network:resnet-node-network-855"/>
          <p:cNvSpPr/>
          <p:nvPr/>
        </p:nvSpPr>
        <p:spPr>
          <a:xfrm>
            <a:off x="1310640" y="511302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7" name="resnet-node-network:resnet-node-network-856"/>
          <p:cNvSpPr/>
          <p:nvPr/>
        </p:nvSpPr>
        <p:spPr>
          <a:xfrm>
            <a:off x="1310640" y="540258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8" name="resnet-node-network:resnet-node-network-857"/>
          <p:cNvSpPr/>
          <p:nvPr/>
        </p:nvSpPr>
        <p:spPr>
          <a:xfrm>
            <a:off x="1310640" y="569214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9" name="resnet-node-network:resnet-node-network-858"/>
          <p:cNvSpPr/>
          <p:nvPr/>
        </p:nvSpPr>
        <p:spPr>
          <a:xfrm>
            <a:off x="1524000" y="509778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0" name="resnet-node-network:resnet-node-network-859"/>
          <p:cNvSpPr/>
          <p:nvPr/>
        </p:nvSpPr>
        <p:spPr>
          <a:xfrm>
            <a:off x="1524000" y="544830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1" name="resnet-node-network:resnet-node-network-860"/>
          <p:cNvSpPr/>
          <p:nvPr/>
        </p:nvSpPr>
        <p:spPr>
          <a:xfrm>
            <a:off x="1524000" y="5798820"/>
            <a:ext cx="121920" cy="121920"/>
          </a:xfrm>
          <a:prstGeom prst="ellipse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2" name="root:root-861"/>
          <p:cNvSpPr txBox="1"/>
          <p:nvPr/>
        </p:nvSpPr>
        <p:spPr>
          <a:xfrm>
            <a:off x="937259" y="5768340"/>
            <a:ext cx="876300" cy="2362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Liberation Serif"/>
              </a:rPr>
              <a:t>ResNet-18</a:t>
            </a:r>
          </a:p>
        </p:txBody>
      </p:sp>
      <p:sp>
        <p:nvSpPr>
          <p:cNvPr id="863" name="root:root-862"/>
          <p:cNvSpPr txBox="1"/>
          <p:nvPr/>
        </p:nvSpPr>
        <p:spPr>
          <a:xfrm>
            <a:off x="1280160" y="4861560"/>
            <a:ext cx="944880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0000"/>
                </a:solidFill>
                <a:latin typeface="Liberation Serif"/>
              </a:rPr>
              <a:t>(B, 512, H′, W′)</a:t>
            </a:r>
          </a:p>
        </p:txBody>
      </p:sp>
      <p:cxnSp>
        <p:nvCxnSpPr>
          <p:cNvPr id="864" name="root:root-863"/>
          <p:cNvCxnSpPr/>
          <p:nvPr/>
        </p:nvCxnSpPr>
        <p:spPr>
          <a:xfrm flipV="1">
            <a:off x="1623060" y="5189220"/>
            <a:ext cx="259079" cy="167640"/>
          </a:xfrm>
          <a:prstGeom prst="line">
            <a:avLst/>
          </a:prstGeom>
          <a:ln w="22859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865" name="root:root-864"/>
          <p:cNvSpPr/>
          <p:nvPr/>
        </p:nvSpPr>
        <p:spPr>
          <a:xfrm>
            <a:off x="1905000" y="5120640"/>
            <a:ext cx="167640" cy="167640"/>
          </a:xfrm>
          <a:prstGeom prst="rect">
            <a:avLst/>
          </a:prstGeom>
          <a:solidFill>
            <a:srgbClr val="71BB42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6" name="root:root-865"/>
          <p:cNvSpPr txBox="1"/>
          <p:nvPr/>
        </p:nvSpPr>
        <p:spPr>
          <a:xfrm>
            <a:off x="1699260" y="5288280"/>
            <a:ext cx="586740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0000"/>
                </a:solidFill>
                <a:latin typeface="Liberation Serif"/>
              </a:rPr>
              <a:t>1×1 Conv</a:t>
            </a:r>
          </a:p>
        </p:txBody>
      </p:sp>
      <p:cxnSp>
        <p:nvCxnSpPr>
          <p:cNvPr id="867" name="root:root-866"/>
          <p:cNvCxnSpPr/>
          <p:nvPr/>
        </p:nvCxnSpPr>
        <p:spPr>
          <a:xfrm>
            <a:off x="2080260" y="5204460"/>
            <a:ext cx="251460" cy="0"/>
          </a:xfrm>
          <a:prstGeom prst="line">
            <a:avLst/>
          </a:prstGeom>
          <a:ln w="22859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868" name="flatten-concat:flatten-concat-867"/>
          <p:cNvSpPr/>
          <p:nvPr/>
        </p:nvSpPr>
        <p:spPr>
          <a:xfrm>
            <a:off x="2354580" y="4892040"/>
            <a:ext cx="205740" cy="137160"/>
          </a:xfrm>
          <a:prstGeom prst="rect">
            <a:avLst/>
          </a:prstGeom>
          <a:solidFill>
            <a:srgbClr val="FDD7FC"/>
          </a:solidFill>
          <a:ln w="914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9" name="flatten-concat:flatten-concat-868"/>
          <p:cNvSpPr/>
          <p:nvPr/>
        </p:nvSpPr>
        <p:spPr>
          <a:xfrm>
            <a:off x="2354580" y="5029200"/>
            <a:ext cx="205740" cy="137160"/>
          </a:xfrm>
          <a:prstGeom prst="rect">
            <a:avLst/>
          </a:prstGeom>
          <a:solidFill>
            <a:srgbClr val="C9E5B4"/>
          </a:solidFill>
          <a:ln w="914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0" name="flatten-concat:flatten-concat-869"/>
          <p:cNvSpPr/>
          <p:nvPr/>
        </p:nvSpPr>
        <p:spPr>
          <a:xfrm>
            <a:off x="2354580" y="5166360"/>
            <a:ext cx="205740" cy="137160"/>
          </a:xfrm>
          <a:prstGeom prst="rect">
            <a:avLst/>
          </a:prstGeom>
          <a:solidFill>
            <a:srgbClr val="FDD7FC"/>
          </a:solidFill>
          <a:ln w="914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1" name="flatten-concat:flatten-concat-870"/>
          <p:cNvSpPr/>
          <p:nvPr/>
        </p:nvSpPr>
        <p:spPr>
          <a:xfrm>
            <a:off x="2354580" y="5303520"/>
            <a:ext cx="205740" cy="137160"/>
          </a:xfrm>
          <a:prstGeom prst="rect">
            <a:avLst/>
          </a:prstGeom>
          <a:solidFill>
            <a:srgbClr val="C9E5B4"/>
          </a:solidFill>
          <a:ln w="914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2" name="flatten-concat:flatten-concat-871"/>
          <p:cNvSpPr/>
          <p:nvPr/>
        </p:nvSpPr>
        <p:spPr>
          <a:xfrm>
            <a:off x="2354580" y="5440680"/>
            <a:ext cx="205740" cy="137160"/>
          </a:xfrm>
          <a:prstGeom prst="rect">
            <a:avLst/>
          </a:prstGeom>
          <a:solidFill>
            <a:srgbClr val="FDD7FC"/>
          </a:solidFill>
          <a:ln w="914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3" name="flatten-concat:flatten-concat-872"/>
          <p:cNvSpPr/>
          <p:nvPr/>
        </p:nvSpPr>
        <p:spPr>
          <a:xfrm>
            <a:off x="2354580" y="5577840"/>
            <a:ext cx="205740" cy="137160"/>
          </a:xfrm>
          <a:prstGeom prst="rect">
            <a:avLst/>
          </a:prstGeom>
          <a:solidFill>
            <a:srgbClr val="C9E5B4"/>
          </a:solidFill>
          <a:ln w="914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4" name="flatten-concat:flatten-concat-873"/>
          <p:cNvSpPr/>
          <p:nvPr/>
        </p:nvSpPr>
        <p:spPr>
          <a:xfrm>
            <a:off x="2354580" y="5715000"/>
            <a:ext cx="205740" cy="137160"/>
          </a:xfrm>
          <a:prstGeom prst="rect">
            <a:avLst/>
          </a:prstGeom>
          <a:solidFill>
            <a:srgbClr val="FDD7FC"/>
          </a:solidFill>
          <a:ln w="914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5" name="flatten-concat:flatten-concat-874"/>
          <p:cNvSpPr/>
          <p:nvPr/>
        </p:nvSpPr>
        <p:spPr>
          <a:xfrm>
            <a:off x="2560320" y="4800600"/>
            <a:ext cx="175260" cy="1059180"/>
          </a:xfrm>
          <a:prstGeom prst="parallelogram">
            <a:avLst/>
          </a:prstGeom>
          <a:solidFill>
            <a:srgbClr val="D1DCF2"/>
          </a:solidFill>
          <a:ln w="1676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6" name="flatten-concat:flatten-concat-875"/>
          <p:cNvSpPr txBox="1"/>
          <p:nvPr/>
        </p:nvSpPr>
        <p:spPr>
          <a:xfrm>
            <a:off x="2019300" y="5875020"/>
            <a:ext cx="10820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0000"/>
                </a:solidFill>
                <a:latin typeface="Liberation Serif"/>
              </a:rPr>
              <a:t>(B, 512, H′, W′)</a:t>
            </a:r>
          </a:p>
        </p:txBody>
      </p:sp>
      <p:sp>
        <p:nvSpPr>
          <p:cNvPr id="877" name="flatten-concat:flatten-concat-876"/>
          <p:cNvSpPr txBox="1"/>
          <p:nvPr/>
        </p:nvSpPr>
        <p:spPr>
          <a:xfrm>
            <a:off x="1912620" y="6080760"/>
            <a:ext cx="12496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000000"/>
                </a:solidFill>
                <a:latin typeface="Liberation Serif"/>
              </a:rPr>
              <a:t>Flatten &amp; Concat</a:t>
            </a:r>
          </a:p>
        </p:txBody>
      </p:sp>
      <p:cxnSp>
        <p:nvCxnSpPr>
          <p:cNvPr id="878" name="flatten-concat:flatten-concat-877"/>
          <p:cNvCxnSpPr/>
          <p:nvPr/>
        </p:nvCxnSpPr>
        <p:spPr>
          <a:xfrm>
            <a:off x="2743200" y="5364480"/>
            <a:ext cx="190500" cy="0"/>
          </a:xfrm>
          <a:prstGeom prst="line">
            <a:avLst/>
          </a:prstGeom>
          <a:ln w="22859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879" name="mhsa-module:mhsa-module-878"/>
          <p:cNvSpPr/>
          <p:nvPr/>
        </p:nvSpPr>
        <p:spPr>
          <a:xfrm>
            <a:off x="3025140" y="4663440"/>
            <a:ext cx="1516380" cy="1402080"/>
          </a:xfrm>
          <a:prstGeom prst="roundRect">
            <a:avLst/>
          </a:prstGeom>
          <a:solidFill>
            <a:srgbClr val="E7E7E7"/>
          </a:solidFill>
          <a:ln w="1676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0" name="mhsa-module:mhsa-module-879"/>
          <p:cNvSpPr/>
          <p:nvPr/>
        </p:nvSpPr>
        <p:spPr>
          <a:xfrm>
            <a:off x="2971800" y="4724400"/>
            <a:ext cx="1516380" cy="1402080"/>
          </a:xfrm>
          <a:prstGeom prst="roundRect">
            <a:avLst/>
          </a:prstGeom>
          <a:solidFill>
            <a:srgbClr val="E7E7E7"/>
          </a:solidFill>
          <a:ln w="1676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1" name="mhsa-module:mhsa-module-880"/>
          <p:cNvSpPr/>
          <p:nvPr/>
        </p:nvSpPr>
        <p:spPr>
          <a:xfrm>
            <a:off x="2918460" y="4785360"/>
            <a:ext cx="1516380" cy="1348740"/>
          </a:xfrm>
          <a:prstGeom prst="roundRect">
            <a:avLst/>
          </a:prstGeom>
          <a:solidFill>
            <a:srgbClr val="E7E7E7"/>
          </a:solidFill>
          <a:ln w="1676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2" name="mhsa-module:mhsa-module-881"/>
          <p:cNvSpPr txBox="1"/>
          <p:nvPr/>
        </p:nvSpPr>
        <p:spPr>
          <a:xfrm>
            <a:off x="3672840" y="4831080"/>
            <a:ext cx="5638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00000"/>
                </a:solidFill>
                <a:latin typeface="Liberation Serif"/>
              </a:rPr>
              <a:t>MHSA</a:t>
            </a:r>
          </a:p>
        </p:txBody>
      </p:sp>
      <p:sp>
        <p:nvSpPr>
          <p:cNvPr id="883" name="mhsa-q:mhsa-q-882"/>
          <p:cNvSpPr/>
          <p:nvPr/>
        </p:nvSpPr>
        <p:spPr>
          <a:xfrm>
            <a:off x="3063240" y="5029200"/>
            <a:ext cx="83820" cy="83820"/>
          </a:xfrm>
          <a:prstGeom prst="rect">
            <a:avLst/>
          </a:prstGeom>
          <a:solidFill>
            <a:srgbClr val="C751A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4" name="mhsa-q:mhsa-q-883"/>
          <p:cNvSpPr/>
          <p:nvPr/>
        </p:nvSpPr>
        <p:spPr>
          <a:xfrm>
            <a:off x="3147060" y="5029200"/>
            <a:ext cx="83820" cy="83820"/>
          </a:xfrm>
          <a:prstGeom prst="rect">
            <a:avLst/>
          </a:prstGeom>
          <a:solidFill>
            <a:srgbClr val="D66BB5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5" name="mhsa-q:mhsa-q-884"/>
          <p:cNvSpPr/>
          <p:nvPr/>
        </p:nvSpPr>
        <p:spPr>
          <a:xfrm>
            <a:off x="3230880" y="5029200"/>
            <a:ext cx="83820" cy="83820"/>
          </a:xfrm>
          <a:prstGeom prst="rect">
            <a:avLst/>
          </a:prstGeom>
          <a:solidFill>
            <a:srgbClr val="C751A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6" name="mhsa-q:mhsa-q-885"/>
          <p:cNvSpPr/>
          <p:nvPr/>
        </p:nvSpPr>
        <p:spPr>
          <a:xfrm>
            <a:off x="3063240" y="5113020"/>
            <a:ext cx="83820" cy="83820"/>
          </a:xfrm>
          <a:prstGeom prst="rect">
            <a:avLst/>
          </a:prstGeom>
          <a:solidFill>
            <a:srgbClr val="D66BB5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7" name="mhsa-q:mhsa-q-886"/>
          <p:cNvSpPr/>
          <p:nvPr/>
        </p:nvSpPr>
        <p:spPr>
          <a:xfrm>
            <a:off x="3147060" y="5113020"/>
            <a:ext cx="83820" cy="83820"/>
          </a:xfrm>
          <a:prstGeom prst="rect">
            <a:avLst/>
          </a:prstGeom>
          <a:solidFill>
            <a:srgbClr val="C751A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8" name="mhsa-q:mhsa-q-887"/>
          <p:cNvSpPr/>
          <p:nvPr/>
        </p:nvSpPr>
        <p:spPr>
          <a:xfrm>
            <a:off x="3230880" y="5113020"/>
            <a:ext cx="83820" cy="83820"/>
          </a:xfrm>
          <a:prstGeom prst="rect">
            <a:avLst/>
          </a:prstGeom>
          <a:solidFill>
            <a:srgbClr val="D66BB5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9" name="mhsa-q:mhsa-q-888"/>
          <p:cNvSpPr/>
          <p:nvPr/>
        </p:nvSpPr>
        <p:spPr>
          <a:xfrm>
            <a:off x="3063240" y="5196840"/>
            <a:ext cx="83820" cy="83820"/>
          </a:xfrm>
          <a:prstGeom prst="rect">
            <a:avLst/>
          </a:prstGeom>
          <a:solidFill>
            <a:srgbClr val="C751A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0" name="mhsa-q:mhsa-q-889"/>
          <p:cNvSpPr/>
          <p:nvPr/>
        </p:nvSpPr>
        <p:spPr>
          <a:xfrm>
            <a:off x="3147060" y="5196840"/>
            <a:ext cx="83820" cy="83820"/>
          </a:xfrm>
          <a:prstGeom prst="rect">
            <a:avLst/>
          </a:prstGeom>
          <a:solidFill>
            <a:srgbClr val="D66BB5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1" name="mhsa-q:mhsa-q-890"/>
          <p:cNvSpPr/>
          <p:nvPr/>
        </p:nvSpPr>
        <p:spPr>
          <a:xfrm>
            <a:off x="3230880" y="5196840"/>
            <a:ext cx="83820" cy="83820"/>
          </a:xfrm>
          <a:prstGeom prst="rect">
            <a:avLst/>
          </a:prstGeom>
          <a:solidFill>
            <a:srgbClr val="C751A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2" name="mhsa-k:mhsa-k-891"/>
          <p:cNvSpPr/>
          <p:nvPr/>
        </p:nvSpPr>
        <p:spPr>
          <a:xfrm>
            <a:off x="3063240" y="5410200"/>
            <a:ext cx="83820" cy="83820"/>
          </a:xfrm>
          <a:prstGeom prst="rect">
            <a:avLst/>
          </a:prstGeom>
          <a:solidFill>
            <a:srgbClr val="B68069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3" name="mhsa-k:mhsa-k-892"/>
          <p:cNvSpPr/>
          <p:nvPr/>
        </p:nvSpPr>
        <p:spPr>
          <a:xfrm>
            <a:off x="3147060" y="5410200"/>
            <a:ext cx="83820" cy="83820"/>
          </a:xfrm>
          <a:prstGeom prst="rect">
            <a:avLst/>
          </a:prstGeom>
          <a:solidFill>
            <a:srgbClr val="C89B8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4" name="mhsa-k:mhsa-k-893"/>
          <p:cNvSpPr/>
          <p:nvPr/>
        </p:nvSpPr>
        <p:spPr>
          <a:xfrm>
            <a:off x="3230880" y="5410200"/>
            <a:ext cx="83820" cy="83820"/>
          </a:xfrm>
          <a:prstGeom prst="rect">
            <a:avLst/>
          </a:prstGeom>
          <a:solidFill>
            <a:srgbClr val="B68069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5" name="mhsa-k:mhsa-k-894"/>
          <p:cNvSpPr/>
          <p:nvPr/>
        </p:nvSpPr>
        <p:spPr>
          <a:xfrm>
            <a:off x="3063240" y="5494020"/>
            <a:ext cx="83820" cy="83820"/>
          </a:xfrm>
          <a:prstGeom prst="rect">
            <a:avLst/>
          </a:prstGeom>
          <a:solidFill>
            <a:srgbClr val="C89B8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6" name="mhsa-k:mhsa-k-895"/>
          <p:cNvSpPr/>
          <p:nvPr/>
        </p:nvSpPr>
        <p:spPr>
          <a:xfrm>
            <a:off x="3147060" y="5494020"/>
            <a:ext cx="83820" cy="83820"/>
          </a:xfrm>
          <a:prstGeom prst="rect">
            <a:avLst/>
          </a:prstGeom>
          <a:solidFill>
            <a:srgbClr val="B68069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7" name="mhsa-k:mhsa-k-896"/>
          <p:cNvSpPr/>
          <p:nvPr/>
        </p:nvSpPr>
        <p:spPr>
          <a:xfrm>
            <a:off x="3230880" y="5494020"/>
            <a:ext cx="83820" cy="83820"/>
          </a:xfrm>
          <a:prstGeom prst="rect">
            <a:avLst/>
          </a:prstGeom>
          <a:solidFill>
            <a:srgbClr val="C89B8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8" name="mhsa-k:mhsa-k-897"/>
          <p:cNvSpPr/>
          <p:nvPr/>
        </p:nvSpPr>
        <p:spPr>
          <a:xfrm>
            <a:off x="3063240" y="5577840"/>
            <a:ext cx="83820" cy="83820"/>
          </a:xfrm>
          <a:prstGeom prst="rect">
            <a:avLst/>
          </a:prstGeom>
          <a:solidFill>
            <a:srgbClr val="B68069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9" name="mhsa-k:mhsa-k-898"/>
          <p:cNvSpPr/>
          <p:nvPr/>
        </p:nvSpPr>
        <p:spPr>
          <a:xfrm>
            <a:off x="3147060" y="5577840"/>
            <a:ext cx="83820" cy="83820"/>
          </a:xfrm>
          <a:prstGeom prst="rect">
            <a:avLst/>
          </a:prstGeom>
          <a:solidFill>
            <a:srgbClr val="C89B8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0" name="mhsa-k:mhsa-k-899"/>
          <p:cNvSpPr/>
          <p:nvPr/>
        </p:nvSpPr>
        <p:spPr>
          <a:xfrm>
            <a:off x="3230880" y="5577840"/>
            <a:ext cx="83820" cy="83820"/>
          </a:xfrm>
          <a:prstGeom prst="rect">
            <a:avLst/>
          </a:prstGeom>
          <a:solidFill>
            <a:srgbClr val="B68069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1" name="mhsa-v:mhsa-v-900"/>
          <p:cNvSpPr/>
          <p:nvPr/>
        </p:nvSpPr>
        <p:spPr>
          <a:xfrm>
            <a:off x="3063240" y="5791200"/>
            <a:ext cx="83820" cy="83820"/>
          </a:xfrm>
          <a:prstGeom prst="rect">
            <a:avLst/>
          </a:prstGeom>
          <a:solidFill>
            <a:srgbClr val="78A88A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2" name="mhsa-v:mhsa-v-901"/>
          <p:cNvSpPr/>
          <p:nvPr/>
        </p:nvSpPr>
        <p:spPr>
          <a:xfrm>
            <a:off x="3147060" y="5791200"/>
            <a:ext cx="83820" cy="83820"/>
          </a:xfrm>
          <a:prstGeom prst="rect">
            <a:avLst/>
          </a:prstGeom>
          <a:solidFill>
            <a:srgbClr val="93B9A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3" name="mhsa-v:mhsa-v-902"/>
          <p:cNvSpPr/>
          <p:nvPr/>
        </p:nvSpPr>
        <p:spPr>
          <a:xfrm>
            <a:off x="3230880" y="5791200"/>
            <a:ext cx="83820" cy="83820"/>
          </a:xfrm>
          <a:prstGeom prst="rect">
            <a:avLst/>
          </a:prstGeom>
          <a:solidFill>
            <a:srgbClr val="78A88A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mhsa-v:mhsa-v-903"/>
          <p:cNvSpPr/>
          <p:nvPr/>
        </p:nvSpPr>
        <p:spPr>
          <a:xfrm>
            <a:off x="3063240" y="5875020"/>
            <a:ext cx="83820" cy="83820"/>
          </a:xfrm>
          <a:prstGeom prst="rect">
            <a:avLst/>
          </a:prstGeom>
          <a:solidFill>
            <a:srgbClr val="93B9A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5" name="mhsa-v:mhsa-v-904"/>
          <p:cNvSpPr/>
          <p:nvPr/>
        </p:nvSpPr>
        <p:spPr>
          <a:xfrm>
            <a:off x="3147060" y="5875020"/>
            <a:ext cx="83820" cy="83820"/>
          </a:xfrm>
          <a:prstGeom prst="rect">
            <a:avLst/>
          </a:prstGeom>
          <a:solidFill>
            <a:srgbClr val="78A88A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6" name="mhsa-v:mhsa-v-905"/>
          <p:cNvSpPr/>
          <p:nvPr/>
        </p:nvSpPr>
        <p:spPr>
          <a:xfrm>
            <a:off x="3230880" y="5875020"/>
            <a:ext cx="83820" cy="83820"/>
          </a:xfrm>
          <a:prstGeom prst="rect">
            <a:avLst/>
          </a:prstGeom>
          <a:solidFill>
            <a:srgbClr val="93B9A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7" name="mhsa-v:mhsa-v-906"/>
          <p:cNvSpPr/>
          <p:nvPr/>
        </p:nvSpPr>
        <p:spPr>
          <a:xfrm>
            <a:off x="3063240" y="5958840"/>
            <a:ext cx="83820" cy="83820"/>
          </a:xfrm>
          <a:prstGeom prst="rect">
            <a:avLst/>
          </a:prstGeom>
          <a:solidFill>
            <a:srgbClr val="78A88A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8" name="mhsa-v:mhsa-v-907"/>
          <p:cNvSpPr/>
          <p:nvPr/>
        </p:nvSpPr>
        <p:spPr>
          <a:xfrm>
            <a:off x="3147060" y="5958840"/>
            <a:ext cx="83820" cy="83820"/>
          </a:xfrm>
          <a:prstGeom prst="rect">
            <a:avLst/>
          </a:prstGeom>
          <a:solidFill>
            <a:srgbClr val="93B9A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mhsa-v:mhsa-v-908"/>
          <p:cNvSpPr/>
          <p:nvPr/>
        </p:nvSpPr>
        <p:spPr>
          <a:xfrm>
            <a:off x="3230880" y="5958840"/>
            <a:ext cx="83820" cy="83820"/>
          </a:xfrm>
          <a:prstGeom prst="rect">
            <a:avLst/>
          </a:prstGeom>
          <a:solidFill>
            <a:srgbClr val="78A88A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0" name="mhsa-q-small:mhsa-q-small-909"/>
          <p:cNvSpPr/>
          <p:nvPr/>
        </p:nvSpPr>
        <p:spPr>
          <a:xfrm>
            <a:off x="3459480" y="5113020"/>
            <a:ext cx="83820" cy="83820"/>
          </a:xfrm>
          <a:prstGeom prst="rect">
            <a:avLst/>
          </a:prstGeom>
          <a:solidFill>
            <a:srgbClr val="C9E5B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1" name="mhsa-q-small:mhsa-q-small-910"/>
          <p:cNvSpPr/>
          <p:nvPr/>
        </p:nvSpPr>
        <p:spPr>
          <a:xfrm>
            <a:off x="3543300" y="5113020"/>
            <a:ext cx="83820" cy="83820"/>
          </a:xfrm>
          <a:prstGeom prst="rect">
            <a:avLst/>
          </a:prstGeom>
          <a:solidFill>
            <a:srgbClr val="DCEFD2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2" name="mhsa-q-small:mhsa-q-small-911"/>
          <p:cNvSpPr/>
          <p:nvPr/>
        </p:nvSpPr>
        <p:spPr>
          <a:xfrm>
            <a:off x="3459480" y="5196840"/>
            <a:ext cx="83820" cy="83820"/>
          </a:xfrm>
          <a:prstGeom prst="rect">
            <a:avLst/>
          </a:prstGeom>
          <a:solidFill>
            <a:srgbClr val="DCEFD2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3" name="mhsa-q-small:mhsa-q-small-912"/>
          <p:cNvSpPr/>
          <p:nvPr/>
        </p:nvSpPr>
        <p:spPr>
          <a:xfrm>
            <a:off x="3543300" y="5196840"/>
            <a:ext cx="83820" cy="83820"/>
          </a:xfrm>
          <a:prstGeom prst="rect">
            <a:avLst/>
          </a:prstGeom>
          <a:solidFill>
            <a:srgbClr val="C9E5B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mhsa-k-small:mhsa-k-small-913"/>
          <p:cNvSpPr/>
          <p:nvPr/>
        </p:nvSpPr>
        <p:spPr>
          <a:xfrm>
            <a:off x="3459480" y="5494020"/>
            <a:ext cx="83820" cy="83820"/>
          </a:xfrm>
          <a:prstGeom prst="rect">
            <a:avLst/>
          </a:prstGeom>
          <a:solidFill>
            <a:srgbClr val="E9D1BD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5" name="mhsa-k-small:mhsa-k-small-914"/>
          <p:cNvSpPr/>
          <p:nvPr/>
        </p:nvSpPr>
        <p:spPr>
          <a:xfrm>
            <a:off x="3543300" y="5494020"/>
            <a:ext cx="83820" cy="83820"/>
          </a:xfrm>
          <a:prstGeom prst="rect">
            <a:avLst/>
          </a:prstGeom>
          <a:solidFill>
            <a:srgbClr val="F4E3D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6" name="mhsa-k-small:mhsa-k-small-915"/>
          <p:cNvSpPr/>
          <p:nvPr/>
        </p:nvSpPr>
        <p:spPr>
          <a:xfrm>
            <a:off x="3459480" y="5577840"/>
            <a:ext cx="83820" cy="83820"/>
          </a:xfrm>
          <a:prstGeom prst="rect">
            <a:avLst/>
          </a:prstGeom>
          <a:solidFill>
            <a:srgbClr val="F4E3D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7" name="mhsa-k-small:mhsa-k-small-916"/>
          <p:cNvSpPr/>
          <p:nvPr/>
        </p:nvSpPr>
        <p:spPr>
          <a:xfrm>
            <a:off x="3543300" y="5577840"/>
            <a:ext cx="83820" cy="83820"/>
          </a:xfrm>
          <a:prstGeom prst="rect">
            <a:avLst/>
          </a:prstGeom>
          <a:solidFill>
            <a:srgbClr val="E9D1BD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mhsa-v-small:mhsa-v-small-917"/>
          <p:cNvSpPr/>
          <p:nvPr/>
        </p:nvSpPr>
        <p:spPr>
          <a:xfrm>
            <a:off x="3459480" y="5875020"/>
            <a:ext cx="83820" cy="83820"/>
          </a:xfrm>
          <a:prstGeom prst="rect">
            <a:avLst/>
          </a:prstGeom>
          <a:solidFill>
            <a:srgbClr val="EDCED6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mhsa-v-small:mhsa-v-small-918"/>
          <p:cNvSpPr/>
          <p:nvPr/>
        </p:nvSpPr>
        <p:spPr>
          <a:xfrm>
            <a:off x="3543300" y="5875020"/>
            <a:ext cx="83820" cy="83820"/>
          </a:xfrm>
          <a:prstGeom prst="rect">
            <a:avLst/>
          </a:prstGeom>
          <a:solidFill>
            <a:srgbClr val="F6DDE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mhsa-v-small:mhsa-v-small-919"/>
          <p:cNvSpPr/>
          <p:nvPr/>
        </p:nvSpPr>
        <p:spPr>
          <a:xfrm>
            <a:off x="3459480" y="5958840"/>
            <a:ext cx="83820" cy="83820"/>
          </a:xfrm>
          <a:prstGeom prst="rect">
            <a:avLst/>
          </a:prstGeom>
          <a:solidFill>
            <a:srgbClr val="F6DDE4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mhsa-v-small:mhsa-v-small-920"/>
          <p:cNvSpPr/>
          <p:nvPr/>
        </p:nvSpPr>
        <p:spPr>
          <a:xfrm>
            <a:off x="3543300" y="5958840"/>
            <a:ext cx="83820" cy="83820"/>
          </a:xfrm>
          <a:prstGeom prst="rect">
            <a:avLst/>
          </a:prstGeom>
          <a:solidFill>
            <a:srgbClr val="EDCED6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2" name="mhsa-module:mhsa-module-921"/>
          <p:cNvCxnSpPr/>
          <p:nvPr/>
        </p:nvCxnSpPr>
        <p:spPr>
          <a:xfrm>
            <a:off x="3322320" y="5151120"/>
            <a:ext cx="121920" cy="0"/>
          </a:xfrm>
          <a:prstGeom prst="line">
            <a:avLst/>
          </a:prstGeom>
          <a:ln w="15240">
            <a:solidFill>
              <a:srgbClr val="000000"/>
            </a:solidFill>
            <a:tailEnd type="triangle" w="lg" len="lg"/>
          </a:ln>
          <a:effectLst/>
        </p:spPr>
      </p:cxnSp>
      <p:cxnSp>
        <p:nvCxnSpPr>
          <p:cNvPr id="923" name="mhsa-module:mhsa-module-922"/>
          <p:cNvCxnSpPr/>
          <p:nvPr/>
        </p:nvCxnSpPr>
        <p:spPr>
          <a:xfrm>
            <a:off x="3627120" y="5151120"/>
            <a:ext cx="160020" cy="0"/>
          </a:xfrm>
          <a:prstGeom prst="line">
            <a:avLst/>
          </a:prstGeom>
          <a:ln w="15240">
            <a:solidFill>
              <a:srgbClr val="000000"/>
            </a:solidFill>
            <a:tailEnd type="triangle" w="lg" len="lg"/>
          </a:ln>
          <a:effectLst/>
        </p:spPr>
      </p:cxnSp>
      <p:cxnSp>
        <p:nvCxnSpPr>
          <p:cNvPr id="924" name="mhsa-module:mhsa-module-923"/>
          <p:cNvCxnSpPr/>
          <p:nvPr/>
        </p:nvCxnSpPr>
        <p:spPr>
          <a:xfrm>
            <a:off x="3322320" y="5532120"/>
            <a:ext cx="121920" cy="0"/>
          </a:xfrm>
          <a:prstGeom prst="line">
            <a:avLst/>
          </a:prstGeom>
          <a:ln w="15240">
            <a:solidFill>
              <a:srgbClr val="000000"/>
            </a:solidFill>
            <a:tailEnd type="triangle" w="lg" len="lg"/>
          </a:ln>
          <a:effectLst/>
        </p:spPr>
      </p:cxnSp>
      <p:cxnSp>
        <p:nvCxnSpPr>
          <p:cNvPr id="925" name="mhsa-module:mhsa-module-924"/>
          <p:cNvCxnSpPr/>
          <p:nvPr/>
        </p:nvCxnSpPr>
        <p:spPr>
          <a:xfrm>
            <a:off x="3627120" y="5532120"/>
            <a:ext cx="160020" cy="0"/>
          </a:xfrm>
          <a:prstGeom prst="line">
            <a:avLst/>
          </a:prstGeom>
          <a:ln w="15240">
            <a:solidFill>
              <a:srgbClr val="000000"/>
            </a:solidFill>
            <a:tailEnd type="triangle" w="lg" len="lg"/>
          </a:ln>
          <a:effectLst/>
        </p:spPr>
      </p:cxnSp>
      <p:cxnSp>
        <p:nvCxnSpPr>
          <p:cNvPr id="926" name="mhsa-module:mhsa-module-925"/>
          <p:cNvCxnSpPr/>
          <p:nvPr/>
        </p:nvCxnSpPr>
        <p:spPr>
          <a:xfrm>
            <a:off x="3322320" y="5913120"/>
            <a:ext cx="121920" cy="0"/>
          </a:xfrm>
          <a:prstGeom prst="line">
            <a:avLst/>
          </a:prstGeom>
          <a:ln w="15240">
            <a:solidFill>
              <a:srgbClr val="000000"/>
            </a:solidFill>
            <a:tailEnd type="triangle" w="lg" len="lg"/>
          </a:ln>
          <a:effectLst/>
        </p:spPr>
      </p:cxnSp>
      <p:cxnSp>
        <p:nvCxnSpPr>
          <p:cNvPr id="927" name="mhsa-module:mhsa-module-926"/>
          <p:cNvCxnSpPr/>
          <p:nvPr/>
        </p:nvCxnSpPr>
        <p:spPr>
          <a:xfrm>
            <a:off x="3627120" y="5913120"/>
            <a:ext cx="160020" cy="0"/>
          </a:xfrm>
          <a:prstGeom prst="line">
            <a:avLst/>
          </a:prstGeom>
          <a:ln w="15240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928" name="mhsa-score:mhsa-score-927"/>
          <p:cNvSpPr/>
          <p:nvPr/>
        </p:nvSpPr>
        <p:spPr>
          <a:xfrm>
            <a:off x="3794760" y="5425440"/>
            <a:ext cx="83820" cy="83820"/>
          </a:xfrm>
          <a:prstGeom prst="rect">
            <a:avLst/>
          </a:prstGeom>
          <a:solidFill>
            <a:srgbClr val="F2BC0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9" name="mhsa-score:mhsa-score-928"/>
          <p:cNvSpPr/>
          <p:nvPr/>
        </p:nvSpPr>
        <p:spPr>
          <a:xfrm>
            <a:off x="3878579" y="5425440"/>
            <a:ext cx="83820" cy="83820"/>
          </a:xfrm>
          <a:prstGeom prst="rect">
            <a:avLst/>
          </a:prstGeom>
          <a:solidFill>
            <a:srgbClr val="FFD51C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0" name="mhsa-score:mhsa-score-929"/>
          <p:cNvSpPr/>
          <p:nvPr/>
        </p:nvSpPr>
        <p:spPr>
          <a:xfrm>
            <a:off x="3962399" y="5425440"/>
            <a:ext cx="83820" cy="83820"/>
          </a:xfrm>
          <a:prstGeom prst="rect">
            <a:avLst/>
          </a:prstGeom>
          <a:solidFill>
            <a:srgbClr val="F2BC0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1" name="mhsa-score:mhsa-score-930"/>
          <p:cNvSpPr/>
          <p:nvPr/>
        </p:nvSpPr>
        <p:spPr>
          <a:xfrm>
            <a:off x="3794760" y="5509260"/>
            <a:ext cx="83820" cy="83820"/>
          </a:xfrm>
          <a:prstGeom prst="rect">
            <a:avLst/>
          </a:prstGeom>
          <a:solidFill>
            <a:srgbClr val="FFD51C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2" name="mhsa-score:mhsa-score-931"/>
          <p:cNvSpPr/>
          <p:nvPr/>
        </p:nvSpPr>
        <p:spPr>
          <a:xfrm>
            <a:off x="3878579" y="5509260"/>
            <a:ext cx="83820" cy="83820"/>
          </a:xfrm>
          <a:prstGeom prst="rect">
            <a:avLst/>
          </a:prstGeom>
          <a:solidFill>
            <a:srgbClr val="F2BC0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3" name="mhsa-score:mhsa-score-932"/>
          <p:cNvSpPr/>
          <p:nvPr/>
        </p:nvSpPr>
        <p:spPr>
          <a:xfrm>
            <a:off x="3962399" y="5509260"/>
            <a:ext cx="83820" cy="83820"/>
          </a:xfrm>
          <a:prstGeom prst="rect">
            <a:avLst/>
          </a:prstGeom>
          <a:solidFill>
            <a:srgbClr val="FFD51C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4" name="mhsa-score:mhsa-score-933"/>
          <p:cNvSpPr/>
          <p:nvPr/>
        </p:nvSpPr>
        <p:spPr>
          <a:xfrm>
            <a:off x="3794760" y="5593080"/>
            <a:ext cx="83820" cy="83820"/>
          </a:xfrm>
          <a:prstGeom prst="rect">
            <a:avLst/>
          </a:prstGeom>
          <a:solidFill>
            <a:srgbClr val="F2BC0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5" name="mhsa-score:mhsa-score-934"/>
          <p:cNvSpPr/>
          <p:nvPr/>
        </p:nvSpPr>
        <p:spPr>
          <a:xfrm>
            <a:off x="3878579" y="5593080"/>
            <a:ext cx="83820" cy="83820"/>
          </a:xfrm>
          <a:prstGeom prst="rect">
            <a:avLst/>
          </a:prstGeom>
          <a:solidFill>
            <a:srgbClr val="FFD51C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6" name="mhsa-score:mhsa-score-935"/>
          <p:cNvSpPr/>
          <p:nvPr/>
        </p:nvSpPr>
        <p:spPr>
          <a:xfrm>
            <a:off x="3962399" y="5593080"/>
            <a:ext cx="83820" cy="83820"/>
          </a:xfrm>
          <a:prstGeom prst="rect">
            <a:avLst/>
          </a:prstGeom>
          <a:solidFill>
            <a:srgbClr val="F2BC00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7" name="mhsa-module:mhsa-module-936"/>
          <p:cNvSpPr/>
          <p:nvPr/>
        </p:nvSpPr>
        <p:spPr>
          <a:xfrm>
            <a:off x="4206240" y="5105400"/>
            <a:ext cx="144780" cy="678180"/>
          </a:xfrm>
          <a:prstGeom prst="roundRect">
            <a:avLst/>
          </a:prstGeom>
          <a:solidFill>
            <a:srgbClr val="4E84D5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8" name="mhsa-module:mhsa-module-937"/>
          <p:cNvSpPr txBox="1"/>
          <p:nvPr/>
        </p:nvSpPr>
        <p:spPr>
          <a:xfrm rot="16200000">
            <a:off x="4206240" y="5113020"/>
            <a:ext cx="144780" cy="6553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Liberation Sans"/>
              </a:rPr>
              <a:t>Softmax</a:t>
            </a:r>
          </a:p>
        </p:txBody>
      </p:sp>
      <p:cxnSp>
        <p:nvCxnSpPr>
          <p:cNvPr id="939" name="mhsa-module:mhsa-module-938"/>
          <p:cNvCxnSpPr/>
          <p:nvPr/>
        </p:nvCxnSpPr>
        <p:spPr>
          <a:xfrm flipV="1">
            <a:off x="4046220" y="5440680"/>
            <a:ext cx="144779" cy="106680"/>
          </a:xfrm>
          <a:prstGeom prst="line">
            <a:avLst/>
          </a:prstGeom>
          <a:ln w="15240">
            <a:solidFill>
              <a:srgbClr val="000000"/>
            </a:solidFill>
            <a:tailEnd type="triangle" w="lg" len="lg"/>
          </a:ln>
          <a:effectLst/>
        </p:spPr>
      </p:cxnSp>
      <p:cxnSp>
        <p:nvCxnSpPr>
          <p:cNvPr id="940" name="mhsa-module:mhsa-module-939"/>
          <p:cNvCxnSpPr/>
          <p:nvPr/>
        </p:nvCxnSpPr>
        <p:spPr>
          <a:xfrm flipV="1">
            <a:off x="4358640" y="5189220"/>
            <a:ext cx="213360" cy="251460"/>
          </a:xfrm>
          <a:prstGeom prst="line">
            <a:avLst/>
          </a:prstGeom>
          <a:ln w="22859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941" name="mhsa-module:mhsa-module-940"/>
          <p:cNvSpPr txBox="1"/>
          <p:nvPr/>
        </p:nvSpPr>
        <p:spPr>
          <a:xfrm>
            <a:off x="3413760" y="4640580"/>
            <a:ext cx="640080" cy="1752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00000"/>
                </a:solidFill>
                <a:latin typeface="Liberation Serif"/>
              </a:rPr>
              <a:t>Head</a:t>
            </a:r>
          </a:p>
        </p:txBody>
      </p:sp>
      <p:sp>
        <p:nvSpPr>
          <p:cNvPr id="942" name="root:root-941"/>
          <p:cNvSpPr txBox="1"/>
          <p:nvPr/>
        </p:nvSpPr>
        <p:spPr>
          <a:xfrm>
            <a:off x="4579620" y="4465320"/>
            <a:ext cx="990599" cy="3733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Liberation Sans"/>
              </a:rPr>
              <a:t>TITAN</a:t>
            </a:r>
          </a:p>
        </p:txBody>
      </p:sp>
      <p:sp>
        <p:nvSpPr>
          <p:cNvPr id="943" name="root:root-942"/>
          <p:cNvSpPr txBox="1"/>
          <p:nvPr/>
        </p:nvSpPr>
        <p:spPr>
          <a:xfrm rot="16200000">
            <a:off x="4381500" y="5379720"/>
            <a:ext cx="723900" cy="548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0000"/>
                </a:solidFill>
                <a:latin typeface="Liberation Serif"/>
              </a:rPr>
              <a:t>(B, 512, H, W)</a:t>
            </a:r>
          </a:p>
        </p:txBody>
      </p:sp>
      <p:sp>
        <p:nvSpPr>
          <p:cNvPr id="944" name="root:root-943"/>
          <p:cNvSpPr/>
          <p:nvPr/>
        </p:nvSpPr>
        <p:spPr>
          <a:xfrm>
            <a:off x="4686300" y="5113020"/>
            <a:ext cx="167640" cy="167640"/>
          </a:xfrm>
          <a:prstGeom prst="rect">
            <a:avLst/>
          </a:prstGeom>
          <a:solidFill>
            <a:srgbClr val="71BB42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5" name="root:root-944"/>
          <p:cNvSpPr txBox="1"/>
          <p:nvPr/>
        </p:nvSpPr>
        <p:spPr>
          <a:xfrm>
            <a:off x="4495800" y="4914900"/>
            <a:ext cx="571500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0000"/>
                </a:solidFill>
                <a:latin typeface="Liberation Serif"/>
              </a:rPr>
              <a:t>1×1 Conv</a:t>
            </a:r>
          </a:p>
        </p:txBody>
      </p:sp>
      <p:cxnSp>
        <p:nvCxnSpPr>
          <p:cNvPr id="946" name="root:root-945"/>
          <p:cNvCxnSpPr/>
          <p:nvPr/>
        </p:nvCxnSpPr>
        <p:spPr>
          <a:xfrm>
            <a:off x="4861560" y="5196840"/>
            <a:ext cx="213360" cy="0"/>
          </a:xfrm>
          <a:prstGeom prst="line">
            <a:avLst/>
          </a:prstGeom>
          <a:ln w="22859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947" name="root:root-946"/>
          <p:cNvSpPr txBox="1"/>
          <p:nvPr/>
        </p:nvSpPr>
        <p:spPr>
          <a:xfrm rot="16200000">
            <a:off x="4846320" y="5387340"/>
            <a:ext cx="723900" cy="548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0000"/>
                </a:solidFill>
                <a:latin typeface="Liberation Serif"/>
              </a:rPr>
              <a:t>(B, 512, H′, W′)</a:t>
            </a:r>
          </a:p>
        </p:txBody>
      </p:sp>
      <p:sp>
        <p:nvSpPr>
          <p:cNvPr id="948" name="upsampling-grid:upsampling-grid-947"/>
          <p:cNvSpPr/>
          <p:nvPr/>
        </p:nvSpPr>
        <p:spPr>
          <a:xfrm>
            <a:off x="5097780" y="4991100"/>
            <a:ext cx="106680" cy="106680"/>
          </a:xfrm>
          <a:prstGeom prst="rect">
            <a:avLst/>
          </a:prstGeom>
          <a:solidFill>
            <a:srgbClr val="15CFA8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9" name="upsampling-grid:upsampling-grid-948"/>
          <p:cNvSpPr/>
          <p:nvPr/>
        </p:nvSpPr>
        <p:spPr>
          <a:xfrm>
            <a:off x="5204460" y="4991100"/>
            <a:ext cx="106680" cy="106680"/>
          </a:xfrm>
          <a:prstGeom prst="rect">
            <a:avLst/>
          </a:prstGeom>
          <a:solidFill>
            <a:srgbClr val="23DDB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0" name="upsampling-grid:upsampling-grid-949"/>
          <p:cNvSpPr/>
          <p:nvPr/>
        </p:nvSpPr>
        <p:spPr>
          <a:xfrm>
            <a:off x="5311140" y="4991100"/>
            <a:ext cx="106680" cy="106680"/>
          </a:xfrm>
          <a:prstGeom prst="rect">
            <a:avLst/>
          </a:prstGeom>
          <a:solidFill>
            <a:srgbClr val="15CFA8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1" name="upsampling-grid:upsampling-grid-950"/>
          <p:cNvSpPr/>
          <p:nvPr/>
        </p:nvSpPr>
        <p:spPr>
          <a:xfrm>
            <a:off x="5097780" y="5097780"/>
            <a:ext cx="106680" cy="106680"/>
          </a:xfrm>
          <a:prstGeom prst="rect">
            <a:avLst/>
          </a:prstGeom>
          <a:solidFill>
            <a:srgbClr val="23DDB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2" name="upsampling-grid:upsampling-grid-951"/>
          <p:cNvSpPr/>
          <p:nvPr/>
        </p:nvSpPr>
        <p:spPr>
          <a:xfrm>
            <a:off x="5204460" y="5097780"/>
            <a:ext cx="106680" cy="106680"/>
          </a:xfrm>
          <a:prstGeom prst="rect">
            <a:avLst/>
          </a:prstGeom>
          <a:solidFill>
            <a:srgbClr val="15CFA8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3" name="upsampling-grid:upsampling-grid-952"/>
          <p:cNvSpPr/>
          <p:nvPr/>
        </p:nvSpPr>
        <p:spPr>
          <a:xfrm>
            <a:off x="5311140" y="5097780"/>
            <a:ext cx="106680" cy="106680"/>
          </a:xfrm>
          <a:prstGeom prst="rect">
            <a:avLst/>
          </a:prstGeom>
          <a:solidFill>
            <a:srgbClr val="23DDB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4" name="upsampling-grid:upsampling-grid-953"/>
          <p:cNvSpPr/>
          <p:nvPr/>
        </p:nvSpPr>
        <p:spPr>
          <a:xfrm>
            <a:off x="5097780" y="5204460"/>
            <a:ext cx="106680" cy="106680"/>
          </a:xfrm>
          <a:prstGeom prst="rect">
            <a:avLst/>
          </a:prstGeom>
          <a:solidFill>
            <a:srgbClr val="15CFA8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5" name="upsampling-grid:upsampling-grid-954"/>
          <p:cNvSpPr/>
          <p:nvPr/>
        </p:nvSpPr>
        <p:spPr>
          <a:xfrm>
            <a:off x="5204460" y="5204460"/>
            <a:ext cx="106680" cy="106680"/>
          </a:xfrm>
          <a:prstGeom prst="rect">
            <a:avLst/>
          </a:prstGeom>
          <a:solidFill>
            <a:srgbClr val="23DDB7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6" name="upsampling-grid:upsampling-grid-955"/>
          <p:cNvSpPr/>
          <p:nvPr/>
        </p:nvSpPr>
        <p:spPr>
          <a:xfrm>
            <a:off x="5311140" y="5204460"/>
            <a:ext cx="106680" cy="106680"/>
          </a:xfrm>
          <a:prstGeom prst="rect">
            <a:avLst/>
          </a:prstGeom>
          <a:solidFill>
            <a:srgbClr val="15CFA8"/>
          </a:solidFill>
          <a:ln w="76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7" name="upsampling-output:upsampling-output-956"/>
          <p:cNvSpPr txBox="1"/>
          <p:nvPr/>
        </p:nvSpPr>
        <p:spPr>
          <a:xfrm>
            <a:off x="4960620" y="4785360"/>
            <a:ext cx="70104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Liberation Serif"/>
              </a:rPr>
              <a:t>Upsampling</a:t>
            </a:r>
          </a:p>
        </p:txBody>
      </p:sp>
      <p:cxnSp>
        <p:nvCxnSpPr>
          <p:cNvPr id="958" name="upsampling-output:upsampling-output-957"/>
          <p:cNvCxnSpPr/>
          <p:nvPr/>
        </p:nvCxnSpPr>
        <p:spPr>
          <a:xfrm>
            <a:off x="5417820" y="5311140"/>
            <a:ext cx="0" cy="411480"/>
          </a:xfrm>
          <a:prstGeom prst="line">
            <a:avLst/>
          </a:prstGeom>
          <a:ln w="22859">
            <a:solidFill>
              <a:srgbClr val="000000"/>
            </a:solidFill>
          </a:ln>
          <a:effectLst/>
        </p:spPr>
      </p:cxnSp>
      <p:cxnSp>
        <p:nvCxnSpPr>
          <p:cNvPr id="959" name="upsampling-output:upsampling-output-958"/>
          <p:cNvCxnSpPr/>
          <p:nvPr/>
        </p:nvCxnSpPr>
        <p:spPr>
          <a:xfrm>
            <a:off x="5417820" y="5722620"/>
            <a:ext cx="129540" cy="0"/>
          </a:xfrm>
          <a:prstGeom prst="line">
            <a:avLst/>
          </a:prstGeom>
          <a:ln w="22859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960" name="upsampling-output:upsampling-output-959"/>
          <p:cNvSpPr/>
          <p:nvPr/>
        </p:nvSpPr>
        <p:spPr>
          <a:xfrm>
            <a:off x="5547360" y="5189220"/>
            <a:ext cx="236220" cy="784860"/>
          </a:xfrm>
          <a:prstGeom prst="roundRect">
            <a:avLst/>
          </a:prstGeom>
          <a:solidFill>
            <a:srgbClr val="FFFFFF"/>
          </a:solidFill>
          <a:ln w="16764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1" name="upsampling-output:upsampling-output-960"/>
          <p:cNvSpPr txBox="1"/>
          <p:nvPr/>
        </p:nvSpPr>
        <p:spPr>
          <a:xfrm rot="16200000">
            <a:off x="5554980" y="5219700"/>
            <a:ext cx="22098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Liberation Serif"/>
              </a:rPr>
              <a:t>Outputs</a:t>
            </a:r>
          </a:p>
        </p:txBody>
      </p:sp>
      <p:sp>
        <p:nvSpPr>
          <p:cNvPr id="962" name="upsampling-output:upsampling-output-961"/>
          <p:cNvSpPr txBox="1"/>
          <p:nvPr/>
        </p:nvSpPr>
        <p:spPr>
          <a:xfrm>
            <a:off x="4968240" y="5989320"/>
            <a:ext cx="929640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0000"/>
                </a:solidFill>
                <a:latin typeface="Liberation Serif"/>
              </a:rPr>
              <a:t>(B, 512, H, W)</a:t>
            </a:r>
          </a:p>
        </p:txBody>
      </p:sp>
      <p:sp>
        <p:nvSpPr>
          <p:cNvPr id="963" name="root:root-962"/>
          <p:cNvSpPr txBox="1"/>
          <p:nvPr/>
        </p:nvSpPr>
        <p:spPr>
          <a:xfrm>
            <a:off x="205740" y="6446520"/>
            <a:ext cx="54864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00000"/>
                </a:solidFill>
                <a:latin typeface="Liberation Serif"/>
              </a:rPr>
              <a:t>(b) ResNet-18 Based Model Training</a:t>
            </a:r>
          </a:p>
        </p:txBody>
      </p:sp>
      <p:sp>
        <p:nvSpPr>
          <p:cNvPr id="964" name="large-vqe-input:large-vqe-input-shadow"/>
          <p:cNvSpPr/>
          <p:nvPr/>
        </p:nvSpPr>
        <p:spPr>
          <a:xfrm>
            <a:off x="6210300" y="2606040"/>
            <a:ext cx="3124200" cy="157734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5" name="large-vqe-input:large-vqe-input-body"/>
          <p:cNvSpPr/>
          <p:nvPr/>
        </p:nvSpPr>
        <p:spPr>
          <a:xfrm>
            <a:off x="6126480" y="2506980"/>
            <a:ext cx="3124200" cy="157734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6" name="large-vqe-input:large-vqe-input-left-ellipsis"/>
          <p:cNvSpPr txBox="1"/>
          <p:nvPr/>
        </p:nvSpPr>
        <p:spPr>
          <a:xfrm>
            <a:off x="6195060" y="3264103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967" name="large-vqe-input:large-vqe-input-mid-ellipsis"/>
          <p:cNvSpPr txBox="1"/>
          <p:nvPr/>
        </p:nvSpPr>
        <p:spPr>
          <a:xfrm>
            <a:off x="7626096" y="3264103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968" name="large-vqe-input:large-vqe-input-right-ellipsis"/>
          <p:cNvSpPr txBox="1"/>
          <p:nvPr/>
        </p:nvSpPr>
        <p:spPr>
          <a:xfrm>
            <a:off x="8740140" y="3264103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969" name="large-vqe-input:large-vqe-input-ket-0"/>
          <p:cNvSpPr txBox="1"/>
          <p:nvPr/>
        </p:nvSpPr>
        <p:spPr>
          <a:xfrm>
            <a:off x="6195060" y="26060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970" name="large-vqe-input:large-vqe-input-wire-0"/>
          <p:cNvCxnSpPr/>
          <p:nvPr/>
        </p:nvCxnSpPr>
        <p:spPr>
          <a:xfrm>
            <a:off x="6469380" y="269748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971" name="large-vqe-input:large-vqe-input-970"/>
          <p:cNvSpPr/>
          <p:nvPr/>
        </p:nvSpPr>
        <p:spPr>
          <a:xfrm>
            <a:off x="6524244" y="26063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2" name="large-vqe-input:large-vqe-input-971"/>
          <p:cNvSpPr/>
          <p:nvPr/>
        </p:nvSpPr>
        <p:spPr>
          <a:xfrm>
            <a:off x="6865010" y="25993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3" name="large-vqe-input:large-vqe-input-972"/>
          <p:cNvSpPr/>
          <p:nvPr/>
        </p:nvSpPr>
        <p:spPr>
          <a:xfrm>
            <a:off x="7198766" y="25993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4" name="large-vqe-input:large-vqe-input-973"/>
          <p:cNvSpPr/>
          <p:nvPr/>
        </p:nvSpPr>
        <p:spPr>
          <a:xfrm>
            <a:off x="7525512" y="26063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5" name="large-vqe-input:large-vqe-input-974"/>
          <p:cNvSpPr/>
          <p:nvPr/>
        </p:nvSpPr>
        <p:spPr>
          <a:xfrm>
            <a:off x="7866278" y="25993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6" name="large-vqe-input:large-vqe-input-975"/>
          <p:cNvSpPr/>
          <p:nvPr/>
        </p:nvSpPr>
        <p:spPr>
          <a:xfrm>
            <a:off x="8200034" y="25993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7" name="large-vqe-input:large-vqe-input-976"/>
          <p:cNvSpPr/>
          <p:nvPr/>
        </p:nvSpPr>
        <p:spPr>
          <a:xfrm>
            <a:off x="8923020" y="26136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78" name="large-vqe-input:large-vqe-input-977"/>
          <p:cNvCxnSpPr/>
          <p:nvPr/>
        </p:nvCxnSpPr>
        <p:spPr>
          <a:xfrm flipV="1">
            <a:off x="8961120" y="26479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979" name="large-vqe-input:large-vqe-input-978"/>
          <p:cNvCxnSpPr/>
          <p:nvPr/>
        </p:nvCxnSpPr>
        <p:spPr>
          <a:xfrm>
            <a:off x="9023985" y="26479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980" name="large-vqe-input:large-vqe-input-979"/>
          <p:cNvCxnSpPr/>
          <p:nvPr/>
        </p:nvCxnSpPr>
        <p:spPr>
          <a:xfrm flipH="1">
            <a:off x="9052560" y="26479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981" name="large-vqe-input:large-vqe-input-980"/>
          <p:cNvCxnSpPr/>
          <p:nvPr/>
        </p:nvCxnSpPr>
        <p:spPr>
          <a:xfrm>
            <a:off x="8953500" y="27336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982" name="large-vqe-input:large-vqe-input-ket-1"/>
          <p:cNvSpPr txBox="1"/>
          <p:nvPr/>
        </p:nvSpPr>
        <p:spPr>
          <a:xfrm>
            <a:off x="6195060" y="28422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983" name="large-vqe-input:large-vqe-input-wire-1"/>
          <p:cNvCxnSpPr/>
          <p:nvPr/>
        </p:nvCxnSpPr>
        <p:spPr>
          <a:xfrm>
            <a:off x="6469380" y="293370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984" name="large-vqe-input:large-vqe-input-983"/>
          <p:cNvSpPr/>
          <p:nvPr/>
        </p:nvSpPr>
        <p:spPr>
          <a:xfrm>
            <a:off x="6524244" y="28425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5" name="large-vqe-input:large-vqe-input-984"/>
          <p:cNvSpPr/>
          <p:nvPr/>
        </p:nvSpPr>
        <p:spPr>
          <a:xfrm>
            <a:off x="6865010" y="28355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6" name="large-vqe-input:large-vqe-input-985"/>
          <p:cNvSpPr/>
          <p:nvPr/>
        </p:nvSpPr>
        <p:spPr>
          <a:xfrm>
            <a:off x="7198766" y="28355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7" name="large-vqe-input:large-vqe-input-986"/>
          <p:cNvSpPr/>
          <p:nvPr/>
        </p:nvSpPr>
        <p:spPr>
          <a:xfrm>
            <a:off x="7525512" y="28425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8" name="large-vqe-input:large-vqe-input-987"/>
          <p:cNvSpPr/>
          <p:nvPr/>
        </p:nvSpPr>
        <p:spPr>
          <a:xfrm>
            <a:off x="7866278" y="28355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9" name="large-vqe-input:large-vqe-input-988"/>
          <p:cNvSpPr/>
          <p:nvPr/>
        </p:nvSpPr>
        <p:spPr>
          <a:xfrm>
            <a:off x="8200034" y="28355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0" name="large-vqe-input:large-vqe-input-989"/>
          <p:cNvSpPr/>
          <p:nvPr/>
        </p:nvSpPr>
        <p:spPr>
          <a:xfrm>
            <a:off x="8923020" y="28498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1" name="large-vqe-input:large-vqe-input-990"/>
          <p:cNvCxnSpPr/>
          <p:nvPr/>
        </p:nvCxnSpPr>
        <p:spPr>
          <a:xfrm flipV="1">
            <a:off x="8961120" y="28841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992" name="large-vqe-input:large-vqe-input-991"/>
          <p:cNvCxnSpPr/>
          <p:nvPr/>
        </p:nvCxnSpPr>
        <p:spPr>
          <a:xfrm>
            <a:off x="9023985" y="28841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993" name="large-vqe-input:large-vqe-input-992"/>
          <p:cNvCxnSpPr/>
          <p:nvPr/>
        </p:nvCxnSpPr>
        <p:spPr>
          <a:xfrm flipH="1">
            <a:off x="9052560" y="28841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994" name="large-vqe-input:large-vqe-input-993"/>
          <p:cNvCxnSpPr/>
          <p:nvPr/>
        </p:nvCxnSpPr>
        <p:spPr>
          <a:xfrm>
            <a:off x="8953500" y="29698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995" name="large-vqe-input:large-vqe-input-ket-2"/>
          <p:cNvSpPr txBox="1"/>
          <p:nvPr/>
        </p:nvSpPr>
        <p:spPr>
          <a:xfrm>
            <a:off x="6195060" y="30784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996" name="large-vqe-input:large-vqe-input-wire-2"/>
          <p:cNvCxnSpPr/>
          <p:nvPr/>
        </p:nvCxnSpPr>
        <p:spPr>
          <a:xfrm>
            <a:off x="6469380" y="316992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997" name="large-vqe-input:large-vqe-input-996"/>
          <p:cNvSpPr/>
          <p:nvPr/>
        </p:nvSpPr>
        <p:spPr>
          <a:xfrm>
            <a:off x="6524244" y="30787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8" name="large-vqe-input:large-vqe-input-997"/>
          <p:cNvSpPr/>
          <p:nvPr/>
        </p:nvSpPr>
        <p:spPr>
          <a:xfrm>
            <a:off x="6865010" y="30717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9" name="large-vqe-input:large-vqe-input-998"/>
          <p:cNvSpPr/>
          <p:nvPr/>
        </p:nvSpPr>
        <p:spPr>
          <a:xfrm>
            <a:off x="7198766" y="30717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0" name="large-vqe-input:large-vqe-input-999"/>
          <p:cNvSpPr/>
          <p:nvPr/>
        </p:nvSpPr>
        <p:spPr>
          <a:xfrm>
            <a:off x="7525512" y="30787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1" name="large-vqe-input:large-vqe-input-1000"/>
          <p:cNvSpPr/>
          <p:nvPr/>
        </p:nvSpPr>
        <p:spPr>
          <a:xfrm>
            <a:off x="7866278" y="30717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2" name="large-vqe-input:large-vqe-input-1001"/>
          <p:cNvSpPr/>
          <p:nvPr/>
        </p:nvSpPr>
        <p:spPr>
          <a:xfrm>
            <a:off x="8200034" y="30717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large-vqe-input:large-vqe-input-1002"/>
          <p:cNvSpPr/>
          <p:nvPr/>
        </p:nvSpPr>
        <p:spPr>
          <a:xfrm>
            <a:off x="8923020" y="30861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4" name="large-vqe-input:large-vqe-input-1003"/>
          <p:cNvCxnSpPr/>
          <p:nvPr/>
        </p:nvCxnSpPr>
        <p:spPr>
          <a:xfrm flipV="1">
            <a:off x="8961120" y="31203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005" name="large-vqe-input:large-vqe-input-1004"/>
          <p:cNvCxnSpPr/>
          <p:nvPr/>
        </p:nvCxnSpPr>
        <p:spPr>
          <a:xfrm>
            <a:off x="9023985" y="31203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06" name="large-vqe-input:large-vqe-input-1005"/>
          <p:cNvCxnSpPr/>
          <p:nvPr/>
        </p:nvCxnSpPr>
        <p:spPr>
          <a:xfrm flipH="1">
            <a:off x="9052560" y="31203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07" name="large-vqe-input:large-vqe-input-1006"/>
          <p:cNvCxnSpPr/>
          <p:nvPr/>
        </p:nvCxnSpPr>
        <p:spPr>
          <a:xfrm>
            <a:off x="8953500" y="32061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008" name="large-vqe-input:large-vqe-input-ket-3"/>
          <p:cNvSpPr txBox="1"/>
          <p:nvPr/>
        </p:nvSpPr>
        <p:spPr>
          <a:xfrm>
            <a:off x="6195060" y="35585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009" name="large-vqe-input:large-vqe-input-wire-3"/>
          <p:cNvCxnSpPr/>
          <p:nvPr/>
        </p:nvCxnSpPr>
        <p:spPr>
          <a:xfrm>
            <a:off x="6469380" y="364998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010" name="large-vqe-input:large-vqe-input-1009"/>
          <p:cNvSpPr/>
          <p:nvPr/>
        </p:nvSpPr>
        <p:spPr>
          <a:xfrm>
            <a:off x="6524244" y="35588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large-vqe-input:large-vqe-input-1010"/>
          <p:cNvSpPr/>
          <p:nvPr/>
        </p:nvSpPr>
        <p:spPr>
          <a:xfrm>
            <a:off x="6865010" y="35518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large-vqe-input:large-vqe-input-1011"/>
          <p:cNvSpPr/>
          <p:nvPr/>
        </p:nvSpPr>
        <p:spPr>
          <a:xfrm>
            <a:off x="7198766" y="35518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large-vqe-input:large-vqe-input-1012"/>
          <p:cNvSpPr/>
          <p:nvPr/>
        </p:nvSpPr>
        <p:spPr>
          <a:xfrm>
            <a:off x="7525512" y="35588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large-vqe-input:large-vqe-input-1013"/>
          <p:cNvSpPr/>
          <p:nvPr/>
        </p:nvSpPr>
        <p:spPr>
          <a:xfrm>
            <a:off x="7866278" y="35518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large-vqe-input:large-vqe-input-1014"/>
          <p:cNvSpPr/>
          <p:nvPr/>
        </p:nvSpPr>
        <p:spPr>
          <a:xfrm>
            <a:off x="8200034" y="35518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large-vqe-input:large-vqe-input-1015"/>
          <p:cNvSpPr/>
          <p:nvPr/>
        </p:nvSpPr>
        <p:spPr>
          <a:xfrm>
            <a:off x="8923020" y="35661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17" name="large-vqe-input:large-vqe-input-1016"/>
          <p:cNvCxnSpPr/>
          <p:nvPr/>
        </p:nvCxnSpPr>
        <p:spPr>
          <a:xfrm flipV="1">
            <a:off x="8961120" y="36004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018" name="large-vqe-input:large-vqe-input-1017"/>
          <p:cNvCxnSpPr/>
          <p:nvPr/>
        </p:nvCxnSpPr>
        <p:spPr>
          <a:xfrm>
            <a:off x="9023985" y="36004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19" name="large-vqe-input:large-vqe-input-1018"/>
          <p:cNvCxnSpPr/>
          <p:nvPr/>
        </p:nvCxnSpPr>
        <p:spPr>
          <a:xfrm flipH="1">
            <a:off x="9052560" y="36004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20" name="large-vqe-input:large-vqe-input-1019"/>
          <p:cNvCxnSpPr/>
          <p:nvPr/>
        </p:nvCxnSpPr>
        <p:spPr>
          <a:xfrm>
            <a:off x="8953500" y="36861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021" name="large-vqe-input:large-vqe-input-ket-4"/>
          <p:cNvSpPr txBox="1"/>
          <p:nvPr/>
        </p:nvSpPr>
        <p:spPr>
          <a:xfrm>
            <a:off x="6195060" y="37947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022" name="large-vqe-input:large-vqe-input-wire-4"/>
          <p:cNvCxnSpPr/>
          <p:nvPr/>
        </p:nvCxnSpPr>
        <p:spPr>
          <a:xfrm>
            <a:off x="6469380" y="388620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023" name="large-vqe-input:large-vqe-input-1022"/>
          <p:cNvSpPr/>
          <p:nvPr/>
        </p:nvSpPr>
        <p:spPr>
          <a:xfrm>
            <a:off x="6524244" y="37950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large-vqe-input:large-vqe-input-1023"/>
          <p:cNvSpPr/>
          <p:nvPr/>
        </p:nvSpPr>
        <p:spPr>
          <a:xfrm>
            <a:off x="6865010" y="37880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large-vqe-input:large-vqe-input-1024"/>
          <p:cNvSpPr/>
          <p:nvPr/>
        </p:nvSpPr>
        <p:spPr>
          <a:xfrm>
            <a:off x="7198766" y="37880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large-vqe-input:large-vqe-input-1025"/>
          <p:cNvSpPr/>
          <p:nvPr/>
        </p:nvSpPr>
        <p:spPr>
          <a:xfrm>
            <a:off x="7525512" y="37950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large-vqe-input:large-vqe-input-1026"/>
          <p:cNvSpPr/>
          <p:nvPr/>
        </p:nvSpPr>
        <p:spPr>
          <a:xfrm>
            <a:off x="7866278" y="37880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large-vqe-input:large-vqe-input-1027"/>
          <p:cNvSpPr/>
          <p:nvPr/>
        </p:nvSpPr>
        <p:spPr>
          <a:xfrm>
            <a:off x="8200034" y="37880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large-vqe-input:large-vqe-input-1028"/>
          <p:cNvSpPr/>
          <p:nvPr/>
        </p:nvSpPr>
        <p:spPr>
          <a:xfrm>
            <a:off x="8923020" y="38023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0" name="large-vqe-input:large-vqe-input-1029"/>
          <p:cNvCxnSpPr/>
          <p:nvPr/>
        </p:nvCxnSpPr>
        <p:spPr>
          <a:xfrm flipV="1">
            <a:off x="8961120" y="38366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031" name="large-vqe-input:large-vqe-input-1030"/>
          <p:cNvCxnSpPr/>
          <p:nvPr/>
        </p:nvCxnSpPr>
        <p:spPr>
          <a:xfrm>
            <a:off x="9023985" y="38366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32" name="large-vqe-input:large-vqe-input-1031"/>
          <p:cNvCxnSpPr/>
          <p:nvPr/>
        </p:nvCxnSpPr>
        <p:spPr>
          <a:xfrm flipH="1">
            <a:off x="9052560" y="38366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33" name="large-vqe-input:large-vqe-input-1032"/>
          <p:cNvCxnSpPr/>
          <p:nvPr/>
        </p:nvCxnSpPr>
        <p:spPr>
          <a:xfrm>
            <a:off x="8953500" y="39223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034" name="large-vqe-input:large-vqe-input-cnot-a"/>
          <p:cNvSpPr/>
          <p:nvPr/>
        </p:nvSpPr>
        <p:spPr>
          <a:xfrm>
            <a:off x="8450580" y="262128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large-vqe-input:large-vqe-input-cnot-b"/>
          <p:cNvSpPr/>
          <p:nvPr/>
        </p:nvSpPr>
        <p:spPr>
          <a:xfrm>
            <a:off x="8625840" y="357378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root:root-1035"/>
          <p:cNvSpPr txBox="1"/>
          <p:nvPr/>
        </p:nvSpPr>
        <p:spPr>
          <a:xfrm>
            <a:off x="6210300" y="4145280"/>
            <a:ext cx="1181100" cy="289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00000"/>
                </a:solidFill>
                <a:latin typeface="Liberation Serif"/>
              </a:rPr>
              <a:t>Large Size</a:t>
            </a:r>
          </a:p>
        </p:txBody>
      </p:sp>
      <p:sp>
        <p:nvSpPr>
          <p:cNvPr id="1037" name="root:root-1036"/>
          <p:cNvSpPr txBox="1"/>
          <p:nvPr/>
        </p:nvSpPr>
        <p:spPr>
          <a:xfrm>
            <a:off x="7650480" y="4091939"/>
            <a:ext cx="990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Liberation Sans"/>
              </a:rPr>
              <a:t>TITAN</a:t>
            </a:r>
          </a:p>
        </p:txBody>
      </p:sp>
      <p:cxnSp>
        <p:nvCxnSpPr>
          <p:cNvPr id="1038" name="root:root-1037"/>
          <p:cNvCxnSpPr/>
          <p:nvPr/>
        </p:nvCxnSpPr>
        <p:spPr>
          <a:xfrm>
            <a:off x="7406640" y="4122420"/>
            <a:ext cx="0" cy="441960"/>
          </a:xfrm>
          <a:prstGeom prst="line">
            <a:avLst/>
          </a:prstGeom>
          <a:ln w="38100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1039" name="large-vqe-output:large-vqe-output-shadow"/>
          <p:cNvSpPr/>
          <p:nvPr/>
        </p:nvSpPr>
        <p:spPr>
          <a:xfrm>
            <a:off x="6256020" y="4724400"/>
            <a:ext cx="3124200" cy="157734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large-vqe-output:large-vqe-output-body"/>
          <p:cNvSpPr/>
          <p:nvPr/>
        </p:nvSpPr>
        <p:spPr>
          <a:xfrm>
            <a:off x="6172200" y="4625340"/>
            <a:ext cx="3124200" cy="1577340"/>
          </a:xfrm>
          <a:prstGeom prst="rect">
            <a:avLst/>
          </a:prstGeom>
          <a:solidFill>
            <a:srgbClr val="FDD7FC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large-vqe-output:large-vqe-output-left-ellipsis"/>
          <p:cNvSpPr txBox="1"/>
          <p:nvPr/>
        </p:nvSpPr>
        <p:spPr>
          <a:xfrm>
            <a:off x="6240780" y="5382463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042" name="large-vqe-output:large-vqe-output-mid-ellipsis"/>
          <p:cNvSpPr txBox="1"/>
          <p:nvPr/>
        </p:nvSpPr>
        <p:spPr>
          <a:xfrm>
            <a:off x="7671815" y="5382463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043" name="large-vqe-output:large-vqe-output-right-ellipsis"/>
          <p:cNvSpPr txBox="1"/>
          <p:nvPr/>
        </p:nvSpPr>
        <p:spPr>
          <a:xfrm>
            <a:off x="8785860" y="5382463"/>
            <a:ext cx="167640" cy="1981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000000"/>
                </a:solidFill>
                <a:latin typeface="Liberation Serif"/>
              </a:rPr>
              <a:t>⋮</a:t>
            </a:r>
          </a:p>
        </p:txBody>
      </p:sp>
      <p:sp>
        <p:nvSpPr>
          <p:cNvPr id="1044" name="large-vqe-output:large-vqe-output-ket-0"/>
          <p:cNvSpPr txBox="1"/>
          <p:nvPr/>
        </p:nvSpPr>
        <p:spPr>
          <a:xfrm>
            <a:off x="6240780" y="47244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045" name="large-vqe-output:large-vqe-output-wire-0"/>
          <p:cNvCxnSpPr/>
          <p:nvPr/>
        </p:nvCxnSpPr>
        <p:spPr>
          <a:xfrm>
            <a:off x="6515100" y="481584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046" name="large-vqe-output:large-vqe-output-1045"/>
          <p:cNvSpPr/>
          <p:nvPr/>
        </p:nvSpPr>
        <p:spPr>
          <a:xfrm>
            <a:off x="6569964" y="472470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large-vqe-output:large-vqe-output-1046"/>
          <p:cNvSpPr/>
          <p:nvPr/>
        </p:nvSpPr>
        <p:spPr>
          <a:xfrm>
            <a:off x="6910730" y="47176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large-vqe-output:large-vqe-output-1047"/>
          <p:cNvSpPr/>
          <p:nvPr/>
        </p:nvSpPr>
        <p:spPr>
          <a:xfrm>
            <a:off x="7244486" y="47176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large-vqe-output:large-vqe-output-1048"/>
          <p:cNvSpPr/>
          <p:nvPr/>
        </p:nvSpPr>
        <p:spPr>
          <a:xfrm>
            <a:off x="7571231" y="472470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large-vqe-output:large-vqe-output-1049"/>
          <p:cNvSpPr/>
          <p:nvPr/>
        </p:nvSpPr>
        <p:spPr>
          <a:xfrm>
            <a:off x="7911998" y="471769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large-vqe-output:large-vqe-output-1050"/>
          <p:cNvSpPr/>
          <p:nvPr/>
        </p:nvSpPr>
        <p:spPr>
          <a:xfrm>
            <a:off x="8245754" y="47176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large-vqe-output:large-vqe-output-1051"/>
          <p:cNvSpPr/>
          <p:nvPr/>
        </p:nvSpPr>
        <p:spPr>
          <a:xfrm>
            <a:off x="8968740" y="47320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3" name="large-vqe-output:large-vqe-output-1052"/>
          <p:cNvCxnSpPr/>
          <p:nvPr/>
        </p:nvCxnSpPr>
        <p:spPr>
          <a:xfrm flipV="1">
            <a:off x="9006840" y="47663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054" name="large-vqe-output:large-vqe-output-1053"/>
          <p:cNvCxnSpPr/>
          <p:nvPr/>
        </p:nvCxnSpPr>
        <p:spPr>
          <a:xfrm>
            <a:off x="9069705" y="47663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55" name="large-vqe-output:large-vqe-output-1054"/>
          <p:cNvCxnSpPr/>
          <p:nvPr/>
        </p:nvCxnSpPr>
        <p:spPr>
          <a:xfrm flipH="1">
            <a:off x="9098280" y="47663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56" name="large-vqe-output:large-vqe-output-1055"/>
          <p:cNvCxnSpPr/>
          <p:nvPr/>
        </p:nvCxnSpPr>
        <p:spPr>
          <a:xfrm>
            <a:off x="8999220" y="48520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057" name="large-vqe-output:large-vqe-output-ket-1"/>
          <p:cNvSpPr txBox="1"/>
          <p:nvPr/>
        </p:nvSpPr>
        <p:spPr>
          <a:xfrm>
            <a:off x="6240780" y="49606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058" name="large-vqe-output:large-vqe-output-wire-1"/>
          <p:cNvCxnSpPr/>
          <p:nvPr/>
        </p:nvCxnSpPr>
        <p:spPr>
          <a:xfrm>
            <a:off x="6515100" y="505206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059" name="large-vqe-output:large-vqe-output-1058"/>
          <p:cNvSpPr/>
          <p:nvPr/>
        </p:nvSpPr>
        <p:spPr>
          <a:xfrm>
            <a:off x="6569964" y="49609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large-vqe-output:large-vqe-output-1059"/>
          <p:cNvSpPr/>
          <p:nvPr/>
        </p:nvSpPr>
        <p:spPr>
          <a:xfrm>
            <a:off x="6910730" y="49539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large-vqe-output:large-vqe-output-1060"/>
          <p:cNvSpPr/>
          <p:nvPr/>
        </p:nvSpPr>
        <p:spPr>
          <a:xfrm>
            <a:off x="7244486" y="49539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large-vqe-output:large-vqe-output-1061"/>
          <p:cNvSpPr/>
          <p:nvPr/>
        </p:nvSpPr>
        <p:spPr>
          <a:xfrm>
            <a:off x="7571231" y="49609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large-vqe-output:large-vqe-output-1062"/>
          <p:cNvSpPr/>
          <p:nvPr/>
        </p:nvSpPr>
        <p:spPr>
          <a:xfrm>
            <a:off x="7911998" y="49539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arge-vqe-output:large-vqe-output-1063"/>
          <p:cNvSpPr/>
          <p:nvPr/>
        </p:nvSpPr>
        <p:spPr>
          <a:xfrm>
            <a:off x="8245754" y="49539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large-vqe-output:large-vqe-output-1064"/>
          <p:cNvSpPr/>
          <p:nvPr/>
        </p:nvSpPr>
        <p:spPr>
          <a:xfrm>
            <a:off x="8968740" y="49682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66" name="large-vqe-output:large-vqe-output-1065"/>
          <p:cNvCxnSpPr/>
          <p:nvPr/>
        </p:nvCxnSpPr>
        <p:spPr>
          <a:xfrm flipV="1">
            <a:off x="9006840" y="50025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067" name="large-vqe-output:large-vqe-output-1066"/>
          <p:cNvCxnSpPr/>
          <p:nvPr/>
        </p:nvCxnSpPr>
        <p:spPr>
          <a:xfrm>
            <a:off x="9069705" y="50025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68" name="large-vqe-output:large-vqe-output-1067"/>
          <p:cNvCxnSpPr/>
          <p:nvPr/>
        </p:nvCxnSpPr>
        <p:spPr>
          <a:xfrm flipH="1">
            <a:off x="9098280" y="50025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69" name="large-vqe-output:large-vqe-output-1068"/>
          <p:cNvCxnSpPr/>
          <p:nvPr/>
        </p:nvCxnSpPr>
        <p:spPr>
          <a:xfrm>
            <a:off x="8999220" y="50882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070" name="large-vqe-output:large-vqe-output-ket-2"/>
          <p:cNvSpPr txBox="1"/>
          <p:nvPr/>
        </p:nvSpPr>
        <p:spPr>
          <a:xfrm>
            <a:off x="6240780" y="51968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071" name="large-vqe-output:large-vqe-output-wire-2"/>
          <p:cNvCxnSpPr/>
          <p:nvPr/>
        </p:nvCxnSpPr>
        <p:spPr>
          <a:xfrm>
            <a:off x="6515100" y="528828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072" name="large-vqe-output:large-vqe-output-1071"/>
          <p:cNvSpPr/>
          <p:nvPr/>
        </p:nvSpPr>
        <p:spPr>
          <a:xfrm>
            <a:off x="6569964" y="519714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large-vqe-output:large-vqe-output-1072"/>
          <p:cNvSpPr/>
          <p:nvPr/>
        </p:nvSpPr>
        <p:spPr>
          <a:xfrm>
            <a:off x="6910730" y="51901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large-vqe-output:large-vqe-output-1073"/>
          <p:cNvSpPr/>
          <p:nvPr/>
        </p:nvSpPr>
        <p:spPr>
          <a:xfrm>
            <a:off x="7244486" y="51901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large-vqe-output:large-vqe-output-1074"/>
          <p:cNvSpPr/>
          <p:nvPr/>
        </p:nvSpPr>
        <p:spPr>
          <a:xfrm>
            <a:off x="7571231" y="519714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large-vqe-output:large-vqe-output-1075"/>
          <p:cNvSpPr/>
          <p:nvPr/>
        </p:nvSpPr>
        <p:spPr>
          <a:xfrm>
            <a:off x="7911998" y="519013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large-vqe-output:large-vqe-output-1076"/>
          <p:cNvSpPr/>
          <p:nvPr/>
        </p:nvSpPr>
        <p:spPr>
          <a:xfrm>
            <a:off x="8245754" y="51901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large-vqe-output:large-vqe-output-1077"/>
          <p:cNvSpPr/>
          <p:nvPr/>
        </p:nvSpPr>
        <p:spPr>
          <a:xfrm>
            <a:off x="8968740" y="52044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9" name="large-vqe-output:large-vqe-output-1078"/>
          <p:cNvCxnSpPr/>
          <p:nvPr/>
        </p:nvCxnSpPr>
        <p:spPr>
          <a:xfrm flipV="1">
            <a:off x="9006840" y="52387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080" name="large-vqe-output:large-vqe-output-1079"/>
          <p:cNvCxnSpPr/>
          <p:nvPr/>
        </p:nvCxnSpPr>
        <p:spPr>
          <a:xfrm>
            <a:off x="9069705" y="52387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81" name="large-vqe-output:large-vqe-output-1080"/>
          <p:cNvCxnSpPr/>
          <p:nvPr/>
        </p:nvCxnSpPr>
        <p:spPr>
          <a:xfrm flipH="1">
            <a:off x="9098280" y="52387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82" name="large-vqe-output:large-vqe-output-1081"/>
          <p:cNvCxnSpPr/>
          <p:nvPr/>
        </p:nvCxnSpPr>
        <p:spPr>
          <a:xfrm>
            <a:off x="8999220" y="53244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083" name="large-vqe-output:large-vqe-output-ket-3"/>
          <p:cNvSpPr txBox="1"/>
          <p:nvPr/>
        </p:nvSpPr>
        <p:spPr>
          <a:xfrm>
            <a:off x="6240780" y="56769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084" name="large-vqe-output:large-vqe-output-wire-3"/>
          <p:cNvCxnSpPr/>
          <p:nvPr/>
        </p:nvCxnSpPr>
        <p:spPr>
          <a:xfrm>
            <a:off x="6515100" y="576834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085" name="large-vqe-output:large-vqe-output-1084"/>
          <p:cNvSpPr/>
          <p:nvPr/>
        </p:nvSpPr>
        <p:spPr>
          <a:xfrm>
            <a:off x="6569964" y="56772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large-vqe-output:large-vqe-output-1085"/>
          <p:cNvSpPr/>
          <p:nvPr/>
        </p:nvSpPr>
        <p:spPr>
          <a:xfrm>
            <a:off x="6910730" y="567019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large-vqe-output:large-vqe-output-1086"/>
          <p:cNvSpPr/>
          <p:nvPr/>
        </p:nvSpPr>
        <p:spPr>
          <a:xfrm>
            <a:off x="7244486" y="567019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large-vqe-output:large-vqe-output-1087"/>
          <p:cNvSpPr/>
          <p:nvPr/>
        </p:nvSpPr>
        <p:spPr>
          <a:xfrm>
            <a:off x="7571231" y="56772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large-vqe-output:large-vqe-output-1088"/>
          <p:cNvSpPr/>
          <p:nvPr/>
        </p:nvSpPr>
        <p:spPr>
          <a:xfrm>
            <a:off x="7911998" y="56701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large-vqe-output:large-vqe-output-1089"/>
          <p:cNvSpPr/>
          <p:nvPr/>
        </p:nvSpPr>
        <p:spPr>
          <a:xfrm>
            <a:off x="8245754" y="567019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large-vqe-output:large-vqe-output-1090"/>
          <p:cNvSpPr/>
          <p:nvPr/>
        </p:nvSpPr>
        <p:spPr>
          <a:xfrm>
            <a:off x="8968740" y="56845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92" name="large-vqe-output:large-vqe-output-1091"/>
          <p:cNvCxnSpPr/>
          <p:nvPr/>
        </p:nvCxnSpPr>
        <p:spPr>
          <a:xfrm flipV="1">
            <a:off x="9006840" y="57188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093" name="large-vqe-output:large-vqe-output-1092"/>
          <p:cNvCxnSpPr/>
          <p:nvPr/>
        </p:nvCxnSpPr>
        <p:spPr>
          <a:xfrm>
            <a:off x="9069705" y="57188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94" name="large-vqe-output:large-vqe-output-1093"/>
          <p:cNvCxnSpPr/>
          <p:nvPr/>
        </p:nvCxnSpPr>
        <p:spPr>
          <a:xfrm flipH="1">
            <a:off x="9098280" y="57188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095" name="large-vqe-output:large-vqe-output-1094"/>
          <p:cNvCxnSpPr/>
          <p:nvPr/>
        </p:nvCxnSpPr>
        <p:spPr>
          <a:xfrm>
            <a:off x="8999220" y="58045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096" name="large-vqe-output:large-vqe-output-ket-4"/>
          <p:cNvSpPr txBox="1"/>
          <p:nvPr/>
        </p:nvSpPr>
        <p:spPr>
          <a:xfrm>
            <a:off x="6240780" y="59131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097" name="large-vqe-output:large-vqe-output-wire-4"/>
          <p:cNvCxnSpPr/>
          <p:nvPr/>
        </p:nvCxnSpPr>
        <p:spPr>
          <a:xfrm>
            <a:off x="6515100" y="6004560"/>
            <a:ext cx="2613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098" name="large-vqe-output:large-vqe-output-1097"/>
          <p:cNvSpPr/>
          <p:nvPr/>
        </p:nvSpPr>
        <p:spPr>
          <a:xfrm>
            <a:off x="6569964" y="591342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large-vqe-output:large-vqe-output-1098"/>
          <p:cNvSpPr/>
          <p:nvPr/>
        </p:nvSpPr>
        <p:spPr>
          <a:xfrm>
            <a:off x="6910730" y="59064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large-vqe-output:large-vqe-output-1099"/>
          <p:cNvSpPr/>
          <p:nvPr/>
        </p:nvSpPr>
        <p:spPr>
          <a:xfrm>
            <a:off x="7244486" y="59064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large-vqe-output:large-vqe-output-1100"/>
          <p:cNvSpPr/>
          <p:nvPr/>
        </p:nvSpPr>
        <p:spPr>
          <a:xfrm>
            <a:off x="7571231" y="591342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large-vqe-output:large-vqe-output-1101"/>
          <p:cNvSpPr/>
          <p:nvPr/>
        </p:nvSpPr>
        <p:spPr>
          <a:xfrm>
            <a:off x="7911998" y="59064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large-vqe-output:large-vqe-output-1102"/>
          <p:cNvSpPr/>
          <p:nvPr/>
        </p:nvSpPr>
        <p:spPr>
          <a:xfrm>
            <a:off x="8245754" y="59064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large-vqe-output:large-vqe-output-1103"/>
          <p:cNvSpPr/>
          <p:nvPr/>
        </p:nvSpPr>
        <p:spPr>
          <a:xfrm>
            <a:off x="8968740" y="59207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05" name="large-vqe-output:large-vqe-output-1104"/>
          <p:cNvCxnSpPr/>
          <p:nvPr/>
        </p:nvCxnSpPr>
        <p:spPr>
          <a:xfrm flipV="1">
            <a:off x="9006840" y="59550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106" name="large-vqe-output:large-vqe-output-1105"/>
          <p:cNvCxnSpPr/>
          <p:nvPr/>
        </p:nvCxnSpPr>
        <p:spPr>
          <a:xfrm>
            <a:off x="9069705" y="59550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07" name="large-vqe-output:large-vqe-output-1106"/>
          <p:cNvCxnSpPr/>
          <p:nvPr/>
        </p:nvCxnSpPr>
        <p:spPr>
          <a:xfrm flipH="1">
            <a:off x="9098280" y="59550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08" name="large-vqe-output:large-vqe-output-1107"/>
          <p:cNvCxnSpPr/>
          <p:nvPr/>
        </p:nvCxnSpPr>
        <p:spPr>
          <a:xfrm>
            <a:off x="8999220" y="60407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109" name="large-vqe-output:large-vqe-output-cnot-a"/>
          <p:cNvSpPr/>
          <p:nvPr/>
        </p:nvSpPr>
        <p:spPr>
          <a:xfrm>
            <a:off x="8496300" y="473964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large-vqe-output:large-vqe-output-cnot-b"/>
          <p:cNvSpPr/>
          <p:nvPr/>
        </p:nvSpPr>
        <p:spPr>
          <a:xfrm>
            <a:off x="8671560" y="569214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medium-vqe-input:medium-vqe-input-shadow"/>
          <p:cNvSpPr/>
          <p:nvPr/>
        </p:nvSpPr>
        <p:spPr>
          <a:xfrm>
            <a:off x="9410700" y="2613660"/>
            <a:ext cx="2743200" cy="121920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medium-vqe-input:medium-vqe-input-body"/>
          <p:cNvSpPr/>
          <p:nvPr/>
        </p:nvSpPr>
        <p:spPr>
          <a:xfrm>
            <a:off x="9326880" y="2514600"/>
            <a:ext cx="2743200" cy="121920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medium-vqe-input:medium-vqe-input-ket-0"/>
          <p:cNvSpPr txBox="1"/>
          <p:nvPr/>
        </p:nvSpPr>
        <p:spPr>
          <a:xfrm>
            <a:off x="9395460" y="25984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114" name="medium-vqe-input:medium-vqe-input-wire-0"/>
          <p:cNvCxnSpPr/>
          <p:nvPr/>
        </p:nvCxnSpPr>
        <p:spPr>
          <a:xfrm>
            <a:off x="9669780" y="268986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115" name="medium-vqe-input:medium-vqe-input-1114"/>
          <p:cNvSpPr/>
          <p:nvPr/>
        </p:nvSpPr>
        <p:spPr>
          <a:xfrm>
            <a:off x="9724644" y="25987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medium-vqe-input:medium-vqe-input-1115"/>
          <p:cNvSpPr/>
          <p:nvPr/>
        </p:nvSpPr>
        <p:spPr>
          <a:xfrm>
            <a:off x="9989210" y="25917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medium-vqe-input:medium-vqe-input-1116"/>
          <p:cNvSpPr/>
          <p:nvPr/>
        </p:nvSpPr>
        <p:spPr>
          <a:xfrm>
            <a:off x="10246766" y="25917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medium-vqe-input:medium-vqe-input-1117"/>
          <p:cNvSpPr/>
          <p:nvPr/>
        </p:nvSpPr>
        <p:spPr>
          <a:xfrm>
            <a:off x="10497312" y="25987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medium-vqe-input:medium-vqe-input-1118"/>
          <p:cNvSpPr/>
          <p:nvPr/>
        </p:nvSpPr>
        <p:spPr>
          <a:xfrm>
            <a:off x="10761878" y="25917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medium-vqe-input:medium-vqe-input-1119"/>
          <p:cNvSpPr/>
          <p:nvPr/>
        </p:nvSpPr>
        <p:spPr>
          <a:xfrm>
            <a:off x="11019434" y="25917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medium-vqe-input:medium-vqe-input-1120"/>
          <p:cNvSpPr/>
          <p:nvPr/>
        </p:nvSpPr>
        <p:spPr>
          <a:xfrm>
            <a:off x="11742420" y="26060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22" name="medium-vqe-input:medium-vqe-input-1121"/>
          <p:cNvCxnSpPr/>
          <p:nvPr/>
        </p:nvCxnSpPr>
        <p:spPr>
          <a:xfrm flipV="1">
            <a:off x="11780520" y="26403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123" name="medium-vqe-input:medium-vqe-input-1122"/>
          <p:cNvCxnSpPr/>
          <p:nvPr/>
        </p:nvCxnSpPr>
        <p:spPr>
          <a:xfrm>
            <a:off x="11843385" y="26403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24" name="medium-vqe-input:medium-vqe-input-1123"/>
          <p:cNvCxnSpPr/>
          <p:nvPr/>
        </p:nvCxnSpPr>
        <p:spPr>
          <a:xfrm flipH="1">
            <a:off x="11871960" y="26403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25" name="medium-vqe-input:medium-vqe-input-1124"/>
          <p:cNvCxnSpPr/>
          <p:nvPr/>
        </p:nvCxnSpPr>
        <p:spPr>
          <a:xfrm>
            <a:off x="11772900" y="27260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126" name="medium-vqe-input:medium-vqe-input-ket-1"/>
          <p:cNvSpPr txBox="1"/>
          <p:nvPr/>
        </p:nvSpPr>
        <p:spPr>
          <a:xfrm>
            <a:off x="9395460" y="283464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127" name="medium-vqe-input:medium-vqe-input-wire-1"/>
          <p:cNvCxnSpPr/>
          <p:nvPr/>
        </p:nvCxnSpPr>
        <p:spPr>
          <a:xfrm>
            <a:off x="9669780" y="292608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128" name="medium-vqe-input:medium-vqe-input-1127"/>
          <p:cNvSpPr/>
          <p:nvPr/>
        </p:nvSpPr>
        <p:spPr>
          <a:xfrm>
            <a:off x="9724644" y="28349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medium-vqe-input:medium-vqe-input-1128"/>
          <p:cNvSpPr/>
          <p:nvPr/>
        </p:nvSpPr>
        <p:spPr>
          <a:xfrm>
            <a:off x="9989210" y="28279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medium-vqe-input:medium-vqe-input-1129"/>
          <p:cNvSpPr/>
          <p:nvPr/>
        </p:nvSpPr>
        <p:spPr>
          <a:xfrm>
            <a:off x="10246766" y="28279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medium-vqe-input:medium-vqe-input-1130"/>
          <p:cNvSpPr/>
          <p:nvPr/>
        </p:nvSpPr>
        <p:spPr>
          <a:xfrm>
            <a:off x="10497312" y="283494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medium-vqe-input:medium-vqe-input-1131"/>
          <p:cNvSpPr/>
          <p:nvPr/>
        </p:nvSpPr>
        <p:spPr>
          <a:xfrm>
            <a:off x="10761878" y="282793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medium-vqe-input:medium-vqe-input-1132"/>
          <p:cNvSpPr/>
          <p:nvPr/>
        </p:nvSpPr>
        <p:spPr>
          <a:xfrm>
            <a:off x="11019434" y="282793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medium-vqe-input:medium-vqe-input-1133"/>
          <p:cNvSpPr/>
          <p:nvPr/>
        </p:nvSpPr>
        <p:spPr>
          <a:xfrm>
            <a:off x="11742420" y="284226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5" name="medium-vqe-input:medium-vqe-input-1134"/>
          <p:cNvCxnSpPr/>
          <p:nvPr/>
        </p:nvCxnSpPr>
        <p:spPr>
          <a:xfrm flipV="1">
            <a:off x="11780520" y="287655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136" name="medium-vqe-input:medium-vqe-input-1135"/>
          <p:cNvCxnSpPr/>
          <p:nvPr/>
        </p:nvCxnSpPr>
        <p:spPr>
          <a:xfrm>
            <a:off x="11843385" y="287655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37" name="medium-vqe-input:medium-vqe-input-1136"/>
          <p:cNvCxnSpPr/>
          <p:nvPr/>
        </p:nvCxnSpPr>
        <p:spPr>
          <a:xfrm flipH="1">
            <a:off x="11871960" y="287655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38" name="medium-vqe-input:medium-vqe-input-1137"/>
          <p:cNvCxnSpPr/>
          <p:nvPr/>
        </p:nvCxnSpPr>
        <p:spPr>
          <a:xfrm>
            <a:off x="11772900" y="296227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139" name="medium-vqe-input:medium-vqe-input-ket-2"/>
          <p:cNvSpPr txBox="1"/>
          <p:nvPr/>
        </p:nvSpPr>
        <p:spPr>
          <a:xfrm>
            <a:off x="9395460" y="30708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140" name="medium-vqe-input:medium-vqe-input-wire-2"/>
          <p:cNvCxnSpPr/>
          <p:nvPr/>
        </p:nvCxnSpPr>
        <p:spPr>
          <a:xfrm>
            <a:off x="9669780" y="316230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141" name="medium-vqe-input:medium-vqe-input-1140"/>
          <p:cNvSpPr/>
          <p:nvPr/>
        </p:nvSpPr>
        <p:spPr>
          <a:xfrm>
            <a:off x="9724644" y="30711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medium-vqe-input:medium-vqe-input-1141"/>
          <p:cNvSpPr/>
          <p:nvPr/>
        </p:nvSpPr>
        <p:spPr>
          <a:xfrm>
            <a:off x="9989210" y="30641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medium-vqe-input:medium-vqe-input-1142"/>
          <p:cNvSpPr/>
          <p:nvPr/>
        </p:nvSpPr>
        <p:spPr>
          <a:xfrm>
            <a:off x="10246766" y="30641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medium-vqe-input:medium-vqe-input-1143"/>
          <p:cNvSpPr/>
          <p:nvPr/>
        </p:nvSpPr>
        <p:spPr>
          <a:xfrm>
            <a:off x="10497312" y="30711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medium-vqe-input:medium-vqe-input-1144"/>
          <p:cNvSpPr/>
          <p:nvPr/>
        </p:nvSpPr>
        <p:spPr>
          <a:xfrm>
            <a:off x="10761878" y="306415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medium-vqe-input:medium-vqe-input-1145"/>
          <p:cNvSpPr/>
          <p:nvPr/>
        </p:nvSpPr>
        <p:spPr>
          <a:xfrm>
            <a:off x="11019434" y="30641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medium-vqe-input:medium-vqe-input-1146"/>
          <p:cNvSpPr/>
          <p:nvPr/>
        </p:nvSpPr>
        <p:spPr>
          <a:xfrm>
            <a:off x="11742420" y="30784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48" name="medium-vqe-input:medium-vqe-input-1147"/>
          <p:cNvCxnSpPr/>
          <p:nvPr/>
        </p:nvCxnSpPr>
        <p:spPr>
          <a:xfrm flipV="1">
            <a:off x="11780520" y="31127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149" name="medium-vqe-input:medium-vqe-input-1148"/>
          <p:cNvCxnSpPr/>
          <p:nvPr/>
        </p:nvCxnSpPr>
        <p:spPr>
          <a:xfrm>
            <a:off x="11843385" y="31127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50" name="medium-vqe-input:medium-vqe-input-1149"/>
          <p:cNvCxnSpPr/>
          <p:nvPr/>
        </p:nvCxnSpPr>
        <p:spPr>
          <a:xfrm flipH="1">
            <a:off x="11871960" y="31127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51" name="medium-vqe-input:medium-vqe-input-1150"/>
          <p:cNvCxnSpPr/>
          <p:nvPr/>
        </p:nvCxnSpPr>
        <p:spPr>
          <a:xfrm>
            <a:off x="11772900" y="31984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152" name="medium-vqe-input:medium-vqe-input-ket-3"/>
          <p:cNvSpPr txBox="1"/>
          <p:nvPr/>
        </p:nvSpPr>
        <p:spPr>
          <a:xfrm>
            <a:off x="9395460" y="34671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153" name="medium-vqe-input:medium-vqe-input-wire-3"/>
          <p:cNvCxnSpPr/>
          <p:nvPr/>
        </p:nvCxnSpPr>
        <p:spPr>
          <a:xfrm>
            <a:off x="9669780" y="355854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154" name="medium-vqe-input:medium-vqe-input-1153"/>
          <p:cNvSpPr/>
          <p:nvPr/>
        </p:nvSpPr>
        <p:spPr>
          <a:xfrm>
            <a:off x="9724644" y="34674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medium-vqe-input:medium-vqe-input-1154"/>
          <p:cNvSpPr/>
          <p:nvPr/>
        </p:nvSpPr>
        <p:spPr>
          <a:xfrm>
            <a:off x="9989210" y="34603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medium-vqe-input:medium-vqe-input-1155"/>
          <p:cNvSpPr/>
          <p:nvPr/>
        </p:nvSpPr>
        <p:spPr>
          <a:xfrm>
            <a:off x="10246766" y="34603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medium-vqe-input:medium-vqe-input-1156"/>
          <p:cNvSpPr/>
          <p:nvPr/>
        </p:nvSpPr>
        <p:spPr>
          <a:xfrm>
            <a:off x="10497312" y="34674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medium-vqe-input:medium-vqe-input-1157"/>
          <p:cNvSpPr/>
          <p:nvPr/>
        </p:nvSpPr>
        <p:spPr>
          <a:xfrm>
            <a:off x="10761878" y="346039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medium-vqe-input:medium-vqe-input-1158"/>
          <p:cNvSpPr/>
          <p:nvPr/>
        </p:nvSpPr>
        <p:spPr>
          <a:xfrm>
            <a:off x="11019434" y="34603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medium-vqe-input:medium-vqe-input-1159"/>
          <p:cNvSpPr/>
          <p:nvPr/>
        </p:nvSpPr>
        <p:spPr>
          <a:xfrm>
            <a:off x="11742420" y="34747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1" name="medium-vqe-input:medium-vqe-input-1160"/>
          <p:cNvCxnSpPr/>
          <p:nvPr/>
        </p:nvCxnSpPr>
        <p:spPr>
          <a:xfrm flipV="1">
            <a:off x="11780520" y="35090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162" name="medium-vqe-input:medium-vqe-input-1161"/>
          <p:cNvCxnSpPr/>
          <p:nvPr/>
        </p:nvCxnSpPr>
        <p:spPr>
          <a:xfrm>
            <a:off x="11843385" y="35090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63" name="medium-vqe-input:medium-vqe-input-1162"/>
          <p:cNvCxnSpPr/>
          <p:nvPr/>
        </p:nvCxnSpPr>
        <p:spPr>
          <a:xfrm flipH="1">
            <a:off x="11871960" y="35090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64" name="medium-vqe-input:medium-vqe-input-1163"/>
          <p:cNvCxnSpPr/>
          <p:nvPr/>
        </p:nvCxnSpPr>
        <p:spPr>
          <a:xfrm>
            <a:off x="11772900" y="35947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165" name="medium-vqe-input:medium-vqe-input-cnot-a"/>
          <p:cNvSpPr/>
          <p:nvPr/>
        </p:nvSpPr>
        <p:spPr>
          <a:xfrm>
            <a:off x="11269980" y="261366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medium-vqe-input:medium-vqe-input-cnot-b"/>
          <p:cNvSpPr/>
          <p:nvPr/>
        </p:nvSpPr>
        <p:spPr>
          <a:xfrm>
            <a:off x="11445240" y="3086100"/>
            <a:ext cx="99060" cy="54864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root:root-1166"/>
          <p:cNvSpPr txBox="1"/>
          <p:nvPr/>
        </p:nvSpPr>
        <p:spPr>
          <a:xfrm>
            <a:off x="9357360" y="3794760"/>
            <a:ext cx="1181100" cy="289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00000"/>
                </a:solidFill>
                <a:latin typeface="Liberation Serif"/>
              </a:rPr>
              <a:t>Middle Size</a:t>
            </a:r>
          </a:p>
        </p:txBody>
      </p:sp>
      <p:sp>
        <p:nvSpPr>
          <p:cNvPr id="1168" name="root:root-1167"/>
          <p:cNvSpPr txBox="1"/>
          <p:nvPr/>
        </p:nvSpPr>
        <p:spPr>
          <a:xfrm>
            <a:off x="10858500" y="3741420"/>
            <a:ext cx="990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Liberation Sans"/>
              </a:rPr>
              <a:t>TITAN</a:t>
            </a:r>
          </a:p>
        </p:txBody>
      </p:sp>
      <p:cxnSp>
        <p:nvCxnSpPr>
          <p:cNvPr id="1169" name="root:root-1168"/>
          <p:cNvCxnSpPr/>
          <p:nvPr/>
        </p:nvCxnSpPr>
        <p:spPr>
          <a:xfrm>
            <a:off x="10523220" y="3771900"/>
            <a:ext cx="0" cy="419099"/>
          </a:xfrm>
          <a:prstGeom prst="line">
            <a:avLst/>
          </a:prstGeom>
          <a:ln w="38100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1170" name="medium-vqe-output:medium-vqe-output-shadow"/>
          <p:cNvSpPr/>
          <p:nvPr/>
        </p:nvSpPr>
        <p:spPr>
          <a:xfrm>
            <a:off x="9456420" y="4351020"/>
            <a:ext cx="2743200" cy="121920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medium-vqe-output:medium-vqe-output-body"/>
          <p:cNvSpPr/>
          <p:nvPr/>
        </p:nvSpPr>
        <p:spPr>
          <a:xfrm>
            <a:off x="9372600" y="4251960"/>
            <a:ext cx="2743200" cy="1219200"/>
          </a:xfrm>
          <a:prstGeom prst="rect">
            <a:avLst/>
          </a:prstGeom>
          <a:solidFill>
            <a:srgbClr val="C9E5B4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medium-vqe-output:medium-vqe-output-ket-0"/>
          <p:cNvSpPr txBox="1"/>
          <p:nvPr/>
        </p:nvSpPr>
        <p:spPr>
          <a:xfrm>
            <a:off x="9441180" y="43357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173" name="medium-vqe-output:medium-vqe-output-wire-0"/>
          <p:cNvCxnSpPr/>
          <p:nvPr/>
        </p:nvCxnSpPr>
        <p:spPr>
          <a:xfrm>
            <a:off x="9715500" y="442722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174" name="medium-vqe-output:medium-vqe-output-1173"/>
          <p:cNvSpPr/>
          <p:nvPr/>
        </p:nvSpPr>
        <p:spPr>
          <a:xfrm>
            <a:off x="9770364" y="43360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medium-vqe-output:medium-vqe-output-1174"/>
          <p:cNvSpPr/>
          <p:nvPr/>
        </p:nvSpPr>
        <p:spPr>
          <a:xfrm>
            <a:off x="10034930" y="43290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medium-vqe-output:medium-vqe-output-1175"/>
          <p:cNvSpPr/>
          <p:nvPr/>
        </p:nvSpPr>
        <p:spPr>
          <a:xfrm>
            <a:off x="10292486" y="432907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medium-vqe-output:medium-vqe-output-1176"/>
          <p:cNvSpPr/>
          <p:nvPr/>
        </p:nvSpPr>
        <p:spPr>
          <a:xfrm>
            <a:off x="10543032" y="433608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medium-vqe-output:medium-vqe-output-1177"/>
          <p:cNvSpPr/>
          <p:nvPr/>
        </p:nvSpPr>
        <p:spPr>
          <a:xfrm>
            <a:off x="10807598" y="43290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medium-vqe-output:medium-vqe-output-1178"/>
          <p:cNvSpPr/>
          <p:nvPr/>
        </p:nvSpPr>
        <p:spPr>
          <a:xfrm>
            <a:off x="11065154" y="43290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medium-vqe-output:medium-vqe-output-1179"/>
          <p:cNvSpPr/>
          <p:nvPr/>
        </p:nvSpPr>
        <p:spPr>
          <a:xfrm>
            <a:off x="11788140" y="43434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81" name="medium-vqe-output:medium-vqe-output-1180"/>
          <p:cNvCxnSpPr/>
          <p:nvPr/>
        </p:nvCxnSpPr>
        <p:spPr>
          <a:xfrm flipV="1">
            <a:off x="11826240" y="43776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182" name="medium-vqe-output:medium-vqe-output-1181"/>
          <p:cNvCxnSpPr/>
          <p:nvPr/>
        </p:nvCxnSpPr>
        <p:spPr>
          <a:xfrm>
            <a:off x="11889105" y="43776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83" name="medium-vqe-output:medium-vqe-output-1182"/>
          <p:cNvCxnSpPr/>
          <p:nvPr/>
        </p:nvCxnSpPr>
        <p:spPr>
          <a:xfrm flipH="1">
            <a:off x="11917680" y="43776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84" name="medium-vqe-output:medium-vqe-output-1183"/>
          <p:cNvCxnSpPr/>
          <p:nvPr/>
        </p:nvCxnSpPr>
        <p:spPr>
          <a:xfrm>
            <a:off x="11818620" y="44634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185" name="medium-vqe-output:medium-vqe-output-ket-1"/>
          <p:cNvSpPr txBox="1"/>
          <p:nvPr/>
        </p:nvSpPr>
        <p:spPr>
          <a:xfrm>
            <a:off x="9441180" y="457200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186" name="medium-vqe-output:medium-vqe-output-wire-1"/>
          <p:cNvCxnSpPr/>
          <p:nvPr/>
        </p:nvCxnSpPr>
        <p:spPr>
          <a:xfrm>
            <a:off x="9715500" y="466344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187" name="medium-vqe-output:medium-vqe-output-1186"/>
          <p:cNvSpPr/>
          <p:nvPr/>
        </p:nvSpPr>
        <p:spPr>
          <a:xfrm>
            <a:off x="9770364" y="457230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medium-vqe-output:medium-vqe-output-1187"/>
          <p:cNvSpPr/>
          <p:nvPr/>
        </p:nvSpPr>
        <p:spPr>
          <a:xfrm>
            <a:off x="10034930" y="456529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medium-vqe-output:medium-vqe-output-1188"/>
          <p:cNvSpPr/>
          <p:nvPr/>
        </p:nvSpPr>
        <p:spPr>
          <a:xfrm>
            <a:off x="10292486" y="456529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medium-vqe-output:medium-vqe-output-1189"/>
          <p:cNvSpPr/>
          <p:nvPr/>
        </p:nvSpPr>
        <p:spPr>
          <a:xfrm>
            <a:off x="10543032" y="457230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medium-vqe-output:medium-vqe-output-1190"/>
          <p:cNvSpPr/>
          <p:nvPr/>
        </p:nvSpPr>
        <p:spPr>
          <a:xfrm>
            <a:off x="10807598" y="456529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medium-vqe-output:medium-vqe-output-1191"/>
          <p:cNvSpPr/>
          <p:nvPr/>
        </p:nvSpPr>
        <p:spPr>
          <a:xfrm>
            <a:off x="11065154" y="456529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medium-vqe-output:medium-vqe-output-1192"/>
          <p:cNvSpPr/>
          <p:nvPr/>
        </p:nvSpPr>
        <p:spPr>
          <a:xfrm>
            <a:off x="11788140" y="457962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4" name="medium-vqe-output:medium-vqe-output-1193"/>
          <p:cNvCxnSpPr/>
          <p:nvPr/>
        </p:nvCxnSpPr>
        <p:spPr>
          <a:xfrm flipV="1">
            <a:off x="11826240" y="461391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195" name="medium-vqe-output:medium-vqe-output-1194"/>
          <p:cNvCxnSpPr/>
          <p:nvPr/>
        </p:nvCxnSpPr>
        <p:spPr>
          <a:xfrm>
            <a:off x="11889105" y="461391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96" name="medium-vqe-output:medium-vqe-output-1195"/>
          <p:cNvCxnSpPr/>
          <p:nvPr/>
        </p:nvCxnSpPr>
        <p:spPr>
          <a:xfrm flipH="1">
            <a:off x="11917680" y="461391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197" name="medium-vqe-output:medium-vqe-output-1196"/>
          <p:cNvCxnSpPr/>
          <p:nvPr/>
        </p:nvCxnSpPr>
        <p:spPr>
          <a:xfrm>
            <a:off x="11818620" y="469963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198" name="medium-vqe-output:medium-vqe-output-ket-2"/>
          <p:cNvSpPr txBox="1"/>
          <p:nvPr/>
        </p:nvSpPr>
        <p:spPr>
          <a:xfrm>
            <a:off x="9441180" y="48082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199" name="medium-vqe-output:medium-vqe-output-wire-2"/>
          <p:cNvCxnSpPr/>
          <p:nvPr/>
        </p:nvCxnSpPr>
        <p:spPr>
          <a:xfrm>
            <a:off x="9715500" y="489966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00" name="medium-vqe-output:medium-vqe-output-1199"/>
          <p:cNvSpPr/>
          <p:nvPr/>
        </p:nvSpPr>
        <p:spPr>
          <a:xfrm>
            <a:off x="9770364" y="48085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medium-vqe-output:medium-vqe-output-1200"/>
          <p:cNvSpPr/>
          <p:nvPr/>
        </p:nvSpPr>
        <p:spPr>
          <a:xfrm>
            <a:off x="10034930" y="48015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medium-vqe-output:medium-vqe-output-1201"/>
          <p:cNvSpPr/>
          <p:nvPr/>
        </p:nvSpPr>
        <p:spPr>
          <a:xfrm>
            <a:off x="10292486" y="48015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medium-vqe-output:medium-vqe-output-1202"/>
          <p:cNvSpPr/>
          <p:nvPr/>
        </p:nvSpPr>
        <p:spPr>
          <a:xfrm>
            <a:off x="10543032" y="480852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medium-vqe-output:medium-vqe-output-1203"/>
          <p:cNvSpPr/>
          <p:nvPr/>
        </p:nvSpPr>
        <p:spPr>
          <a:xfrm>
            <a:off x="10807598" y="48015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medium-vqe-output:medium-vqe-output-1204"/>
          <p:cNvSpPr/>
          <p:nvPr/>
        </p:nvSpPr>
        <p:spPr>
          <a:xfrm>
            <a:off x="11065154" y="48015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medium-vqe-output:medium-vqe-output-1205"/>
          <p:cNvSpPr/>
          <p:nvPr/>
        </p:nvSpPr>
        <p:spPr>
          <a:xfrm>
            <a:off x="11788140" y="48158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07" name="medium-vqe-output:medium-vqe-output-1206"/>
          <p:cNvCxnSpPr/>
          <p:nvPr/>
        </p:nvCxnSpPr>
        <p:spPr>
          <a:xfrm flipV="1">
            <a:off x="11826240" y="48501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208" name="medium-vqe-output:medium-vqe-output-1207"/>
          <p:cNvCxnSpPr/>
          <p:nvPr/>
        </p:nvCxnSpPr>
        <p:spPr>
          <a:xfrm>
            <a:off x="11889105" y="48501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09" name="medium-vqe-output:medium-vqe-output-1208"/>
          <p:cNvCxnSpPr/>
          <p:nvPr/>
        </p:nvCxnSpPr>
        <p:spPr>
          <a:xfrm flipH="1">
            <a:off x="11917680" y="48501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10" name="medium-vqe-output:medium-vqe-output-1209"/>
          <p:cNvCxnSpPr/>
          <p:nvPr/>
        </p:nvCxnSpPr>
        <p:spPr>
          <a:xfrm>
            <a:off x="11818620" y="49358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11" name="medium-vqe-output:medium-vqe-output-ket-3"/>
          <p:cNvSpPr txBox="1"/>
          <p:nvPr/>
        </p:nvSpPr>
        <p:spPr>
          <a:xfrm>
            <a:off x="9441180" y="520446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212" name="medium-vqe-output:medium-vqe-output-wire-3"/>
          <p:cNvCxnSpPr/>
          <p:nvPr/>
        </p:nvCxnSpPr>
        <p:spPr>
          <a:xfrm>
            <a:off x="9715500" y="5295900"/>
            <a:ext cx="223266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13" name="medium-vqe-output:medium-vqe-output-1212"/>
          <p:cNvSpPr/>
          <p:nvPr/>
        </p:nvSpPr>
        <p:spPr>
          <a:xfrm>
            <a:off x="9770364" y="520476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medium-vqe-output:medium-vqe-output-1213"/>
          <p:cNvSpPr/>
          <p:nvPr/>
        </p:nvSpPr>
        <p:spPr>
          <a:xfrm>
            <a:off x="10034930" y="519775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medium-vqe-output:medium-vqe-output-1214"/>
          <p:cNvSpPr/>
          <p:nvPr/>
        </p:nvSpPr>
        <p:spPr>
          <a:xfrm>
            <a:off x="10292486" y="519775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medium-vqe-output:medium-vqe-output-1215"/>
          <p:cNvSpPr/>
          <p:nvPr/>
        </p:nvSpPr>
        <p:spPr>
          <a:xfrm>
            <a:off x="10543032" y="520476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medium-vqe-output:medium-vqe-output-1216"/>
          <p:cNvSpPr/>
          <p:nvPr/>
        </p:nvSpPr>
        <p:spPr>
          <a:xfrm>
            <a:off x="10807598" y="519775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medium-vqe-output:medium-vqe-output-1217"/>
          <p:cNvSpPr/>
          <p:nvPr/>
        </p:nvSpPr>
        <p:spPr>
          <a:xfrm>
            <a:off x="11065154" y="519775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medium-vqe-output:medium-vqe-output-1218"/>
          <p:cNvSpPr/>
          <p:nvPr/>
        </p:nvSpPr>
        <p:spPr>
          <a:xfrm>
            <a:off x="11788140" y="521208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20" name="medium-vqe-output:medium-vqe-output-1219"/>
          <p:cNvCxnSpPr/>
          <p:nvPr/>
        </p:nvCxnSpPr>
        <p:spPr>
          <a:xfrm flipV="1">
            <a:off x="11826240" y="524637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221" name="medium-vqe-output:medium-vqe-output-1220"/>
          <p:cNvCxnSpPr/>
          <p:nvPr/>
        </p:nvCxnSpPr>
        <p:spPr>
          <a:xfrm>
            <a:off x="11889105" y="524637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22" name="medium-vqe-output:medium-vqe-output-1221"/>
          <p:cNvCxnSpPr/>
          <p:nvPr/>
        </p:nvCxnSpPr>
        <p:spPr>
          <a:xfrm flipH="1">
            <a:off x="11917680" y="524637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23" name="medium-vqe-output:medium-vqe-output-1222"/>
          <p:cNvCxnSpPr/>
          <p:nvPr/>
        </p:nvCxnSpPr>
        <p:spPr>
          <a:xfrm>
            <a:off x="11818620" y="533209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24" name="medium-vqe-output:medium-vqe-output-cnot-a"/>
          <p:cNvSpPr/>
          <p:nvPr/>
        </p:nvSpPr>
        <p:spPr>
          <a:xfrm>
            <a:off x="11315700" y="4351020"/>
            <a:ext cx="99060" cy="38862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medium-vqe-output:medium-vqe-output-cnot-b"/>
          <p:cNvSpPr/>
          <p:nvPr/>
        </p:nvSpPr>
        <p:spPr>
          <a:xfrm>
            <a:off x="11490960" y="4823460"/>
            <a:ext cx="99060" cy="54864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small-vqe-input:small-vqe-input-shadow"/>
          <p:cNvSpPr/>
          <p:nvPr/>
        </p:nvSpPr>
        <p:spPr>
          <a:xfrm>
            <a:off x="12260580" y="2644140"/>
            <a:ext cx="2118360" cy="92202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small-vqe-input:small-vqe-input-body"/>
          <p:cNvSpPr/>
          <p:nvPr/>
        </p:nvSpPr>
        <p:spPr>
          <a:xfrm>
            <a:off x="12176760" y="2545080"/>
            <a:ext cx="2118360" cy="92202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mall-vqe-input:small-vqe-input-ket-0"/>
          <p:cNvSpPr txBox="1"/>
          <p:nvPr/>
        </p:nvSpPr>
        <p:spPr>
          <a:xfrm>
            <a:off x="12245340" y="26365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229" name="small-vqe-input:small-vqe-input-wire-0"/>
          <p:cNvCxnSpPr/>
          <p:nvPr/>
        </p:nvCxnSpPr>
        <p:spPr>
          <a:xfrm>
            <a:off x="12519660" y="272796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30" name="small-vqe-input:small-vqe-input-1229"/>
          <p:cNvSpPr/>
          <p:nvPr/>
        </p:nvSpPr>
        <p:spPr>
          <a:xfrm>
            <a:off x="12574524" y="26368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small-vqe-input:small-vqe-input-1230"/>
          <p:cNvSpPr/>
          <p:nvPr/>
        </p:nvSpPr>
        <p:spPr>
          <a:xfrm>
            <a:off x="12913004" y="262981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small-vqe-input:small-vqe-input-1231"/>
          <p:cNvSpPr/>
          <p:nvPr/>
        </p:nvSpPr>
        <p:spPr>
          <a:xfrm>
            <a:off x="13244474" y="262981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small-vqe-input:small-vqe-input-1232"/>
          <p:cNvSpPr/>
          <p:nvPr/>
        </p:nvSpPr>
        <p:spPr>
          <a:xfrm>
            <a:off x="13967460" y="26441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34" name="small-vqe-input:small-vqe-input-1233"/>
          <p:cNvCxnSpPr/>
          <p:nvPr/>
        </p:nvCxnSpPr>
        <p:spPr>
          <a:xfrm flipV="1">
            <a:off x="14005560" y="26784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235" name="small-vqe-input:small-vqe-input-1234"/>
          <p:cNvCxnSpPr/>
          <p:nvPr/>
        </p:nvCxnSpPr>
        <p:spPr>
          <a:xfrm>
            <a:off x="14068425" y="26784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36" name="small-vqe-input:small-vqe-input-1235"/>
          <p:cNvCxnSpPr/>
          <p:nvPr/>
        </p:nvCxnSpPr>
        <p:spPr>
          <a:xfrm flipH="1">
            <a:off x="14097000" y="26784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37" name="small-vqe-input:small-vqe-input-1236"/>
          <p:cNvCxnSpPr/>
          <p:nvPr/>
        </p:nvCxnSpPr>
        <p:spPr>
          <a:xfrm>
            <a:off x="13997940" y="27641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38" name="small-vqe-input:small-vqe-input-ket-1"/>
          <p:cNvSpPr txBox="1"/>
          <p:nvPr/>
        </p:nvSpPr>
        <p:spPr>
          <a:xfrm>
            <a:off x="12245340" y="291465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239" name="small-vqe-input:small-vqe-input-wire-1"/>
          <p:cNvCxnSpPr/>
          <p:nvPr/>
        </p:nvCxnSpPr>
        <p:spPr>
          <a:xfrm>
            <a:off x="12519660" y="300609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40" name="small-vqe-input:small-vqe-input-1239"/>
          <p:cNvSpPr/>
          <p:nvPr/>
        </p:nvSpPr>
        <p:spPr>
          <a:xfrm>
            <a:off x="12574524" y="291495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small-vqe-input:small-vqe-input-1240"/>
          <p:cNvSpPr/>
          <p:nvPr/>
        </p:nvSpPr>
        <p:spPr>
          <a:xfrm>
            <a:off x="12913004" y="290794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small-vqe-input:small-vqe-input-1241"/>
          <p:cNvSpPr/>
          <p:nvPr/>
        </p:nvSpPr>
        <p:spPr>
          <a:xfrm>
            <a:off x="13244474" y="290794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small-vqe-input:small-vqe-input-1242"/>
          <p:cNvSpPr/>
          <p:nvPr/>
        </p:nvSpPr>
        <p:spPr>
          <a:xfrm>
            <a:off x="13967460" y="292227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4" name="small-vqe-input:small-vqe-input-1243"/>
          <p:cNvCxnSpPr/>
          <p:nvPr/>
        </p:nvCxnSpPr>
        <p:spPr>
          <a:xfrm flipV="1">
            <a:off x="14005560" y="295656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245" name="small-vqe-input:small-vqe-input-1244"/>
          <p:cNvCxnSpPr/>
          <p:nvPr/>
        </p:nvCxnSpPr>
        <p:spPr>
          <a:xfrm>
            <a:off x="14068425" y="295656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46" name="small-vqe-input:small-vqe-input-1245"/>
          <p:cNvCxnSpPr/>
          <p:nvPr/>
        </p:nvCxnSpPr>
        <p:spPr>
          <a:xfrm flipH="1">
            <a:off x="14097000" y="295656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47" name="small-vqe-input:small-vqe-input-1246"/>
          <p:cNvCxnSpPr/>
          <p:nvPr/>
        </p:nvCxnSpPr>
        <p:spPr>
          <a:xfrm>
            <a:off x="13997940" y="304228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48" name="small-vqe-input:small-vqe-input-ket-2"/>
          <p:cNvSpPr txBox="1"/>
          <p:nvPr/>
        </p:nvSpPr>
        <p:spPr>
          <a:xfrm>
            <a:off x="12245340" y="31927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249" name="small-vqe-input:small-vqe-input-wire-2"/>
          <p:cNvCxnSpPr/>
          <p:nvPr/>
        </p:nvCxnSpPr>
        <p:spPr>
          <a:xfrm>
            <a:off x="12519660" y="328422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50" name="small-vqe-input:small-vqe-input-1249"/>
          <p:cNvSpPr/>
          <p:nvPr/>
        </p:nvSpPr>
        <p:spPr>
          <a:xfrm>
            <a:off x="12574524" y="31930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small-vqe-input:small-vqe-input-1250"/>
          <p:cNvSpPr/>
          <p:nvPr/>
        </p:nvSpPr>
        <p:spPr>
          <a:xfrm>
            <a:off x="12913004" y="318607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small-vqe-input:small-vqe-input-1251"/>
          <p:cNvSpPr/>
          <p:nvPr/>
        </p:nvSpPr>
        <p:spPr>
          <a:xfrm>
            <a:off x="13244474" y="318607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small-vqe-input:small-vqe-input-1252"/>
          <p:cNvSpPr/>
          <p:nvPr/>
        </p:nvSpPr>
        <p:spPr>
          <a:xfrm>
            <a:off x="13967460" y="32004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4" name="small-vqe-input:small-vqe-input-1253"/>
          <p:cNvCxnSpPr/>
          <p:nvPr/>
        </p:nvCxnSpPr>
        <p:spPr>
          <a:xfrm flipV="1">
            <a:off x="14005560" y="32346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255" name="small-vqe-input:small-vqe-input-1254"/>
          <p:cNvCxnSpPr/>
          <p:nvPr/>
        </p:nvCxnSpPr>
        <p:spPr>
          <a:xfrm>
            <a:off x="14068425" y="32346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56" name="small-vqe-input:small-vqe-input-1255"/>
          <p:cNvCxnSpPr/>
          <p:nvPr/>
        </p:nvCxnSpPr>
        <p:spPr>
          <a:xfrm flipH="1">
            <a:off x="14097000" y="32346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57" name="small-vqe-input:small-vqe-input-1256"/>
          <p:cNvCxnSpPr/>
          <p:nvPr/>
        </p:nvCxnSpPr>
        <p:spPr>
          <a:xfrm>
            <a:off x="13997940" y="33204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58" name="small-vqe-input:small-vqe-input-cnot-a"/>
          <p:cNvSpPr/>
          <p:nvPr/>
        </p:nvSpPr>
        <p:spPr>
          <a:xfrm>
            <a:off x="13495020" y="2651760"/>
            <a:ext cx="99060" cy="43053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small-vqe-input:small-vqe-input-cnot-b"/>
          <p:cNvSpPr/>
          <p:nvPr/>
        </p:nvSpPr>
        <p:spPr>
          <a:xfrm>
            <a:off x="13670280" y="2929890"/>
            <a:ext cx="99060" cy="43053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oot:root-1259"/>
          <p:cNvSpPr txBox="1"/>
          <p:nvPr/>
        </p:nvSpPr>
        <p:spPr>
          <a:xfrm>
            <a:off x="12153900" y="3528060"/>
            <a:ext cx="1181100" cy="289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000000"/>
                </a:solidFill>
                <a:latin typeface="Liberation Serif"/>
              </a:rPr>
              <a:t>Small Size</a:t>
            </a:r>
          </a:p>
        </p:txBody>
      </p:sp>
      <p:sp>
        <p:nvSpPr>
          <p:cNvPr id="1261" name="root:root-1260"/>
          <p:cNvSpPr txBox="1"/>
          <p:nvPr/>
        </p:nvSpPr>
        <p:spPr>
          <a:xfrm>
            <a:off x="13449300" y="3474720"/>
            <a:ext cx="9905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Liberation Sans"/>
              </a:rPr>
              <a:t>TITAN</a:t>
            </a:r>
          </a:p>
        </p:txBody>
      </p:sp>
      <p:cxnSp>
        <p:nvCxnSpPr>
          <p:cNvPr id="1262" name="root:root-1261"/>
          <p:cNvCxnSpPr/>
          <p:nvPr/>
        </p:nvCxnSpPr>
        <p:spPr>
          <a:xfrm>
            <a:off x="13159740" y="3505200"/>
            <a:ext cx="0" cy="579120"/>
          </a:xfrm>
          <a:prstGeom prst="line">
            <a:avLst/>
          </a:prstGeom>
          <a:ln w="38100">
            <a:solidFill>
              <a:srgbClr val="000000"/>
            </a:solidFill>
            <a:tailEnd type="triangle" w="lg" len="lg"/>
          </a:ln>
          <a:effectLst/>
        </p:spPr>
      </p:cxnSp>
      <p:sp>
        <p:nvSpPr>
          <p:cNvPr id="1263" name="small-vqe-output:small-vqe-output-shadow"/>
          <p:cNvSpPr/>
          <p:nvPr/>
        </p:nvSpPr>
        <p:spPr>
          <a:xfrm>
            <a:off x="12306300" y="4244340"/>
            <a:ext cx="2118360" cy="92202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small-vqe-output:small-vqe-output-body"/>
          <p:cNvSpPr/>
          <p:nvPr/>
        </p:nvSpPr>
        <p:spPr>
          <a:xfrm>
            <a:off x="12222480" y="4145280"/>
            <a:ext cx="2118360" cy="922020"/>
          </a:xfrm>
          <a:prstGeom prst="rect">
            <a:avLst/>
          </a:prstGeom>
          <a:solidFill>
            <a:srgbClr val="FFF1CA"/>
          </a:solidFill>
          <a:ln w="18288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small-vqe-output:small-vqe-output-ket-0"/>
          <p:cNvSpPr txBox="1"/>
          <p:nvPr/>
        </p:nvSpPr>
        <p:spPr>
          <a:xfrm>
            <a:off x="12291060" y="423672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266" name="small-vqe-output:small-vqe-output-wire-0"/>
          <p:cNvCxnSpPr/>
          <p:nvPr/>
        </p:nvCxnSpPr>
        <p:spPr>
          <a:xfrm>
            <a:off x="12565380" y="432816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67" name="small-vqe-output:small-vqe-output-1266"/>
          <p:cNvSpPr/>
          <p:nvPr/>
        </p:nvSpPr>
        <p:spPr>
          <a:xfrm>
            <a:off x="12620244" y="423702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small-vqe-output:small-vqe-output-1267"/>
          <p:cNvSpPr/>
          <p:nvPr/>
        </p:nvSpPr>
        <p:spPr>
          <a:xfrm>
            <a:off x="12958724" y="423001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small-vqe-output:small-vqe-output-1268"/>
          <p:cNvSpPr/>
          <p:nvPr/>
        </p:nvSpPr>
        <p:spPr>
          <a:xfrm>
            <a:off x="13290194" y="423001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small-vqe-output:small-vqe-output-1269"/>
          <p:cNvSpPr/>
          <p:nvPr/>
        </p:nvSpPr>
        <p:spPr>
          <a:xfrm>
            <a:off x="14013180" y="424434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1" name="small-vqe-output:small-vqe-output-1270"/>
          <p:cNvCxnSpPr/>
          <p:nvPr/>
        </p:nvCxnSpPr>
        <p:spPr>
          <a:xfrm flipV="1">
            <a:off x="14051280" y="427863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272" name="small-vqe-output:small-vqe-output-1271"/>
          <p:cNvCxnSpPr/>
          <p:nvPr/>
        </p:nvCxnSpPr>
        <p:spPr>
          <a:xfrm>
            <a:off x="14114145" y="427863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73" name="small-vqe-output:small-vqe-output-1272"/>
          <p:cNvCxnSpPr/>
          <p:nvPr/>
        </p:nvCxnSpPr>
        <p:spPr>
          <a:xfrm flipH="1">
            <a:off x="14142720" y="427863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74" name="small-vqe-output:small-vqe-output-1273"/>
          <p:cNvCxnSpPr/>
          <p:nvPr/>
        </p:nvCxnSpPr>
        <p:spPr>
          <a:xfrm>
            <a:off x="14043660" y="436435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75" name="small-vqe-output:small-vqe-output-ket-1"/>
          <p:cNvSpPr txBox="1"/>
          <p:nvPr/>
        </p:nvSpPr>
        <p:spPr>
          <a:xfrm>
            <a:off x="12291060" y="451485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276" name="small-vqe-output:small-vqe-output-wire-1"/>
          <p:cNvCxnSpPr/>
          <p:nvPr/>
        </p:nvCxnSpPr>
        <p:spPr>
          <a:xfrm>
            <a:off x="12565380" y="460629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77" name="small-vqe-output:small-vqe-output-1276"/>
          <p:cNvSpPr/>
          <p:nvPr/>
        </p:nvSpPr>
        <p:spPr>
          <a:xfrm>
            <a:off x="12620244" y="4515154"/>
            <a:ext cx="210312" cy="182270"/>
          </a:xfrm>
          <a:prstGeom prst="hexagon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small-vqe-output:small-vqe-output-1277"/>
          <p:cNvSpPr/>
          <p:nvPr/>
        </p:nvSpPr>
        <p:spPr>
          <a:xfrm>
            <a:off x="12958724" y="4508144"/>
            <a:ext cx="196291" cy="196291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small-vqe-output:small-vqe-output-1278"/>
          <p:cNvSpPr/>
          <p:nvPr/>
        </p:nvSpPr>
        <p:spPr>
          <a:xfrm>
            <a:off x="13290194" y="4508144"/>
            <a:ext cx="196291" cy="1962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small-vqe-output:small-vqe-output-1279"/>
          <p:cNvSpPr/>
          <p:nvPr/>
        </p:nvSpPr>
        <p:spPr>
          <a:xfrm>
            <a:off x="14013180" y="452247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81" name="small-vqe-output:small-vqe-output-1280"/>
          <p:cNvCxnSpPr/>
          <p:nvPr/>
        </p:nvCxnSpPr>
        <p:spPr>
          <a:xfrm flipV="1">
            <a:off x="14051280" y="455676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282" name="small-vqe-output:small-vqe-output-1281"/>
          <p:cNvCxnSpPr/>
          <p:nvPr/>
        </p:nvCxnSpPr>
        <p:spPr>
          <a:xfrm>
            <a:off x="14114145" y="455676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83" name="small-vqe-output:small-vqe-output-1282"/>
          <p:cNvCxnSpPr/>
          <p:nvPr/>
        </p:nvCxnSpPr>
        <p:spPr>
          <a:xfrm flipH="1">
            <a:off x="14142720" y="455676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84" name="small-vqe-output:small-vqe-output-1283"/>
          <p:cNvCxnSpPr/>
          <p:nvPr/>
        </p:nvCxnSpPr>
        <p:spPr>
          <a:xfrm>
            <a:off x="14043660" y="464248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85" name="small-vqe-output:small-vqe-output-ket-2"/>
          <p:cNvSpPr txBox="1"/>
          <p:nvPr/>
        </p:nvSpPr>
        <p:spPr>
          <a:xfrm>
            <a:off x="12291060" y="4792980"/>
            <a:ext cx="30480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0000"/>
                </a:solidFill>
                <a:latin typeface="Liberation Serif"/>
              </a:rPr>
              <a:t>|0⟩</a:t>
            </a:r>
          </a:p>
        </p:txBody>
      </p:sp>
      <p:cxnSp>
        <p:nvCxnSpPr>
          <p:cNvPr id="1286" name="small-vqe-output:small-vqe-output-wire-2"/>
          <p:cNvCxnSpPr/>
          <p:nvPr/>
        </p:nvCxnSpPr>
        <p:spPr>
          <a:xfrm>
            <a:off x="12565380" y="4884420"/>
            <a:ext cx="1607820" cy="0"/>
          </a:xfrm>
          <a:prstGeom prst="line">
            <a:avLst/>
          </a:prstGeom>
          <a:ln w="11429">
            <a:solidFill>
              <a:srgbClr val="000000"/>
            </a:solidFill>
          </a:ln>
          <a:effectLst/>
        </p:spPr>
      </p:cxnSp>
      <p:sp>
        <p:nvSpPr>
          <p:cNvPr id="1287" name="small-vqe-output:small-vqe-output-1286"/>
          <p:cNvSpPr/>
          <p:nvPr/>
        </p:nvSpPr>
        <p:spPr>
          <a:xfrm>
            <a:off x="12620244" y="4793284"/>
            <a:ext cx="210312" cy="18227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small-vqe-output:small-vqe-output-1287"/>
          <p:cNvSpPr/>
          <p:nvPr/>
        </p:nvSpPr>
        <p:spPr>
          <a:xfrm>
            <a:off x="12958724" y="4786274"/>
            <a:ext cx="196291" cy="196291"/>
          </a:xfrm>
          <a:prstGeom prst="diamond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small-vqe-output:small-vqe-output-1288"/>
          <p:cNvSpPr/>
          <p:nvPr/>
        </p:nvSpPr>
        <p:spPr>
          <a:xfrm>
            <a:off x="13290194" y="4786274"/>
            <a:ext cx="196291" cy="196291"/>
          </a:xfrm>
          <a:prstGeom prst="ellipse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small-vqe-output:small-vqe-output-1289"/>
          <p:cNvSpPr/>
          <p:nvPr/>
        </p:nvSpPr>
        <p:spPr>
          <a:xfrm>
            <a:off x="14013180" y="4800600"/>
            <a:ext cx="190500" cy="14859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91" name="small-vqe-output:small-vqe-output-1290"/>
          <p:cNvCxnSpPr/>
          <p:nvPr/>
        </p:nvCxnSpPr>
        <p:spPr>
          <a:xfrm flipV="1">
            <a:off x="14051280" y="4834890"/>
            <a:ext cx="99060" cy="81915"/>
          </a:xfrm>
          <a:prstGeom prst="line">
            <a:avLst/>
          </a:prstGeom>
          <a:ln w="12192">
            <a:solidFill>
              <a:srgbClr val="000000"/>
            </a:solidFill>
          </a:ln>
          <a:effectLst/>
        </p:spPr>
      </p:cxnSp>
      <p:cxnSp>
        <p:nvCxnSpPr>
          <p:cNvPr id="1292" name="small-vqe-output:small-vqe-output-1291"/>
          <p:cNvCxnSpPr/>
          <p:nvPr/>
        </p:nvCxnSpPr>
        <p:spPr>
          <a:xfrm>
            <a:off x="14114145" y="4834890"/>
            <a:ext cx="36195" cy="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93" name="small-vqe-output:small-vqe-output-1292"/>
          <p:cNvCxnSpPr/>
          <p:nvPr/>
        </p:nvCxnSpPr>
        <p:spPr>
          <a:xfrm flipH="1">
            <a:off x="14142720" y="4834890"/>
            <a:ext cx="7620" cy="38100"/>
          </a:xfrm>
          <a:prstGeom prst="line">
            <a:avLst/>
          </a:prstGeom>
          <a:ln w="9906">
            <a:solidFill>
              <a:srgbClr val="000000"/>
            </a:solidFill>
          </a:ln>
          <a:effectLst/>
        </p:spPr>
      </p:cxnSp>
      <p:cxnSp>
        <p:nvCxnSpPr>
          <p:cNvPr id="1294" name="small-vqe-output:small-vqe-output-1293"/>
          <p:cNvCxnSpPr/>
          <p:nvPr/>
        </p:nvCxnSpPr>
        <p:spPr>
          <a:xfrm>
            <a:off x="14043660" y="4920615"/>
            <a:ext cx="129540" cy="0"/>
          </a:xfrm>
          <a:prstGeom prst="line">
            <a:avLst/>
          </a:prstGeom>
          <a:ln w="7620">
            <a:solidFill>
              <a:srgbClr val="000000"/>
            </a:solidFill>
          </a:ln>
          <a:effectLst/>
        </p:spPr>
      </p:cxnSp>
      <p:sp>
        <p:nvSpPr>
          <p:cNvPr id="1295" name="small-vqe-output:small-vqe-output-cnot-a"/>
          <p:cNvSpPr/>
          <p:nvPr/>
        </p:nvSpPr>
        <p:spPr>
          <a:xfrm>
            <a:off x="13540740" y="4251960"/>
            <a:ext cx="99060" cy="43053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small-vqe-output:small-vqe-output-cnot-b"/>
          <p:cNvSpPr/>
          <p:nvPr/>
        </p:nvSpPr>
        <p:spPr>
          <a:xfrm>
            <a:off x="13716000" y="4530090"/>
            <a:ext cx="99060" cy="430530"/>
          </a:xfrm>
          <a:prstGeom prst="rect">
            <a:avLst/>
          </a:prstGeom>
          <a:solidFill>
            <a:srgbClr val="FFFFFF"/>
          </a:solidFill>
          <a:ln w="13716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legend:legend-1296"/>
          <p:cNvSpPr/>
          <p:nvPr/>
        </p:nvSpPr>
        <p:spPr>
          <a:xfrm>
            <a:off x="9906000" y="5730240"/>
            <a:ext cx="4579620" cy="9905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legend:legend-1297"/>
          <p:cNvSpPr/>
          <p:nvPr/>
        </p:nvSpPr>
        <p:spPr>
          <a:xfrm>
            <a:off x="10060305" y="5874639"/>
            <a:ext cx="194310" cy="168401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legend:legend-1298"/>
          <p:cNvSpPr txBox="1"/>
          <p:nvPr/>
        </p:nvSpPr>
        <p:spPr>
          <a:xfrm>
            <a:off x="10332720" y="5852160"/>
            <a:ext cx="100584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00000"/>
                </a:solidFill>
                <a:latin typeface="Liberation Serif"/>
              </a:rPr>
              <a:t>Rotation X</a:t>
            </a:r>
          </a:p>
        </p:txBody>
      </p:sp>
      <p:sp>
        <p:nvSpPr>
          <p:cNvPr id="1300" name="legend:legend-1299"/>
          <p:cNvSpPr/>
          <p:nvPr/>
        </p:nvSpPr>
        <p:spPr>
          <a:xfrm>
            <a:off x="10066781" y="6142482"/>
            <a:ext cx="181356" cy="181356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legend:legend-1300"/>
          <p:cNvSpPr txBox="1"/>
          <p:nvPr/>
        </p:nvSpPr>
        <p:spPr>
          <a:xfrm>
            <a:off x="10332720" y="6126480"/>
            <a:ext cx="100584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00000"/>
                </a:solidFill>
                <a:latin typeface="Liberation Serif"/>
              </a:rPr>
              <a:t>Rotation Y</a:t>
            </a:r>
          </a:p>
        </p:txBody>
      </p:sp>
      <p:sp>
        <p:nvSpPr>
          <p:cNvPr id="1302" name="legend:legend-1301"/>
          <p:cNvSpPr/>
          <p:nvPr/>
        </p:nvSpPr>
        <p:spPr>
          <a:xfrm>
            <a:off x="10066781" y="6424422"/>
            <a:ext cx="181356" cy="18135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legend:legend-1302"/>
          <p:cNvSpPr txBox="1"/>
          <p:nvPr/>
        </p:nvSpPr>
        <p:spPr>
          <a:xfrm>
            <a:off x="10332720" y="6408420"/>
            <a:ext cx="100584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00000"/>
                </a:solidFill>
                <a:latin typeface="Liberation Serif"/>
              </a:rPr>
              <a:t>Rotation Z</a:t>
            </a:r>
          </a:p>
        </p:txBody>
      </p:sp>
      <p:sp>
        <p:nvSpPr>
          <p:cNvPr id="1304" name="legend:legend-1303"/>
          <p:cNvSpPr/>
          <p:nvPr/>
        </p:nvSpPr>
        <p:spPr>
          <a:xfrm>
            <a:off x="11216640" y="5836920"/>
            <a:ext cx="243840" cy="243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legend:legend-1304"/>
          <p:cNvSpPr txBox="1"/>
          <p:nvPr/>
        </p:nvSpPr>
        <p:spPr>
          <a:xfrm>
            <a:off x="11536680" y="5852160"/>
            <a:ext cx="11811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00000"/>
                </a:solidFill>
                <a:latin typeface="Liberation Serif"/>
              </a:rPr>
              <a:t>Active Params</a:t>
            </a:r>
          </a:p>
        </p:txBody>
      </p:sp>
      <p:sp>
        <p:nvSpPr>
          <p:cNvPr id="1306" name="legend:legend-1305"/>
          <p:cNvSpPr/>
          <p:nvPr/>
        </p:nvSpPr>
        <p:spPr>
          <a:xfrm>
            <a:off x="11216640" y="6134100"/>
            <a:ext cx="243840" cy="243840"/>
          </a:xfrm>
          <a:prstGeom prst="rect">
            <a:avLst/>
          </a:prstGeom>
          <a:solidFill>
            <a:srgbClr val="C9E5B4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7" name="legend:legend-1306"/>
          <p:cNvSpPr txBox="1"/>
          <p:nvPr/>
        </p:nvSpPr>
        <p:spPr>
          <a:xfrm>
            <a:off x="11536680" y="6149340"/>
            <a:ext cx="13258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5B9B43"/>
                </a:solidFill>
                <a:latin typeface="Liberation Serif"/>
              </a:rPr>
              <a:t>Mid-size Ansatz</a:t>
            </a:r>
          </a:p>
        </p:txBody>
      </p:sp>
      <p:sp>
        <p:nvSpPr>
          <p:cNvPr id="1308" name="legend:legend-1307"/>
          <p:cNvSpPr/>
          <p:nvPr/>
        </p:nvSpPr>
        <p:spPr>
          <a:xfrm>
            <a:off x="11216640" y="6431280"/>
            <a:ext cx="243840" cy="243840"/>
          </a:xfrm>
          <a:prstGeom prst="rect">
            <a:avLst/>
          </a:prstGeom>
          <a:solidFill>
            <a:srgbClr val="FFF1CA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9" name="legend:legend-1308"/>
          <p:cNvSpPr txBox="1"/>
          <p:nvPr/>
        </p:nvSpPr>
        <p:spPr>
          <a:xfrm>
            <a:off x="11536680" y="6446520"/>
            <a:ext cx="13716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07B28"/>
                </a:solidFill>
                <a:latin typeface="Liberation Serif"/>
              </a:rPr>
              <a:t>Small-size Ansatz</a:t>
            </a:r>
          </a:p>
        </p:txBody>
      </p:sp>
      <p:sp>
        <p:nvSpPr>
          <p:cNvPr id="1310" name="legend:legend-1309"/>
          <p:cNvSpPr/>
          <p:nvPr/>
        </p:nvSpPr>
        <p:spPr>
          <a:xfrm>
            <a:off x="12801600" y="5836920"/>
            <a:ext cx="243840" cy="243840"/>
          </a:xfrm>
          <a:prstGeom prst="rect">
            <a:avLst/>
          </a:prstGeom>
          <a:solidFill>
            <a:srgbClr val="864DD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1" name="legend:legend-1310"/>
          <p:cNvSpPr txBox="1"/>
          <p:nvPr/>
        </p:nvSpPr>
        <p:spPr>
          <a:xfrm>
            <a:off x="13106400" y="5852160"/>
            <a:ext cx="13335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00000"/>
                </a:solidFill>
                <a:latin typeface="Liberation Serif"/>
              </a:rPr>
              <a:t>Frozen Params</a:t>
            </a:r>
          </a:p>
        </p:txBody>
      </p:sp>
      <p:sp>
        <p:nvSpPr>
          <p:cNvPr id="1312" name="legend:legend-1311"/>
          <p:cNvSpPr/>
          <p:nvPr/>
        </p:nvSpPr>
        <p:spPr>
          <a:xfrm>
            <a:off x="12870180" y="6134100"/>
            <a:ext cx="99060" cy="289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3" name="legend:legend-1312"/>
          <p:cNvSpPr txBox="1"/>
          <p:nvPr/>
        </p:nvSpPr>
        <p:spPr>
          <a:xfrm>
            <a:off x="13220700" y="6164580"/>
            <a:ext cx="9525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000000"/>
                </a:solidFill>
                <a:latin typeface="Liberation Serif"/>
              </a:rPr>
              <a:t>C-NOT</a:t>
            </a:r>
          </a:p>
        </p:txBody>
      </p:sp>
      <p:sp>
        <p:nvSpPr>
          <p:cNvPr id="1314" name="legend:legend-1313"/>
          <p:cNvSpPr/>
          <p:nvPr/>
        </p:nvSpPr>
        <p:spPr>
          <a:xfrm>
            <a:off x="12801600" y="6431280"/>
            <a:ext cx="243840" cy="243840"/>
          </a:xfrm>
          <a:prstGeom prst="rect">
            <a:avLst/>
          </a:prstGeom>
          <a:solidFill>
            <a:srgbClr val="FDD7FC"/>
          </a:solidFill>
          <a:ln w="152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5" name="legend:legend-1314"/>
          <p:cNvSpPr txBox="1"/>
          <p:nvPr/>
        </p:nvSpPr>
        <p:spPr>
          <a:xfrm>
            <a:off x="13106400" y="6446520"/>
            <a:ext cx="1325880" cy="213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F073E8"/>
                </a:solidFill>
                <a:latin typeface="Liberation Serif"/>
              </a:rPr>
              <a:t>Large-size Ansatz</a:t>
            </a:r>
          </a:p>
        </p:txBody>
      </p:sp>
      <p:sp>
        <p:nvSpPr>
          <p:cNvPr id="1316" name="root:root-1315"/>
          <p:cNvSpPr txBox="1"/>
          <p:nvPr/>
        </p:nvSpPr>
        <p:spPr>
          <a:xfrm>
            <a:off x="6126480" y="6438900"/>
            <a:ext cx="38100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00000"/>
                </a:solidFill>
                <a:latin typeface="Liberation Serif"/>
              </a:rPr>
              <a:t>(c) Applications in VQEs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TITAN A Trajectory-Informed Technique for Adaptive Parameter Freezing in Large-Scale VQ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07540" cy="6873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