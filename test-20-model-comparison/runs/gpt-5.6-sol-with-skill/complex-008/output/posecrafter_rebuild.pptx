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520672" cy="76115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-backgrounds--canvas"/>
          <p:cNvSpPr/>
          <p:nvPr/>
        </p:nvSpPr>
        <p:spPr>
          <a:xfrm>
            <a:off x="0" y="0"/>
            <a:ext cx="14520672" cy="7611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anel-backgrounds--hybrid-video-generation-panel"/>
          <p:cNvSpPr/>
          <p:nvPr/>
        </p:nvSpPr>
        <p:spPr>
          <a:xfrm>
            <a:off x="2609243" y="84916"/>
            <a:ext cx="8013002" cy="4624073"/>
          </a:xfrm>
          <a:prstGeom prst="roundRect">
            <a:avLst/>
          </a:prstGeom>
          <a:solidFill>
            <a:srgbClr val="FFF1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anel-backgrounds--feature-matching-selector-panel"/>
          <p:cNvSpPr/>
          <p:nvPr/>
        </p:nvSpPr>
        <p:spPr>
          <a:xfrm>
            <a:off x="10684003" y="69476"/>
            <a:ext cx="3836668" cy="4600914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anel-backgrounds--robust-relay-boundary"/>
          <p:cNvSpPr/>
          <p:nvPr/>
        </p:nvSpPr>
        <p:spPr>
          <a:xfrm>
            <a:off x="2763636" y="594413"/>
            <a:ext cx="4716709" cy="3906145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anel-backgrounds--pose-refinement-boundary"/>
          <p:cNvSpPr/>
          <p:nvPr/>
        </p:nvSpPr>
        <p:spPr>
          <a:xfrm>
            <a:off x="7488065" y="586693"/>
            <a:ext cx="2941188" cy="3913865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el-backgrounds--selector-candidate-boundary"/>
          <p:cNvSpPr/>
          <p:nvPr/>
        </p:nvSpPr>
        <p:spPr>
          <a:xfrm>
            <a:off x="12451804" y="571254"/>
            <a:ext cx="1713763" cy="2362214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el-backgrounds--pose-result-boundary-1"/>
          <p:cNvSpPr/>
          <p:nvPr/>
        </p:nvSpPr>
        <p:spPr>
          <a:xfrm>
            <a:off x="0" y="5442357"/>
            <a:ext cx="3010665" cy="2169223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el-backgrounds--pose-result-boundary-2"/>
          <p:cNvSpPr/>
          <p:nvPr/>
        </p:nvSpPr>
        <p:spPr>
          <a:xfrm>
            <a:off x="4075978" y="5442357"/>
            <a:ext cx="3018385" cy="2169223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el-backgrounds--pose-result-boundary-3"/>
          <p:cNvSpPr/>
          <p:nvPr/>
        </p:nvSpPr>
        <p:spPr>
          <a:xfrm>
            <a:off x="7410869" y="5442357"/>
            <a:ext cx="3033824" cy="2169223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el-backgrounds--pose-result-boundary-4"/>
          <p:cNvSpPr/>
          <p:nvPr/>
        </p:nvSpPr>
        <p:spPr>
          <a:xfrm>
            <a:off x="11069985" y="5442357"/>
            <a:ext cx="3033824" cy="2169223"/>
          </a:xfrm>
          <a:prstGeom prst="roundRect">
            <a:avLst/>
          </a:prstGeom>
          <a:noFill/>
          <a:ln w="23158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flow-connectors--input-to-dynamic"/>
          <p:cNvCxnSpPr/>
          <p:nvPr/>
        </p:nvCxnSpPr>
        <p:spPr>
          <a:xfrm>
            <a:off x="2508888" y="2470289"/>
            <a:ext cx="2478009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3" name="flow-connectors--relay-to-viewcrafter"/>
          <p:cNvCxnSpPr/>
          <p:nvPr/>
        </p:nvCxnSpPr>
        <p:spPr>
          <a:xfrm>
            <a:off x="7125242" y="2408532"/>
            <a:ext cx="2215541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" name="flow-connectors--hybrid-to-selector"/>
          <p:cNvCxnSpPr/>
          <p:nvPr/>
        </p:nvCxnSpPr>
        <p:spPr>
          <a:xfrm>
            <a:off x="10120468" y="2408532"/>
            <a:ext cx="764246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5" name="flow-connectors--input-pose-feed"/>
          <p:cNvCxnSpPr/>
          <p:nvPr/>
        </p:nvCxnSpPr>
        <p:spPr>
          <a:xfrm>
            <a:off x="1497613" y="3759472"/>
            <a:ext cx="0" cy="1065312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16" name="flow-connectors--input-pose-down"/>
          <p:cNvCxnSpPr/>
          <p:nvPr/>
        </p:nvCxnSpPr>
        <p:spPr>
          <a:xfrm>
            <a:off x="1497613" y="5272524"/>
            <a:ext cx="0" cy="169833"/>
          </a:xfrm>
          <a:prstGeom prst="line">
            <a:avLst/>
          </a:prstGeom>
          <a:ln w="2315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7" name="flow-connectors--clip-pose-feed-part-1"/>
          <p:cNvCxnSpPr/>
          <p:nvPr/>
        </p:nvCxnSpPr>
        <p:spPr>
          <a:xfrm>
            <a:off x="5434637" y="4492839"/>
            <a:ext cx="0" cy="216150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18" name="flow-connectors--clip-pose-feed-part-2"/>
          <p:cNvCxnSpPr/>
          <p:nvPr/>
        </p:nvCxnSpPr>
        <p:spPr>
          <a:xfrm>
            <a:off x="5434637" y="4708989"/>
            <a:ext cx="77197" cy="115795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19" name="flow-connectors--hybrid-pose-feed-part-1"/>
          <p:cNvCxnSpPr/>
          <p:nvPr/>
        </p:nvCxnSpPr>
        <p:spPr>
          <a:xfrm>
            <a:off x="9518335" y="4500559"/>
            <a:ext cx="0" cy="200711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20" name="flow-connectors--hybrid-pose-feed-part-2"/>
          <p:cNvCxnSpPr/>
          <p:nvPr/>
        </p:nvCxnSpPr>
        <p:spPr>
          <a:xfrm flipH="1">
            <a:off x="9224988" y="4701270"/>
            <a:ext cx="293347" cy="123514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21" name="flow-connectors--center-pose-down-left"/>
          <p:cNvCxnSpPr/>
          <p:nvPr/>
        </p:nvCxnSpPr>
        <p:spPr>
          <a:xfrm>
            <a:off x="5589030" y="5272524"/>
            <a:ext cx="0" cy="169833"/>
          </a:xfrm>
          <a:prstGeom prst="line">
            <a:avLst/>
          </a:prstGeom>
          <a:ln w="2315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2" name="flow-connectors--center-pose-down-right"/>
          <p:cNvCxnSpPr/>
          <p:nvPr/>
        </p:nvCxnSpPr>
        <p:spPr>
          <a:xfrm>
            <a:off x="8931641" y="5272524"/>
            <a:ext cx="0" cy="169833"/>
          </a:xfrm>
          <a:prstGeom prst="line">
            <a:avLst/>
          </a:prstGeom>
          <a:ln w="2315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3" name="flow-connectors--selector-pose-feed"/>
          <p:cNvCxnSpPr/>
          <p:nvPr/>
        </p:nvCxnSpPr>
        <p:spPr>
          <a:xfrm>
            <a:off x="12575318" y="4392483"/>
            <a:ext cx="0" cy="432301"/>
          </a:xfrm>
          <a:prstGeom prst="line">
            <a:avLst/>
          </a:prstGeom>
          <a:ln w="23158">
            <a:solidFill>
              <a:srgbClr val="000000"/>
            </a:solidFill>
          </a:ln>
          <a:effectLst/>
        </p:spPr>
      </p:cxnSp>
      <p:cxnSp>
        <p:nvCxnSpPr>
          <p:cNvPr id="24" name="flow-connectors--selector-pose-down"/>
          <p:cNvCxnSpPr/>
          <p:nvPr/>
        </p:nvCxnSpPr>
        <p:spPr>
          <a:xfrm>
            <a:off x="12575318" y="5272524"/>
            <a:ext cx="0" cy="169833"/>
          </a:xfrm>
          <a:prstGeom prst="line">
            <a:avLst/>
          </a:prstGeom>
          <a:ln w="2315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" name="flow-connectors--pose-stage-1-to-2"/>
          <p:cNvCxnSpPr/>
          <p:nvPr/>
        </p:nvCxnSpPr>
        <p:spPr>
          <a:xfrm>
            <a:off x="3010665" y="6507669"/>
            <a:ext cx="1065313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6" name="flow-connectors--pose-stage-2-to-3"/>
          <p:cNvCxnSpPr/>
          <p:nvPr/>
        </p:nvCxnSpPr>
        <p:spPr>
          <a:xfrm>
            <a:off x="7094363" y="6507669"/>
            <a:ext cx="316506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7" name="flow-connectors--pose-stage-3-to-4"/>
          <p:cNvCxnSpPr/>
          <p:nvPr/>
        </p:nvCxnSpPr>
        <p:spPr>
          <a:xfrm>
            <a:off x="10444693" y="6507669"/>
            <a:ext cx="625292" cy="0"/>
          </a:xfrm>
          <a:prstGeom prst="line">
            <a:avLst/>
          </a:prstGeom>
          <a:ln w="30878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8" name="input-image-pair--input-title"/>
          <p:cNvSpPr txBox="1"/>
          <p:nvPr/>
        </p:nvSpPr>
        <p:spPr>
          <a:xfrm>
            <a:off x="409141" y="702488"/>
            <a:ext cx="2176942" cy="4245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Liberation Serif"/>
              </a:rPr>
              <a:t>Input Image Pair</a:t>
            </a:r>
          </a:p>
        </p:txBody>
      </p:sp>
      <p:pic>
        <p:nvPicPr>
          <p:cNvPr id="29" name="input-image-pair--input-start-photo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16" y="1188826"/>
            <a:ext cx="1991671" cy="1266023"/>
          </a:xfrm>
          <a:prstGeom prst="rect">
            <a:avLst/>
          </a:prstGeom>
          <a:effectLst/>
        </p:spPr>
      </p:pic>
      <p:sp>
        <p:nvSpPr>
          <p:cNvPr id="30" name="input-image-pair--input-start-border"/>
          <p:cNvSpPr/>
          <p:nvPr/>
        </p:nvSpPr>
        <p:spPr>
          <a:xfrm>
            <a:off x="494057" y="1173387"/>
            <a:ext cx="2022549" cy="1296902"/>
          </a:xfrm>
          <a:prstGeom prst="rect">
            <a:avLst/>
          </a:prstGeom>
          <a:noFill/>
          <a:ln w="46317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input-image-pair--input-end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16" y="2508888"/>
            <a:ext cx="1991671" cy="1242864"/>
          </a:xfrm>
          <a:prstGeom prst="rect">
            <a:avLst/>
          </a:prstGeom>
          <a:effectLst/>
        </p:spPr>
      </p:pic>
      <p:sp>
        <p:nvSpPr>
          <p:cNvPr id="32" name="input-image-pair--input-end-border"/>
          <p:cNvSpPr/>
          <p:nvPr/>
        </p:nvSpPr>
        <p:spPr>
          <a:xfrm>
            <a:off x="494057" y="2485729"/>
            <a:ext cx="2022549" cy="1281462"/>
          </a:xfrm>
          <a:prstGeom prst="rect">
            <a:avLst/>
          </a:prstGeom>
          <a:noFill/>
          <a:ln w="46317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headings--hybrid-title"/>
          <p:cNvSpPr txBox="1"/>
          <p:nvPr/>
        </p:nvSpPr>
        <p:spPr>
          <a:xfrm>
            <a:off x="4786186" y="84916"/>
            <a:ext cx="3659116" cy="37054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45" b="1" i="0">
                <a:solidFill>
                  <a:srgbClr val="806000"/>
                </a:solidFill>
                <a:latin typeface="Liberation Serif"/>
              </a:rPr>
              <a:t>Hybrid Video Generation</a:t>
            </a:r>
          </a:p>
        </p:txBody>
      </p:sp>
      <p:sp>
        <p:nvSpPr>
          <p:cNvPr id="34" name="headings--selector-title"/>
          <p:cNvSpPr txBox="1"/>
          <p:nvPr/>
        </p:nvSpPr>
        <p:spPr>
          <a:xfrm>
            <a:off x="11100864" y="77196"/>
            <a:ext cx="3002945" cy="37054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4" b="1" i="0">
                <a:solidFill>
                  <a:srgbClr val="375623"/>
                </a:solidFill>
                <a:latin typeface="Liberation Serif"/>
              </a:rPr>
              <a:t>Feature Matching Selector</a:t>
            </a:r>
          </a:p>
        </p:txBody>
      </p:sp>
      <p:sp>
        <p:nvSpPr>
          <p:cNvPr id="35" name="headings--relay-heading"/>
          <p:cNvSpPr txBox="1"/>
          <p:nvPr/>
        </p:nvSpPr>
        <p:spPr>
          <a:xfrm>
            <a:off x="2948908" y="988115"/>
            <a:ext cx="1790960" cy="59441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2" b="1" i="0">
                <a:solidFill>
                  <a:srgbClr val="000000"/>
                </a:solidFill>
                <a:latin typeface="Liberation Serif"/>
              </a:rPr>
              <a:t>Robust Relay</a:t>
            </a:r>
            <a:br/>
            <a:r>
              <a:rPr sz="1762" b="1" i="0">
                <a:solidFill>
                  <a:srgbClr val="000000"/>
                </a:solidFill>
                <a:latin typeface="Liberation Serif"/>
              </a:rPr>
              <a:t>Frame Generation</a:t>
            </a:r>
          </a:p>
        </p:txBody>
      </p:sp>
      <p:sp>
        <p:nvSpPr>
          <p:cNvPr id="36" name="headings--refinement-heading"/>
          <p:cNvSpPr txBox="1"/>
          <p:nvPr/>
        </p:nvSpPr>
        <p:spPr>
          <a:xfrm>
            <a:off x="7619299" y="988115"/>
            <a:ext cx="1706043" cy="6098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2" b="1" i="0">
                <a:solidFill>
                  <a:srgbClr val="000000"/>
                </a:solidFill>
                <a:latin typeface="Liberation Serif"/>
              </a:rPr>
              <a:t>Pose-Guided</a:t>
            </a:r>
            <a:br/>
            <a:r>
              <a:rPr sz="1762" b="1" i="0">
                <a:solidFill>
                  <a:srgbClr val="000000"/>
                </a:solidFill>
                <a:latin typeface="Liberation Serif"/>
              </a:rPr>
              <a:t>Video Refinement</a:t>
            </a:r>
          </a:p>
        </p:txBody>
      </p:sp>
      <p:sp>
        <p:nvSpPr>
          <p:cNvPr id="37" name="network-nodes--dynamiccrafter-block"/>
          <p:cNvSpPr/>
          <p:nvPr/>
        </p:nvSpPr>
        <p:spPr>
          <a:xfrm>
            <a:off x="2863992" y="2007110"/>
            <a:ext cx="1821838" cy="818283"/>
          </a:xfrm>
          <a:prstGeom prst="roundRect">
            <a:avLst/>
          </a:prstGeom>
          <a:solidFill>
            <a:srgbClr val="DBE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network-nodes--dynamiccrafter-label"/>
          <p:cNvSpPr txBox="1"/>
          <p:nvPr/>
        </p:nvSpPr>
        <p:spPr>
          <a:xfrm>
            <a:off x="2948908" y="2130624"/>
            <a:ext cx="1466734" cy="5558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Liberation Serif"/>
              </a:rPr>
              <a:t>DynamicCrafter</a:t>
            </a:r>
          </a:p>
        </p:txBody>
      </p:sp>
      <p:sp>
        <p:nvSpPr>
          <p:cNvPr id="39" name="network-nodes--dynamiccrafter-frozen"/>
          <p:cNvSpPr txBox="1"/>
          <p:nvPr/>
        </p:nvSpPr>
        <p:spPr>
          <a:xfrm>
            <a:off x="4261249" y="2030269"/>
            <a:ext cx="331945" cy="324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5" b="1" i="0">
                <a:solidFill>
                  <a:srgbClr val="000000"/>
                </a:solidFill>
                <a:latin typeface="DejaVu Sans"/>
              </a:rPr>
              <a:t>❆</a:t>
            </a:r>
          </a:p>
        </p:txBody>
      </p:sp>
      <p:sp>
        <p:nvSpPr>
          <p:cNvPr id="40" name="network-nodes--viewcrafter-block"/>
          <p:cNvSpPr/>
          <p:nvPr/>
        </p:nvSpPr>
        <p:spPr>
          <a:xfrm>
            <a:off x="7619299" y="1991671"/>
            <a:ext cx="1497613" cy="795124"/>
          </a:xfrm>
          <a:prstGeom prst="roundRect">
            <a:avLst/>
          </a:prstGeom>
          <a:solidFill>
            <a:srgbClr val="DBE2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network-nodes--viewcrafter-label"/>
          <p:cNvSpPr txBox="1"/>
          <p:nvPr/>
        </p:nvSpPr>
        <p:spPr>
          <a:xfrm>
            <a:off x="7719655" y="2130624"/>
            <a:ext cx="1304621" cy="5172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4" b="1" i="0">
                <a:solidFill>
                  <a:srgbClr val="000000"/>
                </a:solidFill>
                <a:latin typeface="Liberation Serif"/>
              </a:rPr>
              <a:t>ViewCrafter</a:t>
            </a:r>
          </a:p>
        </p:txBody>
      </p:sp>
      <p:sp>
        <p:nvSpPr>
          <p:cNvPr id="42" name="network-nodes--viewcrafter-frozen"/>
          <p:cNvSpPr txBox="1"/>
          <p:nvPr/>
        </p:nvSpPr>
        <p:spPr>
          <a:xfrm>
            <a:off x="8730930" y="2007110"/>
            <a:ext cx="324225" cy="3087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5" b="1" i="0">
                <a:solidFill>
                  <a:srgbClr val="000000"/>
                </a:solidFill>
                <a:latin typeface="DejaVu Sans"/>
              </a:rPr>
              <a:t>❆</a:t>
            </a:r>
          </a:p>
        </p:txBody>
      </p:sp>
      <p:sp>
        <p:nvSpPr>
          <p:cNvPr id="43" name="network-nodes--frozen-icon"/>
          <p:cNvSpPr txBox="1"/>
          <p:nvPr/>
        </p:nvSpPr>
        <p:spPr>
          <a:xfrm>
            <a:off x="7603860" y="3612798"/>
            <a:ext cx="324225" cy="41686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DejaVu Sans"/>
              </a:rPr>
              <a:t>❆</a:t>
            </a:r>
          </a:p>
        </p:txBody>
      </p:sp>
      <p:sp>
        <p:nvSpPr>
          <p:cNvPr id="44" name="network-nodes--frozen-legend"/>
          <p:cNvSpPr txBox="1"/>
          <p:nvPr/>
        </p:nvSpPr>
        <p:spPr>
          <a:xfrm>
            <a:off x="7912646" y="3620518"/>
            <a:ext cx="1466734" cy="4014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5" b="1" i="0">
                <a:solidFill>
                  <a:srgbClr val="000000"/>
                </a:solidFill>
                <a:latin typeface="Liberation Serif"/>
              </a:rPr>
              <a:t>: Frozen Network</a:t>
            </a:r>
          </a:p>
        </p:txBody>
      </p:sp>
      <p:sp>
        <p:nvSpPr>
          <p:cNvPr id="45" name="network-nodes--start-frame-swatch"/>
          <p:cNvSpPr/>
          <p:nvPr/>
        </p:nvSpPr>
        <p:spPr>
          <a:xfrm>
            <a:off x="2925749" y="3249974"/>
            <a:ext cx="640731" cy="378263"/>
          </a:xfrm>
          <a:prstGeom prst="rect">
            <a:avLst/>
          </a:prstGeom>
          <a:noFill/>
          <a:ln w="46317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etwork-nodes--start-frame-legend"/>
          <p:cNvSpPr txBox="1"/>
          <p:nvPr/>
        </p:nvSpPr>
        <p:spPr>
          <a:xfrm>
            <a:off x="3605079" y="3195937"/>
            <a:ext cx="1250584" cy="4400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5" b="1" i="0">
                <a:solidFill>
                  <a:srgbClr val="000000"/>
                </a:solidFill>
                <a:latin typeface="Liberation Serif"/>
              </a:rPr>
              <a:t>: Start Frame</a:t>
            </a:r>
          </a:p>
        </p:txBody>
      </p:sp>
      <p:sp>
        <p:nvSpPr>
          <p:cNvPr id="47" name="network-nodes--end-frame-swatch"/>
          <p:cNvSpPr/>
          <p:nvPr/>
        </p:nvSpPr>
        <p:spPr>
          <a:xfrm>
            <a:off x="2925749" y="3674556"/>
            <a:ext cx="640731" cy="378263"/>
          </a:xfrm>
          <a:prstGeom prst="rect">
            <a:avLst/>
          </a:prstGeom>
          <a:noFill/>
          <a:ln w="46317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network-nodes--end-frame-legend"/>
          <p:cNvSpPr txBox="1"/>
          <p:nvPr/>
        </p:nvSpPr>
        <p:spPr>
          <a:xfrm>
            <a:off x="3605079" y="3620518"/>
            <a:ext cx="1188826" cy="4400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5" b="1" i="0">
                <a:solidFill>
                  <a:srgbClr val="000000"/>
                </a:solidFill>
                <a:latin typeface="Liberation Serif"/>
              </a:rPr>
              <a:t>: End Frame</a:t>
            </a:r>
          </a:p>
        </p:txBody>
      </p:sp>
      <p:sp>
        <p:nvSpPr>
          <p:cNvPr id="49" name="relay-video-strips--video-clip-frame-1-body"/>
          <p:cNvSpPr/>
          <p:nvPr/>
        </p:nvSpPr>
        <p:spPr>
          <a:xfrm>
            <a:off x="4963738" y="741086"/>
            <a:ext cx="795124" cy="517216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lay-video-strips--video-clip-frame-1-top-hole-1"/>
          <p:cNvSpPr/>
          <p:nvPr/>
        </p:nvSpPr>
        <p:spPr>
          <a:xfrm>
            <a:off x="4979177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lay-video-strips--video-clip-frame-1-bottom-hole-1"/>
          <p:cNvSpPr/>
          <p:nvPr/>
        </p:nvSpPr>
        <p:spPr>
          <a:xfrm>
            <a:off x="4979177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lay-video-strips--video-clip-frame-1-top-hole-2"/>
          <p:cNvSpPr/>
          <p:nvPr/>
        </p:nvSpPr>
        <p:spPr>
          <a:xfrm>
            <a:off x="5057146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lay-video-strips--video-clip-frame-1-bottom-hole-2"/>
          <p:cNvSpPr/>
          <p:nvPr/>
        </p:nvSpPr>
        <p:spPr>
          <a:xfrm>
            <a:off x="5057146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lay-video-strips--video-clip-frame-1-top-hole-3"/>
          <p:cNvSpPr/>
          <p:nvPr/>
        </p:nvSpPr>
        <p:spPr>
          <a:xfrm>
            <a:off x="5135114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lay-video-strips--video-clip-frame-1-bottom-hole-3"/>
          <p:cNvSpPr/>
          <p:nvPr/>
        </p:nvSpPr>
        <p:spPr>
          <a:xfrm>
            <a:off x="5135114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lay-video-strips--video-clip-frame-1-top-hole-4"/>
          <p:cNvSpPr/>
          <p:nvPr/>
        </p:nvSpPr>
        <p:spPr>
          <a:xfrm>
            <a:off x="5213083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lay-video-strips--video-clip-frame-1-bottom-hole-4"/>
          <p:cNvSpPr/>
          <p:nvPr/>
        </p:nvSpPr>
        <p:spPr>
          <a:xfrm>
            <a:off x="5213083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lay-video-strips--video-clip-frame-1-top-hole-5"/>
          <p:cNvSpPr/>
          <p:nvPr/>
        </p:nvSpPr>
        <p:spPr>
          <a:xfrm>
            <a:off x="5291051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lay-video-strips--video-clip-frame-1-bottom-hole-5"/>
          <p:cNvSpPr/>
          <p:nvPr/>
        </p:nvSpPr>
        <p:spPr>
          <a:xfrm>
            <a:off x="5291051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lay-video-strips--video-clip-frame-1-top-hole-6"/>
          <p:cNvSpPr/>
          <p:nvPr/>
        </p:nvSpPr>
        <p:spPr>
          <a:xfrm>
            <a:off x="5369020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lay-video-strips--video-clip-frame-1-bottom-hole-6"/>
          <p:cNvSpPr/>
          <p:nvPr/>
        </p:nvSpPr>
        <p:spPr>
          <a:xfrm>
            <a:off x="5369020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lay-video-strips--video-clip-frame-1-top-hole-7"/>
          <p:cNvSpPr/>
          <p:nvPr/>
        </p:nvSpPr>
        <p:spPr>
          <a:xfrm>
            <a:off x="5446988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lay-video-strips--video-clip-frame-1-bottom-hole-7"/>
          <p:cNvSpPr/>
          <p:nvPr/>
        </p:nvSpPr>
        <p:spPr>
          <a:xfrm>
            <a:off x="5446988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lay-video-strips--video-clip-frame-1-top-hole-8"/>
          <p:cNvSpPr/>
          <p:nvPr/>
        </p:nvSpPr>
        <p:spPr>
          <a:xfrm>
            <a:off x="5524957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lay-video-strips--video-clip-frame-1-bottom-hole-8"/>
          <p:cNvSpPr/>
          <p:nvPr/>
        </p:nvSpPr>
        <p:spPr>
          <a:xfrm>
            <a:off x="5524957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lay-video-strips--video-clip-frame-1-top-hole-9"/>
          <p:cNvSpPr/>
          <p:nvPr/>
        </p:nvSpPr>
        <p:spPr>
          <a:xfrm>
            <a:off x="5602925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lay-video-strips--video-clip-frame-1-bottom-hole-9"/>
          <p:cNvSpPr/>
          <p:nvPr/>
        </p:nvSpPr>
        <p:spPr>
          <a:xfrm>
            <a:off x="5602925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lay-video-strips--video-clip-frame-1-top-hole-10"/>
          <p:cNvSpPr/>
          <p:nvPr/>
        </p:nvSpPr>
        <p:spPr>
          <a:xfrm>
            <a:off x="5680894" y="750350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lay-video-strips--video-clip-frame-1-bottom-hole-10"/>
          <p:cNvSpPr/>
          <p:nvPr/>
        </p:nvSpPr>
        <p:spPr>
          <a:xfrm>
            <a:off x="5680894" y="120272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relay-video-strips--video-clip-frame-1-photo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17" y="812107"/>
            <a:ext cx="733367" cy="375175"/>
          </a:xfrm>
          <a:prstGeom prst="rect">
            <a:avLst/>
          </a:prstGeom>
          <a:effectLst/>
        </p:spPr>
      </p:pic>
      <p:sp>
        <p:nvSpPr>
          <p:cNvPr id="71" name="relay-video-strips--video-clip-frame-1-photo-outline"/>
          <p:cNvSpPr/>
          <p:nvPr/>
        </p:nvSpPr>
        <p:spPr>
          <a:xfrm>
            <a:off x="4994617" y="812107"/>
            <a:ext cx="733367" cy="375175"/>
          </a:xfrm>
          <a:prstGeom prst="rect">
            <a:avLst/>
          </a:prstGeom>
          <a:noFill/>
          <a:ln w="27018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lay-video-strips--video-clip-frame-2-body"/>
          <p:cNvSpPr/>
          <p:nvPr/>
        </p:nvSpPr>
        <p:spPr>
          <a:xfrm>
            <a:off x="4963738" y="1258303"/>
            <a:ext cx="795124" cy="55581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lay-video-strips--video-clip-frame-2-top-hole-1"/>
          <p:cNvSpPr/>
          <p:nvPr/>
        </p:nvSpPr>
        <p:spPr>
          <a:xfrm>
            <a:off x="4979177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lay-video-strips--video-clip-frame-2-bottom-hole-1"/>
          <p:cNvSpPr/>
          <p:nvPr/>
        </p:nvSpPr>
        <p:spPr>
          <a:xfrm>
            <a:off x="4979177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lay-video-strips--video-clip-frame-2-top-hole-2"/>
          <p:cNvSpPr/>
          <p:nvPr/>
        </p:nvSpPr>
        <p:spPr>
          <a:xfrm>
            <a:off x="5057146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lay-video-strips--video-clip-frame-2-bottom-hole-2"/>
          <p:cNvSpPr/>
          <p:nvPr/>
        </p:nvSpPr>
        <p:spPr>
          <a:xfrm>
            <a:off x="5057146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lay-video-strips--video-clip-frame-2-top-hole-3"/>
          <p:cNvSpPr/>
          <p:nvPr/>
        </p:nvSpPr>
        <p:spPr>
          <a:xfrm>
            <a:off x="5135114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lay-video-strips--video-clip-frame-2-bottom-hole-3"/>
          <p:cNvSpPr/>
          <p:nvPr/>
        </p:nvSpPr>
        <p:spPr>
          <a:xfrm>
            <a:off x="5135114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lay-video-strips--video-clip-frame-2-top-hole-4"/>
          <p:cNvSpPr/>
          <p:nvPr/>
        </p:nvSpPr>
        <p:spPr>
          <a:xfrm>
            <a:off x="5213083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lay-video-strips--video-clip-frame-2-bottom-hole-4"/>
          <p:cNvSpPr/>
          <p:nvPr/>
        </p:nvSpPr>
        <p:spPr>
          <a:xfrm>
            <a:off x="5213083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lay-video-strips--video-clip-frame-2-top-hole-5"/>
          <p:cNvSpPr/>
          <p:nvPr/>
        </p:nvSpPr>
        <p:spPr>
          <a:xfrm>
            <a:off x="5291051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lay-video-strips--video-clip-frame-2-bottom-hole-5"/>
          <p:cNvSpPr/>
          <p:nvPr/>
        </p:nvSpPr>
        <p:spPr>
          <a:xfrm>
            <a:off x="5291051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lay-video-strips--video-clip-frame-2-top-hole-6"/>
          <p:cNvSpPr/>
          <p:nvPr/>
        </p:nvSpPr>
        <p:spPr>
          <a:xfrm>
            <a:off x="5369020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lay-video-strips--video-clip-frame-2-bottom-hole-6"/>
          <p:cNvSpPr/>
          <p:nvPr/>
        </p:nvSpPr>
        <p:spPr>
          <a:xfrm>
            <a:off x="5369020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lay-video-strips--video-clip-frame-2-top-hole-7"/>
          <p:cNvSpPr/>
          <p:nvPr/>
        </p:nvSpPr>
        <p:spPr>
          <a:xfrm>
            <a:off x="5446988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lay-video-strips--video-clip-frame-2-bottom-hole-7"/>
          <p:cNvSpPr/>
          <p:nvPr/>
        </p:nvSpPr>
        <p:spPr>
          <a:xfrm>
            <a:off x="5446988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lay-video-strips--video-clip-frame-2-top-hole-8"/>
          <p:cNvSpPr/>
          <p:nvPr/>
        </p:nvSpPr>
        <p:spPr>
          <a:xfrm>
            <a:off x="5524957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lay-video-strips--video-clip-frame-2-bottom-hole-8"/>
          <p:cNvSpPr/>
          <p:nvPr/>
        </p:nvSpPr>
        <p:spPr>
          <a:xfrm>
            <a:off x="5524957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lay-video-strips--video-clip-frame-2-top-hole-9"/>
          <p:cNvSpPr/>
          <p:nvPr/>
        </p:nvSpPr>
        <p:spPr>
          <a:xfrm>
            <a:off x="5602925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lay-video-strips--video-clip-frame-2-bottom-hole-9"/>
          <p:cNvSpPr/>
          <p:nvPr/>
        </p:nvSpPr>
        <p:spPr>
          <a:xfrm>
            <a:off x="5602925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lay-video-strips--video-clip-frame-2-top-hole-10"/>
          <p:cNvSpPr/>
          <p:nvPr/>
        </p:nvSpPr>
        <p:spPr>
          <a:xfrm>
            <a:off x="5680894" y="126756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lay-video-strips--video-clip-frame-2-bottom-hole-10"/>
          <p:cNvSpPr/>
          <p:nvPr/>
        </p:nvSpPr>
        <p:spPr>
          <a:xfrm>
            <a:off x="5680894" y="175853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3" name="relay-video-strips--video-clip-frame-2-photo" descr="cli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17" y="1329324"/>
            <a:ext cx="733367" cy="413773"/>
          </a:xfrm>
          <a:prstGeom prst="rect">
            <a:avLst/>
          </a:prstGeom>
          <a:effectLst/>
        </p:spPr>
      </p:pic>
      <p:sp>
        <p:nvSpPr>
          <p:cNvPr id="94" name="relay-video-strips--video-clip-frame-2-photo-outline"/>
          <p:cNvSpPr/>
          <p:nvPr/>
        </p:nvSpPr>
        <p:spPr>
          <a:xfrm>
            <a:off x="4994617" y="1329324"/>
            <a:ext cx="733367" cy="413773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lay-video-strips--video-clip-frame-3-body"/>
          <p:cNvSpPr/>
          <p:nvPr/>
        </p:nvSpPr>
        <p:spPr>
          <a:xfrm>
            <a:off x="4963738" y="1814119"/>
            <a:ext cx="795124" cy="54037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lay-video-strips--video-clip-frame-3-top-hole-1"/>
          <p:cNvSpPr/>
          <p:nvPr/>
        </p:nvSpPr>
        <p:spPr>
          <a:xfrm>
            <a:off x="4979177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lay-video-strips--video-clip-frame-3-bottom-hole-1"/>
          <p:cNvSpPr/>
          <p:nvPr/>
        </p:nvSpPr>
        <p:spPr>
          <a:xfrm>
            <a:off x="4979177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lay-video-strips--video-clip-frame-3-top-hole-2"/>
          <p:cNvSpPr/>
          <p:nvPr/>
        </p:nvSpPr>
        <p:spPr>
          <a:xfrm>
            <a:off x="5057146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lay-video-strips--video-clip-frame-3-bottom-hole-2"/>
          <p:cNvSpPr/>
          <p:nvPr/>
        </p:nvSpPr>
        <p:spPr>
          <a:xfrm>
            <a:off x="5057146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lay-video-strips--video-clip-frame-3-top-hole-3"/>
          <p:cNvSpPr/>
          <p:nvPr/>
        </p:nvSpPr>
        <p:spPr>
          <a:xfrm>
            <a:off x="5135114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lay-video-strips--video-clip-frame-3-bottom-hole-3"/>
          <p:cNvSpPr/>
          <p:nvPr/>
        </p:nvSpPr>
        <p:spPr>
          <a:xfrm>
            <a:off x="5135114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lay-video-strips--video-clip-frame-3-top-hole-4"/>
          <p:cNvSpPr/>
          <p:nvPr/>
        </p:nvSpPr>
        <p:spPr>
          <a:xfrm>
            <a:off x="5213083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lay-video-strips--video-clip-frame-3-bottom-hole-4"/>
          <p:cNvSpPr/>
          <p:nvPr/>
        </p:nvSpPr>
        <p:spPr>
          <a:xfrm>
            <a:off x="5213083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lay-video-strips--video-clip-frame-3-top-hole-5"/>
          <p:cNvSpPr/>
          <p:nvPr/>
        </p:nvSpPr>
        <p:spPr>
          <a:xfrm>
            <a:off x="5291051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lay-video-strips--video-clip-frame-3-bottom-hole-5"/>
          <p:cNvSpPr/>
          <p:nvPr/>
        </p:nvSpPr>
        <p:spPr>
          <a:xfrm>
            <a:off x="5291051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lay-video-strips--video-clip-frame-3-top-hole-6"/>
          <p:cNvSpPr/>
          <p:nvPr/>
        </p:nvSpPr>
        <p:spPr>
          <a:xfrm>
            <a:off x="5369020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lay-video-strips--video-clip-frame-3-bottom-hole-6"/>
          <p:cNvSpPr/>
          <p:nvPr/>
        </p:nvSpPr>
        <p:spPr>
          <a:xfrm>
            <a:off x="5369020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lay-video-strips--video-clip-frame-3-top-hole-7"/>
          <p:cNvSpPr/>
          <p:nvPr/>
        </p:nvSpPr>
        <p:spPr>
          <a:xfrm>
            <a:off x="5446988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lay-video-strips--video-clip-frame-3-bottom-hole-7"/>
          <p:cNvSpPr/>
          <p:nvPr/>
        </p:nvSpPr>
        <p:spPr>
          <a:xfrm>
            <a:off x="5446988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lay-video-strips--video-clip-frame-3-top-hole-8"/>
          <p:cNvSpPr/>
          <p:nvPr/>
        </p:nvSpPr>
        <p:spPr>
          <a:xfrm>
            <a:off x="5524957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lay-video-strips--video-clip-frame-3-bottom-hole-8"/>
          <p:cNvSpPr/>
          <p:nvPr/>
        </p:nvSpPr>
        <p:spPr>
          <a:xfrm>
            <a:off x="5524957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lay-video-strips--video-clip-frame-3-top-hole-9"/>
          <p:cNvSpPr/>
          <p:nvPr/>
        </p:nvSpPr>
        <p:spPr>
          <a:xfrm>
            <a:off x="5602925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lay-video-strips--video-clip-frame-3-bottom-hole-9"/>
          <p:cNvSpPr/>
          <p:nvPr/>
        </p:nvSpPr>
        <p:spPr>
          <a:xfrm>
            <a:off x="5602925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lay-video-strips--video-clip-frame-3-top-hole-10"/>
          <p:cNvSpPr/>
          <p:nvPr/>
        </p:nvSpPr>
        <p:spPr>
          <a:xfrm>
            <a:off x="5680894" y="182338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lay-video-strips--video-clip-frame-3-bottom-hole-10"/>
          <p:cNvSpPr/>
          <p:nvPr/>
        </p:nvSpPr>
        <p:spPr>
          <a:xfrm>
            <a:off x="5680894" y="229891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6" name="relay-video-strips--video-clip-frame-3-photo" descr="clip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617" y="1885139"/>
            <a:ext cx="733367" cy="398334"/>
          </a:xfrm>
          <a:prstGeom prst="rect">
            <a:avLst/>
          </a:prstGeom>
          <a:effectLst/>
        </p:spPr>
      </p:pic>
      <p:sp>
        <p:nvSpPr>
          <p:cNvPr id="117" name="relay-video-strips--video-clip-frame-3-photo-outline"/>
          <p:cNvSpPr/>
          <p:nvPr/>
        </p:nvSpPr>
        <p:spPr>
          <a:xfrm>
            <a:off x="4994617" y="1885139"/>
            <a:ext cx="733367" cy="398334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lay-video-strips--video-clip-frame-4-body"/>
          <p:cNvSpPr/>
          <p:nvPr/>
        </p:nvSpPr>
        <p:spPr>
          <a:xfrm>
            <a:off x="4963738" y="2493448"/>
            <a:ext cx="795124" cy="54809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lay-video-strips--video-clip-frame-4-top-hole-1"/>
          <p:cNvSpPr/>
          <p:nvPr/>
        </p:nvSpPr>
        <p:spPr>
          <a:xfrm>
            <a:off x="4979177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lay-video-strips--video-clip-frame-4-bottom-hole-1"/>
          <p:cNvSpPr/>
          <p:nvPr/>
        </p:nvSpPr>
        <p:spPr>
          <a:xfrm>
            <a:off x="4979177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lay-video-strips--video-clip-frame-4-top-hole-2"/>
          <p:cNvSpPr/>
          <p:nvPr/>
        </p:nvSpPr>
        <p:spPr>
          <a:xfrm>
            <a:off x="5057146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lay-video-strips--video-clip-frame-4-bottom-hole-2"/>
          <p:cNvSpPr/>
          <p:nvPr/>
        </p:nvSpPr>
        <p:spPr>
          <a:xfrm>
            <a:off x="5057146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lay-video-strips--video-clip-frame-4-top-hole-3"/>
          <p:cNvSpPr/>
          <p:nvPr/>
        </p:nvSpPr>
        <p:spPr>
          <a:xfrm>
            <a:off x="5135114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lay-video-strips--video-clip-frame-4-bottom-hole-3"/>
          <p:cNvSpPr/>
          <p:nvPr/>
        </p:nvSpPr>
        <p:spPr>
          <a:xfrm>
            <a:off x="5135114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lay-video-strips--video-clip-frame-4-top-hole-4"/>
          <p:cNvSpPr/>
          <p:nvPr/>
        </p:nvSpPr>
        <p:spPr>
          <a:xfrm>
            <a:off x="5213083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lay-video-strips--video-clip-frame-4-bottom-hole-4"/>
          <p:cNvSpPr/>
          <p:nvPr/>
        </p:nvSpPr>
        <p:spPr>
          <a:xfrm>
            <a:off x="5213083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lay-video-strips--video-clip-frame-4-top-hole-5"/>
          <p:cNvSpPr/>
          <p:nvPr/>
        </p:nvSpPr>
        <p:spPr>
          <a:xfrm>
            <a:off x="5291051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lay-video-strips--video-clip-frame-4-bottom-hole-5"/>
          <p:cNvSpPr/>
          <p:nvPr/>
        </p:nvSpPr>
        <p:spPr>
          <a:xfrm>
            <a:off x="5291051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lay-video-strips--video-clip-frame-4-top-hole-6"/>
          <p:cNvSpPr/>
          <p:nvPr/>
        </p:nvSpPr>
        <p:spPr>
          <a:xfrm>
            <a:off x="5369020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lay-video-strips--video-clip-frame-4-bottom-hole-6"/>
          <p:cNvSpPr/>
          <p:nvPr/>
        </p:nvSpPr>
        <p:spPr>
          <a:xfrm>
            <a:off x="5369020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lay-video-strips--video-clip-frame-4-top-hole-7"/>
          <p:cNvSpPr/>
          <p:nvPr/>
        </p:nvSpPr>
        <p:spPr>
          <a:xfrm>
            <a:off x="5446988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lay-video-strips--video-clip-frame-4-bottom-hole-7"/>
          <p:cNvSpPr/>
          <p:nvPr/>
        </p:nvSpPr>
        <p:spPr>
          <a:xfrm>
            <a:off x="5446988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lay-video-strips--video-clip-frame-4-top-hole-8"/>
          <p:cNvSpPr/>
          <p:nvPr/>
        </p:nvSpPr>
        <p:spPr>
          <a:xfrm>
            <a:off x="5524957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lay-video-strips--video-clip-frame-4-bottom-hole-8"/>
          <p:cNvSpPr/>
          <p:nvPr/>
        </p:nvSpPr>
        <p:spPr>
          <a:xfrm>
            <a:off x="5524957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lay-video-strips--video-clip-frame-4-top-hole-9"/>
          <p:cNvSpPr/>
          <p:nvPr/>
        </p:nvSpPr>
        <p:spPr>
          <a:xfrm>
            <a:off x="5602925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lay-video-strips--video-clip-frame-4-bottom-hole-9"/>
          <p:cNvSpPr/>
          <p:nvPr/>
        </p:nvSpPr>
        <p:spPr>
          <a:xfrm>
            <a:off x="5602925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lay-video-strips--video-clip-frame-4-top-hole-10"/>
          <p:cNvSpPr/>
          <p:nvPr/>
        </p:nvSpPr>
        <p:spPr>
          <a:xfrm>
            <a:off x="5680894" y="250271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lay-video-strips--video-clip-frame-4-bottom-hole-10"/>
          <p:cNvSpPr/>
          <p:nvPr/>
        </p:nvSpPr>
        <p:spPr>
          <a:xfrm>
            <a:off x="5680894" y="2985962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relay-video-strips--video-clip-frame-4-photo" descr="clip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617" y="2564469"/>
            <a:ext cx="733367" cy="406053"/>
          </a:xfrm>
          <a:prstGeom prst="rect">
            <a:avLst/>
          </a:prstGeom>
          <a:effectLst/>
        </p:spPr>
      </p:pic>
      <p:sp>
        <p:nvSpPr>
          <p:cNvPr id="140" name="relay-video-strips--video-clip-frame-4-photo-outline"/>
          <p:cNvSpPr/>
          <p:nvPr/>
        </p:nvSpPr>
        <p:spPr>
          <a:xfrm>
            <a:off x="4994617" y="2564469"/>
            <a:ext cx="733367" cy="406053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lay-video-strips--video-clip-frame-5-body"/>
          <p:cNvSpPr/>
          <p:nvPr/>
        </p:nvSpPr>
        <p:spPr>
          <a:xfrm>
            <a:off x="4963738" y="3041544"/>
            <a:ext cx="795124" cy="54037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lay-video-strips--video-clip-frame-5-top-hole-1"/>
          <p:cNvSpPr/>
          <p:nvPr/>
        </p:nvSpPr>
        <p:spPr>
          <a:xfrm>
            <a:off x="4979177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lay-video-strips--video-clip-frame-5-bottom-hole-1"/>
          <p:cNvSpPr/>
          <p:nvPr/>
        </p:nvSpPr>
        <p:spPr>
          <a:xfrm>
            <a:off x="4979177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lay-video-strips--video-clip-frame-5-top-hole-2"/>
          <p:cNvSpPr/>
          <p:nvPr/>
        </p:nvSpPr>
        <p:spPr>
          <a:xfrm>
            <a:off x="5057146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lay-video-strips--video-clip-frame-5-bottom-hole-2"/>
          <p:cNvSpPr/>
          <p:nvPr/>
        </p:nvSpPr>
        <p:spPr>
          <a:xfrm>
            <a:off x="5057146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lay-video-strips--video-clip-frame-5-top-hole-3"/>
          <p:cNvSpPr/>
          <p:nvPr/>
        </p:nvSpPr>
        <p:spPr>
          <a:xfrm>
            <a:off x="5135114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lay-video-strips--video-clip-frame-5-bottom-hole-3"/>
          <p:cNvSpPr/>
          <p:nvPr/>
        </p:nvSpPr>
        <p:spPr>
          <a:xfrm>
            <a:off x="5135114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lay-video-strips--video-clip-frame-5-top-hole-4"/>
          <p:cNvSpPr/>
          <p:nvPr/>
        </p:nvSpPr>
        <p:spPr>
          <a:xfrm>
            <a:off x="5213083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lay-video-strips--video-clip-frame-5-bottom-hole-4"/>
          <p:cNvSpPr/>
          <p:nvPr/>
        </p:nvSpPr>
        <p:spPr>
          <a:xfrm>
            <a:off x="5213083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lay-video-strips--video-clip-frame-5-top-hole-5"/>
          <p:cNvSpPr/>
          <p:nvPr/>
        </p:nvSpPr>
        <p:spPr>
          <a:xfrm>
            <a:off x="5291051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lay-video-strips--video-clip-frame-5-bottom-hole-5"/>
          <p:cNvSpPr/>
          <p:nvPr/>
        </p:nvSpPr>
        <p:spPr>
          <a:xfrm>
            <a:off x="5291051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lay-video-strips--video-clip-frame-5-top-hole-6"/>
          <p:cNvSpPr/>
          <p:nvPr/>
        </p:nvSpPr>
        <p:spPr>
          <a:xfrm>
            <a:off x="5369020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lay-video-strips--video-clip-frame-5-bottom-hole-6"/>
          <p:cNvSpPr/>
          <p:nvPr/>
        </p:nvSpPr>
        <p:spPr>
          <a:xfrm>
            <a:off x="5369020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lay-video-strips--video-clip-frame-5-top-hole-7"/>
          <p:cNvSpPr/>
          <p:nvPr/>
        </p:nvSpPr>
        <p:spPr>
          <a:xfrm>
            <a:off x="5446988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lay-video-strips--video-clip-frame-5-bottom-hole-7"/>
          <p:cNvSpPr/>
          <p:nvPr/>
        </p:nvSpPr>
        <p:spPr>
          <a:xfrm>
            <a:off x="5446988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lay-video-strips--video-clip-frame-5-top-hole-8"/>
          <p:cNvSpPr/>
          <p:nvPr/>
        </p:nvSpPr>
        <p:spPr>
          <a:xfrm>
            <a:off x="5524957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lay-video-strips--video-clip-frame-5-bottom-hole-8"/>
          <p:cNvSpPr/>
          <p:nvPr/>
        </p:nvSpPr>
        <p:spPr>
          <a:xfrm>
            <a:off x="5524957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lay-video-strips--video-clip-frame-5-top-hole-9"/>
          <p:cNvSpPr/>
          <p:nvPr/>
        </p:nvSpPr>
        <p:spPr>
          <a:xfrm>
            <a:off x="5602925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lay-video-strips--video-clip-frame-5-bottom-hole-9"/>
          <p:cNvSpPr/>
          <p:nvPr/>
        </p:nvSpPr>
        <p:spPr>
          <a:xfrm>
            <a:off x="5602925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lay-video-strips--video-clip-frame-5-top-hole-10"/>
          <p:cNvSpPr/>
          <p:nvPr/>
        </p:nvSpPr>
        <p:spPr>
          <a:xfrm>
            <a:off x="5680894" y="3050807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lay-video-strips--video-clip-frame-5-bottom-hole-10"/>
          <p:cNvSpPr/>
          <p:nvPr/>
        </p:nvSpPr>
        <p:spPr>
          <a:xfrm>
            <a:off x="5680894" y="3526338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2" name="relay-video-strips--video-clip-frame-5-photo" descr="clip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617" y="3112565"/>
            <a:ext cx="733367" cy="398334"/>
          </a:xfrm>
          <a:prstGeom prst="rect">
            <a:avLst/>
          </a:prstGeom>
          <a:effectLst/>
        </p:spPr>
      </p:pic>
      <p:sp>
        <p:nvSpPr>
          <p:cNvPr id="163" name="relay-video-strips--video-clip-frame-5-photo-outline"/>
          <p:cNvSpPr/>
          <p:nvPr/>
        </p:nvSpPr>
        <p:spPr>
          <a:xfrm>
            <a:off x="4994617" y="3112565"/>
            <a:ext cx="733367" cy="398334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lay-video-strips--video-clip-frame-6-body"/>
          <p:cNvSpPr/>
          <p:nvPr/>
        </p:nvSpPr>
        <p:spPr>
          <a:xfrm>
            <a:off x="4963738" y="3581920"/>
            <a:ext cx="795124" cy="524936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lay-video-strips--video-clip-frame-6-top-hole-1"/>
          <p:cNvSpPr/>
          <p:nvPr/>
        </p:nvSpPr>
        <p:spPr>
          <a:xfrm>
            <a:off x="4979177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lay-video-strips--video-clip-frame-6-bottom-hole-1"/>
          <p:cNvSpPr/>
          <p:nvPr/>
        </p:nvSpPr>
        <p:spPr>
          <a:xfrm>
            <a:off x="4979177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lay-video-strips--video-clip-frame-6-top-hole-2"/>
          <p:cNvSpPr/>
          <p:nvPr/>
        </p:nvSpPr>
        <p:spPr>
          <a:xfrm>
            <a:off x="5057146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lay-video-strips--video-clip-frame-6-bottom-hole-2"/>
          <p:cNvSpPr/>
          <p:nvPr/>
        </p:nvSpPr>
        <p:spPr>
          <a:xfrm>
            <a:off x="5057146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lay-video-strips--video-clip-frame-6-top-hole-3"/>
          <p:cNvSpPr/>
          <p:nvPr/>
        </p:nvSpPr>
        <p:spPr>
          <a:xfrm>
            <a:off x="5135114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lay-video-strips--video-clip-frame-6-bottom-hole-3"/>
          <p:cNvSpPr/>
          <p:nvPr/>
        </p:nvSpPr>
        <p:spPr>
          <a:xfrm>
            <a:off x="5135114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lay-video-strips--video-clip-frame-6-top-hole-4"/>
          <p:cNvSpPr/>
          <p:nvPr/>
        </p:nvSpPr>
        <p:spPr>
          <a:xfrm>
            <a:off x="5213083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lay-video-strips--video-clip-frame-6-bottom-hole-4"/>
          <p:cNvSpPr/>
          <p:nvPr/>
        </p:nvSpPr>
        <p:spPr>
          <a:xfrm>
            <a:off x="5213083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lay-video-strips--video-clip-frame-6-top-hole-5"/>
          <p:cNvSpPr/>
          <p:nvPr/>
        </p:nvSpPr>
        <p:spPr>
          <a:xfrm>
            <a:off x="5291051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lay-video-strips--video-clip-frame-6-bottom-hole-5"/>
          <p:cNvSpPr/>
          <p:nvPr/>
        </p:nvSpPr>
        <p:spPr>
          <a:xfrm>
            <a:off x="5291051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lay-video-strips--video-clip-frame-6-top-hole-6"/>
          <p:cNvSpPr/>
          <p:nvPr/>
        </p:nvSpPr>
        <p:spPr>
          <a:xfrm>
            <a:off x="5369020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lay-video-strips--video-clip-frame-6-bottom-hole-6"/>
          <p:cNvSpPr/>
          <p:nvPr/>
        </p:nvSpPr>
        <p:spPr>
          <a:xfrm>
            <a:off x="5369020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lay-video-strips--video-clip-frame-6-top-hole-7"/>
          <p:cNvSpPr/>
          <p:nvPr/>
        </p:nvSpPr>
        <p:spPr>
          <a:xfrm>
            <a:off x="5446988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lay-video-strips--video-clip-frame-6-bottom-hole-7"/>
          <p:cNvSpPr/>
          <p:nvPr/>
        </p:nvSpPr>
        <p:spPr>
          <a:xfrm>
            <a:off x="5446988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lay-video-strips--video-clip-frame-6-top-hole-8"/>
          <p:cNvSpPr/>
          <p:nvPr/>
        </p:nvSpPr>
        <p:spPr>
          <a:xfrm>
            <a:off x="5524957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lay-video-strips--video-clip-frame-6-bottom-hole-8"/>
          <p:cNvSpPr/>
          <p:nvPr/>
        </p:nvSpPr>
        <p:spPr>
          <a:xfrm>
            <a:off x="5524957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lay-video-strips--video-clip-frame-6-top-hole-9"/>
          <p:cNvSpPr/>
          <p:nvPr/>
        </p:nvSpPr>
        <p:spPr>
          <a:xfrm>
            <a:off x="5602925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lay-video-strips--video-clip-frame-6-bottom-hole-9"/>
          <p:cNvSpPr/>
          <p:nvPr/>
        </p:nvSpPr>
        <p:spPr>
          <a:xfrm>
            <a:off x="5602925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lay-video-strips--video-clip-frame-6-top-hole-10"/>
          <p:cNvSpPr/>
          <p:nvPr/>
        </p:nvSpPr>
        <p:spPr>
          <a:xfrm>
            <a:off x="5680894" y="3591183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lay-video-strips--video-clip-frame-6-bottom-hole-10"/>
          <p:cNvSpPr/>
          <p:nvPr/>
        </p:nvSpPr>
        <p:spPr>
          <a:xfrm>
            <a:off x="5680894" y="4051275"/>
            <a:ext cx="6252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5" name="relay-video-strips--video-clip-frame-6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617" y="3652940"/>
            <a:ext cx="733367" cy="382894"/>
          </a:xfrm>
          <a:prstGeom prst="rect">
            <a:avLst/>
          </a:prstGeom>
          <a:effectLst/>
        </p:spPr>
      </p:pic>
      <p:sp>
        <p:nvSpPr>
          <p:cNvPr id="186" name="relay-video-strips--video-clip-frame-6-photo-outline"/>
          <p:cNvSpPr/>
          <p:nvPr/>
        </p:nvSpPr>
        <p:spPr>
          <a:xfrm>
            <a:off x="4994617" y="3652940"/>
            <a:ext cx="733367" cy="382894"/>
          </a:xfrm>
          <a:prstGeom prst="rect">
            <a:avLst/>
          </a:prstGeom>
          <a:noFill/>
          <a:ln w="27018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lay-video-strips--video-clip-ellipsis-band"/>
          <p:cNvSpPr/>
          <p:nvPr/>
        </p:nvSpPr>
        <p:spPr>
          <a:xfrm>
            <a:off x="4963738" y="2354494"/>
            <a:ext cx="795124" cy="138953"/>
          </a:xfrm>
          <a:prstGeom prst="rect">
            <a:avLst/>
          </a:prstGeom>
          <a:solidFill>
            <a:srgbClr val="FFFFFF"/>
          </a:solidFill>
          <a:ln w="1157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lay-video-strips--video-clip-ellipsis"/>
          <p:cNvSpPr txBox="1"/>
          <p:nvPr/>
        </p:nvSpPr>
        <p:spPr>
          <a:xfrm>
            <a:off x="5033215" y="2315896"/>
            <a:ext cx="648451" cy="20071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9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189" name="relay-video-strips--video-clip-label"/>
          <p:cNvSpPr txBox="1"/>
          <p:nvPr/>
        </p:nvSpPr>
        <p:spPr>
          <a:xfrm>
            <a:off x="4824784" y="4137735"/>
            <a:ext cx="1111630" cy="35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41" b="1" i="0">
                <a:solidFill>
                  <a:srgbClr val="000000"/>
                </a:solidFill>
                <a:latin typeface="Liberation Serif"/>
              </a:rPr>
              <a:t>Video Clip</a:t>
            </a:r>
          </a:p>
        </p:txBody>
      </p:sp>
      <p:sp>
        <p:nvSpPr>
          <p:cNvPr id="190" name="relay-video-strips--relay-frame-1-body"/>
          <p:cNvSpPr/>
          <p:nvPr/>
        </p:nvSpPr>
        <p:spPr>
          <a:xfrm>
            <a:off x="6144845" y="725647"/>
            <a:ext cx="995835" cy="872321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lay-video-strips--relay-frame-1-top-hole-1"/>
          <p:cNvSpPr/>
          <p:nvPr/>
        </p:nvSpPr>
        <p:spPr>
          <a:xfrm>
            <a:off x="6160285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lay-video-strips--relay-frame-1-bottom-hole-1"/>
          <p:cNvSpPr/>
          <p:nvPr/>
        </p:nvSpPr>
        <p:spPr>
          <a:xfrm>
            <a:off x="6160285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lay-video-strips--relay-frame-1-top-hole-2"/>
          <p:cNvSpPr/>
          <p:nvPr/>
        </p:nvSpPr>
        <p:spPr>
          <a:xfrm>
            <a:off x="6241984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lay-video-strips--relay-frame-1-bottom-hole-2"/>
          <p:cNvSpPr/>
          <p:nvPr/>
        </p:nvSpPr>
        <p:spPr>
          <a:xfrm>
            <a:off x="6241984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lay-video-strips--relay-frame-1-top-hole-3"/>
          <p:cNvSpPr/>
          <p:nvPr/>
        </p:nvSpPr>
        <p:spPr>
          <a:xfrm>
            <a:off x="6323684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lay-video-strips--relay-frame-1-bottom-hole-3"/>
          <p:cNvSpPr/>
          <p:nvPr/>
        </p:nvSpPr>
        <p:spPr>
          <a:xfrm>
            <a:off x="6323684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lay-video-strips--relay-frame-1-top-hole-4"/>
          <p:cNvSpPr/>
          <p:nvPr/>
        </p:nvSpPr>
        <p:spPr>
          <a:xfrm>
            <a:off x="6405384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lay-video-strips--relay-frame-1-bottom-hole-4"/>
          <p:cNvSpPr/>
          <p:nvPr/>
        </p:nvSpPr>
        <p:spPr>
          <a:xfrm>
            <a:off x="6405384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lay-video-strips--relay-frame-1-top-hole-5"/>
          <p:cNvSpPr/>
          <p:nvPr/>
        </p:nvSpPr>
        <p:spPr>
          <a:xfrm>
            <a:off x="6487083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lay-video-strips--relay-frame-1-bottom-hole-5"/>
          <p:cNvSpPr/>
          <p:nvPr/>
        </p:nvSpPr>
        <p:spPr>
          <a:xfrm>
            <a:off x="6487083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lay-video-strips--relay-frame-1-top-hole-6"/>
          <p:cNvSpPr/>
          <p:nvPr/>
        </p:nvSpPr>
        <p:spPr>
          <a:xfrm>
            <a:off x="6568783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lay-video-strips--relay-frame-1-bottom-hole-6"/>
          <p:cNvSpPr/>
          <p:nvPr/>
        </p:nvSpPr>
        <p:spPr>
          <a:xfrm>
            <a:off x="6568783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lay-video-strips--relay-frame-1-top-hole-7"/>
          <p:cNvSpPr/>
          <p:nvPr/>
        </p:nvSpPr>
        <p:spPr>
          <a:xfrm>
            <a:off x="6650483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lay-video-strips--relay-frame-1-bottom-hole-7"/>
          <p:cNvSpPr/>
          <p:nvPr/>
        </p:nvSpPr>
        <p:spPr>
          <a:xfrm>
            <a:off x="6650483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lay-video-strips--relay-frame-1-top-hole-8"/>
          <p:cNvSpPr/>
          <p:nvPr/>
        </p:nvSpPr>
        <p:spPr>
          <a:xfrm>
            <a:off x="6732182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lay-video-strips--relay-frame-1-bottom-hole-8"/>
          <p:cNvSpPr/>
          <p:nvPr/>
        </p:nvSpPr>
        <p:spPr>
          <a:xfrm>
            <a:off x="6732182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lay-video-strips--relay-frame-1-top-hole-9"/>
          <p:cNvSpPr/>
          <p:nvPr/>
        </p:nvSpPr>
        <p:spPr>
          <a:xfrm>
            <a:off x="6813882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lay-video-strips--relay-frame-1-bottom-hole-9"/>
          <p:cNvSpPr/>
          <p:nvPr/>
        </p:nvSpPr>
        <p:spPr>
          <a:xfrm>
            <a:off x="6813882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lay-video-strips--relay-frame-1-top-hole-10"/>
          <p:cNvSpPr/>
          <p:nvPr/>
        </p:nvSpPr>
        <p:spPr>
          <a:xfrm>
            <a:off x="6895582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lay-video-strips--relay-frame-1-bottom-hole-10"/>
          <p:cNvSpPr/>
          <p:nvPr/>
        </p:nvSpPr>
        <p:spPr>
          <a:xfrm>
            <a:off x="6895582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lay-video-strips--relay-frame-1-top-hole-11"/>
          <p:cNvSpPr/>
          <p:nvPr/>
        </p:nvSpPr>
        <p:spPr>
          <a:xfrm>
            <a:off x="6977281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lay-video-strips--relay-frame-1-bottom-hole-11"/>
          <p:cNvSpPr/>
          <p:nvPr/>
        </p:nvSpPr>
        <p:spPr>
          <a:xfrm>
            <a:off x="6977281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lay-video-strips--relay-frame-1-top-hole-12"/>
          <p:cNvSpPr/>
          <p:nvPr/>
        </p:nvSpPr>
        <p:spPr>
          <a:xfrm>
            <a:off x="7058981" y="734911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lay-video-strips--relay-frame-1-bottom-hole-12"/>
          <p:cNvSpPr/>
          <p:nvPr/>
        </p:nvSpPr>
        <p:spPr>
          <a:xfrm>
            <a:off x="7058981" y="1542387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5" name="relay-video-strips--relay-frame-1-photo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724" y="796668"/>
            <a:ext cx="934078" cy="730279"/>
          </a:xfrm>
          <a:prstGeom prst="rect">
            <a:avLst/>
          </a:prstGeom>
          <a:effectLst/>
        </p:spPr>
      </p:pic>
      <p:sp>
        <p:nvSpPr>
          <p:cNvPr id="216" name="relay-video-strips--relay-frame-1-photo-outline"/>
          <p:cNvSpPr/>
          <p:nvPr/>
        </p:nvSpPr>
        <p:spPr>
          <a:xfrm>
            <a:off x="6175724" y="796668"/>
            <a:ext cx="934078" cy="730279"/>
          </a:xfrm>
          <a:prstGeom prst="rect">
            <a:avLst/>
          </a:prstGeom>
          <a:noFill/>
          <a:ln w="27018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lay-video-strips--relay-frame-2-body"/>
          <p:cNvSpPr/>
          <p:nvPr/>
        </p:nvSpPr>
        <p:spPr>
          <a:xfrm>
            <a:off x="6144845" y="1597968"/>
            <a:ext cx="995835" cy="81056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lay-video-strips--relay-frame-2-top-hole-1"/>
          <p:cNvSpPr/>
          <p:nvPr/>
        </p:nvSpPr>
        <p:spPr>
          <a:xfrm>
            <a:off x="6160285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lay-video-strips--relay-frame-2-bottom-hole-1"/>
          <p:cNvSpPr/>
          <p:nvPr/>
        </p:nvSpPr>
        <p:spPr>
          <a:xfrm>
            <a:off x="6160285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lay-video-strips--relay-frame-2-top-hole-2"/>
          <p:cNvSpPr/>
          <p:nvPr/>
        </p:nvSpPr>
        <p:spPr>
          <a:xfrm>
            <a:off x="6241984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lay-video-strips--relay-frame-2-bottom-hole-2"/>
          <p:cNvSpPr/>
          <p:nvPr/>
        </p:nvSpPr>
        <p:spPr>
          <a:xfrm>
            <a:off x="6241984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lay-video-strips--relay-frame-2-top-hole-3"/>
          <p:cNvSpPr/>
          <p:nvPr/>
        </p:nvSpPr>
        <p:spPr>
          <a:xfrm>
            <a:off x="6323684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lay-video-strips--relay-frame-2-bottom-hole-3"/>
          <p:cNvSpPr/>
          <p:nvPr/>
        </p:nvSpPr>
        <p:spPr>
          <a:xfrm>
            <a:off x="6323684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lay-video-strips--relay-frame-2-top-hole-4"/>
          <p:cNvSpPr/>
          <p:nvPr/>
        </p:nvSpPr>
        <p:spPr>
          <a:xfrm>
            <a:off x="6405384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lay-video-strips--relay-frame-2-bottom-hole-4"/>
          <p:cNvSpPr/>
          <p:nvPr/>
        </p:nvSpPr>
        <p:spPr>
          <a:xfrm>
            <a:off x="6405384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lay-video-strips--relay-frame-2-top-hole-5"/>
          <p:cNvSpPr/>
          <p:nvPr/>
        </p:nvSpPr>
        <p:spPr>
          <a:xfrm>
            <a:off x="6487083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lay-video-strips--relay-frame-2-bottom-hole-5"/>
          <p:cNvSpPr/>
          <p:nvPr/>
        </p:nvSpPr>
        <p:spPr>
          <a:xfrm>
            <a:off x="6487083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lay-video-strips--relay-frame-2-top-hole-6"/>
          <p:cNvSpPr/>
          <p:nvPr/>
        </p:nvSpPr>
        <p:spPr>
          <a:xfrm>
            <a:off x="6568783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lay-video-strips--relay-frame-2-bottom-hole-6"/>
          <p:cNvSpPr/>
          <p:nvPr/>
        </p:nvSpPr>
        <p:spPr>
          <a:xfrm>
            <a:off x="6568783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lay-video-strips--relay-frame-2-top-hole-7"/>
          <p:cNvSpPr/>
          <p:nvPr/>
        </p:nvSpPr>
        <p:spPr>
          <a:xfrm>
            <a:off x="6650483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lay-video-strips--relay-frame-2-bottom-hole-7"/>
          <p:cNvSpPr/>
          <p:nvPr/>
        </p:nvSpPr>
        <p:spPr>
          <a:xfrm>
            <a:off x="6650483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lay-video-strips--relay-frame-2-top-hole-8"/>
          <p:cNvSpPr/>
          <p:nvPr/>
        </p:nvSpPr>
        <p:spPr>
          <a:xfrm>
            <a:off x="6732182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lay-video-strips--relay-frame-2-bottom-hole-8"/>
          <p:cNvSpPr/>
          <p:nvPr/>
        </p:nvSpPr>
        <p:spPr>
          <a:xfrm>
            <a:off x="6732182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lay-video-strips--relay-frame-2-top-hole-9"/>
          <p:cNvSpPr/>
          <p:nvPr/>
        </p:nvSpPr>
        <p:spPr>
          <a:xfrm>
            <a:off x="6813882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lay-video-strips--relay-frame-2-bottom-hole-9"/>
          <p:cNvSpPr/>
          <p:nvPr/>
        </p:nvSpPr>
        <p:spPr>
          <a:xfrm>
            <a:off x="6813882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lay-video-strips--relay-frame-2-top-hole-10"/>
          <p:cNvSpPr/>
          <p:nvPr/>
        </p:nvSpPr>
        <p:spPr>
          <a:xfrm>
            <a:off x="6895582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lay-video-strips--relay-frame-2-bottom-hole-10"/>
          <p:cNvSpPr/>
          <p:nvPr/>
        </p:nvSpPr>
        <p:spPr>
          <a:xfrm>
            <a:off x="6895582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lay-video-strips--relay-frame-2-top-hole-11"/>
          <p:cNvSpPr/>
          <p:nvPr/>
        </p:nvSpPr>
        <p:spPr>
          <a:xfrm>
            <a:off x="6977281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lay-video-strips--relay-frame-2-bottom-hole-11"/>
          <p:cNvSpPr/>
          <p:nvPr/>
        </p:nvSpPr>
        <p:spPr>
          <a:xfrm>
            <a:off x="6977281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lay-video-strips--relay-frame-2-top-hole-12"/>
          <p:cNvSpPr/>
          <p:nvPr/>
        </p:nvSpPr>
        <p:spPr>
          <a:xfrm>
            <a:off x="7058981" y="1607232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lay-video-strips--relay-frame-2-bottom-hole-12"/>
          <p:cNvSpPr/>
          <p:nvPr/>
        </p:nvSpPr>
        <p:spPr>
          <a:xfrm>
            <a:off x="7058981" y="2352950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2" name="relay-video-strips--relay-frame-2-photo" descr="relay_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5724" y="1668989"/>
            <a:ext cx="934078" cy="668522"/>
          </a:xfrm>
          <a:prstGeom prst="rect">
            <a:avLst/>
          </a:prstGeom>
          <a:effectLst/>
        </p:spPr>
      </p:pic>
      <p:sp>
        <p:nvSpPr>
          <p:cNvPr id="243" name="relay-video-strips--relay-frame-2-photo-outline"/>
          <p:cNvSpPr/>
          <p:nvPr/>
        </p:nvSpPr>
        <p:spPr>
          <a:xfrm>
            <a:off x="6175724" y="1668989"/>
            <a:ext cx="934078" cy="668522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lay-video-strips--relay-frame-3-body"/>
          <p:cNvSpPr/>
          <p:nvPr/>
        </p:nvSpPr>
        <p:spPr>
          <a:xfrm>
            <a:off x="6144845" y="2408532"/>
            <a:ext cx="995835" cy="82600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lay-video-strips--relay-frame-3-top-hole-1"/>
          <p:cNvSpPr/>
          <p:nvPr/>
        </p:nvSpPr>
        <p:spPr>
          <a:xfrm>
            <a:off x="6160285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lay-video-strips--relay-frame-3-bottom-hole-1"/>
          <p:cNvSpPr/>
          <p:nvPr/>
        </p:nvSpPr>
        <p:spPr>
          <a:xfrm>
            <a:off x="6160285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lay-video-strips--relay-frame-3-top-hole-2"/>
          <p:cNvSpPr/>
          <p:nvPr/>
        </p:nvSpPr>
        <p:spPr>
          <a:xfrm>
            <a:off x="6241984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lay-video-strips--relay-frame-3-bottom-hole-2"/>
          <p:cNvSpPr/>
          <p:nvPr/>
        </p:nvSpPr>
        <p:spPr>
          <a:xfrm>
            <a:off x="6241984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lay-video-strips--relay-frame-3-top-hole-3"/>
          <p:cNvSpPr/>
          <p:nvPr/>
        </p:nvSpPr>
        <p:spPr>
          <a:xfrm>
            <a:off x="6323684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lay-video-strips--relay-frame-3-bottom-hole-3"/>
          <p:cNvSpPr/>
          <p:nvPr/>
        </p:nvSpPr>
        <p:spPr>
          <a:xfrm>
            <a:off x="6323684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lay-video-strips--relay-frame-3-top-hole-4"/>
          <p:cNvSpPr/>
          <p:nvPr/>
        </p:nvSpPr>
        <p:spPr>
          <a:xfrm>
            <a:off x="6405384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lay-video-strips--relay-frame-3-bottom-hole-4"/>
          <p:cNvSpPr/>
          <p:nvPr/>
        </p:nvSpPr>
        <p:spPr>
          <a:xfrm>
            <a:off x="6405384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lay-video-strips--relay-frame-3-top-hole-5"/>
          <p:cNvSpPr/>
          <p:nvPr/>
        </p:nvSpPr>
        <p:spPr>
          <a:xfrm>
            <a:off x="6487083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lay-video-strips--relay-frame-3-bottom-hole-5"/>
          <p:cNvSpPr/>
          <p:nvPr/>
        </p:nvSpPr>
        <p:spPr>
          <a:xfrm>
            <a:off x="6487083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lay-video-strips--relay-frame-3-top-hole-6"/>
          <p:cNvSpPr/>
          <p:nvPr/>
        </p:nvSpPr>
        <p:spPr>
          <a:xfrm>
            <a:off x="6568783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lay-video-strips--relay-frame-3-bottom-hole-6"/>
          <p:cNvSpPr/>
          <p:nvPr/>
        </p:nvSpPr>
        <p:spPr>
          <a:xfrm>
            <a:off x="6568783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lay-video-strips--relay-frame-3-top-hole-7"/>
          <p:cNvSpPr/>
          <p:nvPr/>
        </p:nvSpPr>
        <p:spPr>
          <a:xfrm>
            <a:off x="6650483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lay-video-strips--relay-frame-3-bottom-hole-7"/>
          <p:cNvSpPr/>
          <p:nvPr/>
        </p:nvSpPr>
        <p:spPr>
          <a:xfrm>
            <a:off x="6650483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lay-video-strips--relay-frame-3-top-hole-8"/>
          <p:cNvSpPr/>
          <p:nvPr/>
        </p:nvSpPr>
        <p:spPr>
          <a:xfrm>
            <a:off x="6732182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lay-video-strips--relay-frame-3-bottom-hole-8"/>
          <p:cNvSpPr/>
          <p:nvPr/>
        </p:nvSpPr>
        <p:spPr>
          <a:xfrm>
            <a:off x="6732182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lay-video-strips--relay-frame-3-top-hole-9"/>
          <p:cNvSpPr/>
          <p:nvPr/>
        </p:nvSpPr>
        <p:spPr>
          <a:xfrm>
            <a:off x="6813882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lay-video-strips--relay-frame-3-bottom-hole-9"/>
          <p:cNvSpPr/>
          <p:nvPr/>
        </p:nvSpPr>
        <p:spPr>
          <a:xfrm>
            <a:off x="6813882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lay-video-strips--relay-frame-3-top-hole-10"/>
          <p:cNvSpPr/>
          <p:nvPr/>
        </p:nvSpPr>
        <p:spPr>
          <a:xfrm>
            <a:off x="6895582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lay-video-strips--relay-frame-3-bottom-hole-10"/>
          <p:cNvSpPr/>
          <p:nvPr/>
        </p:nvSpPr>
        <p:spPr>
          <a:xfrm>
            <a:off x="6895582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lay-video-strips--relay-frame-3-top-hole-11"/>
          <p:cNvSpPr/>
          <p:nvPr/>
        </p:nvSpPr>
        <p:spPr>
          <a:xfrm>
            <a:off x="6977281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lay-video-strips--relay-frame-3-bottom-hole-11"/>
          <p:cNvSpPr/>
          <p:nvPr/>
        </p:nvSpPr>
        <p:spPr>
          <a:xfrm>
            <a:off x="6977281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lay-video-strips--relay-frame-3-top-hole-12"/>
          <p:cNvSpPr/>
          <p:nvPr/>
        </p:nvSpPr>
        <p:spPr>
          <a:xfrm>
            <a:off x="7058981" y="2417796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lay-video-strips--relay-frame-3-bottom-hole-12"/>
          <p:cNvSpPr/>
          <p:nvPr/>
        </p:nvSpPr>
        <p:spPr>
          <a:xfrm>
            <a:off x="7058981" y="3178954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9" name="relay-video-strips--relay-frame-3-photo" descr="relay_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5724" y="2479553"/>
            <a:ext cx="934078" cy="683961"/>
          </a:xfrm>
          <a:prstGeom prst="rect">
            <a:avLst/>
          </a:prstGeom>
          <a:effectLst/>
        </p:spPr>
      </p:pic>
      <p:sp>
        <p:nvSpPr>
          <p:cNvPr id="270" name="relay-video-strips--relay-frame-3-photo-outline"/>
          <p:cNvSpPr/>
          <p:nvPr/>
        </p:nvSpPr>
        <p:spPr>
          <a:xfrm>
            <a:off x="6175724" y="2479553"/>
            <a:ext cx="934078" cy="683961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lay-video-strips--relay-frame-4-body"/>
          <p:cNvSpPr/>
          <p:nvPr/>
        </p:nvSpPr>
        <p:spPr>
          <a:xfrm>
            <a:off x="6144845" y="3234535"/>
            <a:ext cx="995835" cy="872321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lay-video-strips--relay-frame-4-top-hole-1"/>
          <p:cNvSpPr/>
          <p:nvPr/>
        </p:nvSpPr>
        <p:spPr>
          <a:xfrm>
            <a:off x="6160285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lay-video-strips--relay-frame-4-bottom-hole-1"/>
          <p:cNvSpPr/>
          <p:nvPr/>
        </p:nvSpPr>
        <p:spPr>
          <a:xfrm>
            <a:off x="6160285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lay-video-strips--relay-frame-4-top-hole-2"/>
          <p:cNvSpPr/>
          <p:nvPr/>
        </p:nvSpPr>
        <p:spPr>
          <a:xfrm>
            <a:off x="6241984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lay-video-strips--relay-frame-4-bottom-hole-2"/>
          <p:cNvSpPr/>
          <p:nvPr/>
        </p:nvSpPr>
        <p:spPr>
          <a:xfrm>
            <a:off x="6241984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lay-video-strips--relay-frame-4-top-hole-3"/>
          <p:cNvSpPr/>
          <p:nvPr/>
        </p:nvSpPr>
        <p:spPr>
          <a:xfrm>
            <a:off x="6323684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lay-video-strips--relay-frame-4-bottom-hole-3"/>
          <p:cNvSpPr/>
          <p:nvPr/>
        </p:nvSpPr>
        <p:spPr>
          <a:xfrm>
            <a:off x="6323684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lay-video-strips--relay-frame-4-top-hole-4"/>
          <p:cNvSpPr/>
          <p:nvPr/>
        </p:nvSpPr>
        <p:spPr>
          <a:xfrm>
            <a:off x="6405384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lay-video-strips--relay-frame-4-bottom-hole-4"/>
          <p:cNvSpPr/>
          <p:nvPr/>
        </p:nvSpPr>
        <p:spPr>
          <a:xfrm>
            <a:off x="6405384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lay-video-strips--relay-frame-4-top-hole-5"/>
          <p:cNvSpPr/>
          <p:nvPr/>
        </p:nvSpPr>
        <p:spPr>
          <a:xfrm>
            <a:off x="6487083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lay-video-strips--relay-frame-4-bottom-hole-5"/>
          <p:cNvSpPr/>
          <p:nvPr/>
        </p:nvSpPr>
        <p:spPr>
          <a:xfrm>
            <a:off x="6487083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lay-video-strips--relay-frame-4-top-hole-6"/>
          <p:cNvSpPr/>
          <p:nvPr/>
        </p:nvSpPr>
        <p:spPr>
          <a:xfrm>
            <a:off x="6568783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lay-video-strips--relay-frame-4-bottom-hole-6"/>
          <p:cNvSpPr/>
          <p:nvPr/>
        </p:nvSpPr>
        <p:spPr>
          <a:xfrm>
            <a:off x="6568783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lay-video-strips--relay-frame-4-top-hole-7"/>
          <p:cNvSpPr/>
          <p:nvPr/>
        </p:nvSpPr>
        <p:spPr>
          <a:xfrm>
            <a:off x="6650483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lay-video-strips--relay-frame-4-bottom-hole-7"/>
          <p:cNvSpPr/>
          <p:nvPr/>
        </p:nvSpPr>
        <p:spPr>
          <a:xfrm>
            <a:off x="6650483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lay-video-strips--relay-frame-4-top-hole-8"/>
          <p:cNvSpPr/>
          <p:nvPr/>
        </p:nvSpPr>
        <p:spPr>
          <a:xfrm>
            <a:off x="6732182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lay-video-strips--relay-frame-4-bottom-hole-8"/>
          <p:cNvSpPr/>
          <p:nvPr/>
        </p:nvSpPr>
        <p:spPr>
          <a:xfrm>
            <a:off x="6732182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lay-video-strips--relay-frame-4-top-hole-9"/>
          <p:cNvSpPr/>
          <p:nvPr/>
        </p:nvSpPr>
        <p:spPr>
          <a:xfrm>
            <a:off x="6813882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lay-video-strips--relay-frame-4-bottom-hole-9"/>
          <p:cNvSpPr/>
          <p:nvPr/>
        </p:nvSpPr>
        <p:spPr>
          <a:xfrm>
            <a:off x="6813882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lay-video-strips--relay-frame-4-top-hole-10"/>
          <p:cNvSpPr/>
          <p:nvPr/>
        </p:nvSpPr>
        <p:spPr>
          <a:xfrm>
            <a:off x="6895582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lay-video-strips--relay-frame-4-bottom-hole-10"/>
          <p:cNvSpPr/>
          <p:nvPr/>
        </p:nvSpPr>
        <p:spPr>
          <a:xfrm>
            <a:off x="6895582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lay-video-strips--relay-frame-4-top-hole-11"/>
          <p:cNvSpPr/>
          <p:nvPr/>
        </p:nvSpPr>
        <p:spPr>
          <a:xfrm>
            <a:off x="6977281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lay-video-strips--relay-frame-4-bottom-hole-11"/>
          <p:cNvSpPr/>
          <p:nvPr/>
        </p:nvSpPr>
        <p:spPr>
          <a:xfrm>
            <a:off x="6977281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lay-video-strips--relay-frame-4-top-hole-12"/>
          <p:cNvSpPr/>
          <p:nvPr/>
        </p:nvSpPr>
        <p:spPr>
          <a:xfrm>
            <a:off x="7058981" y="3243799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lay-video-strips--relay-frame-4-bottom-hole-12"/>
          <p:cNvSpPr/>
          <p:nvPr/>
        </p:nvSpPr>
        <p:spPr>
          <a:xfrm>
            <a:off x="7058981" y="4051275"/>
            <a:ext cx="66260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6" name="relay-video-strips--relay-frame-4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24" y="3305556"/>
            <a:ext cx="934078" cy="730279"/>
          </a:xfrm>
          <a:prstGeom prst="rect">
            <a:avLst/>
          </a:prstGeom>
          <a:effectLst/>
        </p:spPr>
      </p:pic>
      <p:sp>
        <p:nvSpPr>
          <p:cNvPr id="297" name="relay-video-strips--relay-frame-4-photo-outline"/>
          <p:cNvSpPr/>
          <p:nvPr/>
        </p:nvSpPr>
        <p:spPr>
          <a:xfrm>
            <a:off x="6175724" y="3305556"/>
            <a:ext cx="934078" cy="730279"/>
          </a:xfrm>
          <a:prstGeom prst="rect">
            <a:avLst/>
          </a:prstGeom>
          <a:noFill/>
          <a:ln w="27018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lay-video-strips--relay-frame-label"/>
          <p:cNvSpPr txBox="1"/>
          <p:nvPr/>
        </p:nvSpPr>
        <p:spPr>
          <a:xfrm>
            <a:off x="6067649" y="4137735"/>
            <a:ext cx="1219705" cy="35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41" b="1" i="0">
                <a:solidFill>
                  <a:srgbClr val="000000"/>
                </a:solidFill>
                <a:latin typeface="Liberation Serif"/>
              </a:rPr>
              <a:t>Relay Frame</a:t>
            </a:r>
          </a:p>
        </p:txBody>
      </p:sp>
      <p:cxnSp>
        <p:nvCxnSpPr>
          <p:cNvPr id="299" name="relay-video-strips--relay-transfer-1-part-1"/>
          <p:cNvCxnSpPr/>
          <p:nvPr/>
        </p:nvCxnSpPr>
        <p:spPr>
          <a:xfrm>
            <a:off x="5758863" y="957237"/>
            <a:ext cx="200711" cy="69477"/>
          </a:xfrm>
          <a:prstGeom prst="line">
            <a:avLst/>
          </a:prstGeom>
          <a:ln w="16983">
            <a:solidFill>
              <a:srgbClr val="000000"/>
            </a:solidFill>
            <a:prstDash val="dash"/>
          </a:ln>
          <a:effectLst/>
        </p:spPr>
      </p:cxnSp>
      <p:cxnSp>
        <p:nvCxnSpPr>
          <p:cNvPr id="300" name="relay-video-strips--relay-transfer-1-part-2"/>
          <p:cNvCxnSpPr/>
          <p:nvPr/>
        </p:nvCxnSpPr>
        <p:spPr>
          <a:xfrm>
            <a:off x="5959574" y="1026714"/>
            <a:ext cx="185271" cy="154393"/>
          </a:xfrm>
          <a:prstGeom prst="line">
            <a:avLst/>
          </a:prstGeom>
          <a:ln w="169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301" name="relay-video-strips--relay-transfer-2-part-1"/>
          <p:cNvCxnSpPr/>
          <p:nvPr/>
        </p:nvCxnSpPr>
        <p:spPr>
          <a:xfrm>
            <a:off x="5758863" y="1528491"/>
            <a:ext cx="185271" cy="69477"/>
          </a:xfrm>
          <a:prstGeom prst="line">
            <a:avLst/>
          </a:prstGeom>
          <a:ln w="16983">
            <a:solidFill>
              <a:srgbClr val="000000"/>
            </a:solidFill>
            <a:prstDash val="dash"/>
          </a:ln>
          <a:effectLst/>
        </p:spPr>
      </p:cxnSp>
      <p:cxnSp>
        <p:nvCxnSpPr>
          <p:cNvPr id="302" name="relay-video-strips--relay-transfer-2-part-2"/>
          <p:cNvCxnSpPr/>
          <p:nvPr/>
        </p:nvCxnSpPr>
        <p:spPr>
          <a:xfrm>
            <a:off x="5944134" y="1597968"/>
            <a:ext cx="200711" cy="393703"/>
          </a:xfrm>
          <a:prstGeom prst="line">
            <a:avLst/>
          </a:prstGeom>
          <a:ln w="169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303" name="relay-video-strips--relay-transfer-3-part-1"/>
          <p:cNvCxnSpPr/>
          <p:nvPr/>
        </p:nvCxnSpPr>
        <p:spPr>
          <a:xfrm flipV="1">
            <a:off x="5758863" y="2601523"/>
            <a:ext cx="216150" cy="77197"/>
          </a:xfrm>
          <a:prstGeom prst="line">
            <a:avLst/>
          </a:prstGeom>
          <a:ln w="16983">
            <a:solidFill>
              <a:srgbClr val="000000"/>
            </a:solidFill>
            <a:prstDash val="dash"/>
          </a:ln>
          <a:effectLst/>
        </p:spPr>
      </p:cxnSp>
      <p:cxnSp>
        <p:nvCxnSpPr>
          <p:cNvPr id="304" name="relay-video-strips--relay-transfer-3-part-2"/>
          <p:cNvCxnSpPr/>
          <p:nvPr/>
        </p:nvCxnSpPr>
        <p:spPr>
          <a:xfrm>
            <a:off x="5975013" y="2601523"/>
            <a:ext cx="169832" cy="100356"/>
          </a:xfrm>
          <a:prstGeom prst="line">
            <a:avLst/>
          </a:prstGeom>
          <a:ln w="169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305" name="relay-video-strips--relay-transfer-4-part-1"/>
          <p:cNvCxnSpPr/>
          <p:nvPr/>
        </p:nvCxnSpPr>
        <p:spPr>
          <a:xfrm flipV="1">
            <a:off x="5758863" y="3805790"/>
            <a:ext cx="192991" cy="30878"/>
          </a:xfrm>
          <a:prstGeom prst="line">
            <a:avLst/>
          </a:prstGeom>
          <a:ln w="16983">
            <a:solidFill>
              <a:srgbClr val="000000"/>
            </a:solidFill>
            <a:prstDash val="dash"/>
          </a:ln>
          <a:effectLst/>
        </p:spPr>
      </p:cxnSp>
      <p:cxnSp>
        <p:nvCxnSpPr>
          <p:cNvPr id="306" name="relay-video-strips--relay-transfer-4-part-2"/>
          <p:cNvCxnSpPr/>
          <p:nvPr/>
        </p:nvCxnSpPr>
        <p:spPr>
          <a:xfrm flipV="1">
            <a:off x="5951854" y="3659116"/>
            <a:ext cx="192991" cy="146674"/>
          </a:xfrm>
          <a:prstGeom prst="line">
            <a:avLst/>
          </a:prstGeom>
          <a:ln w="16983">
            <a:solidFill>
              <a:srgbClr val="000000"/>
            </a:solidFill>
            <a:prstDash val="dash"/>
            <a:tailEnd type="triangle" w="sm" len="sm"/>
          </a:ln>
          <a:effectLst/>
        </p:spPr>
      </p:cxnSp>
      <p:sp>
        <p:nvSpPr>
          <p:cNvPr id="307" name="hybrid-video-strip--hybrid-video-frame-1-body"/>
          <p:cNvSpPr/>
          <p:nvPr/>
        </p:nvSpPr>
        <p:spPr>
          <a:xfrm>
            <a:off x="9317624" y="733367"/>
            <a:ext cx="802844" cy="524936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hybrid-video-strip--hybrid-video-frame-1-top-hole-1"/>
          <p:cNvSpPr/>
          <p:nvPr/>
        </p:nvSpPr>
        <p:spPr>
          <a:xfrm>
            <a:off x="9333063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hybrid-video-strip--hybrid-video-frame-1-bottom-hole-1"/>
          <p:cNvSpPr/>
          <p:nvPr/>
        </p:nvSpPr>
        <p:spPr>
          <a:xfrm>
            <a:off x="9333063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hybrid-video-strip--hybrid-video-frame-1-top-hole-2"/>
          <p:cNvSpPr/>
          <p:nvPr/>
        </p:nvSpPr>
        <p:spPr>
          <a:xfrm>
            <a:off x="9411803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hybrid-video-strip--hybrid-video-frame-1-bottom-hole-2"/>
          <p:cNvSpPr/>
          <p:nvPr/>
        </p:nvSpPr>
        <p:spPr>
          <a:xfrm>
            <a:off x="9411803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hybrid-video-strip--hybrid-video-frame-1-top-hole-3"/>
          <p:cNvSpPr/>
          <p:nvPr/>
        </p:nvSpPr>
        <p:spPr>
          <a:xfrm>
            <a:off x="9490544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hybrid-video-strip--hybrid-video-frame-1-bottom-hole-3"/>
          <p:cNvSpPr/>
          <p:nvPr/>
        </p:nvSpPr>
        <p:spPr>
          <a:xfrm>
            <a:off x="9490544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hybrid-video-strip--hybrid-video-frame-1-top-hole-4"/>
          <p:cNvSpPr/>
          <p:nvPr/>
        </p:nvSpPr>
        <p:spPr>
          <a:xfrm>
            <a:off x="9569284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hybrid-video-strip--hybrid-video-frame-1-bottom-hole-4"/>
          <p:cNvSpPr/>
          <p:nvPr/>
        </p:nvSpPr>
        <p:spPr>
          <a:xfrm>
            <a:off x="9569284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hybrid-video-strip--hybrid-video-frame-1-top-hole-5"/>
          <p:cNvSpPr/>
          <p:nvPr/>
        </p:nvSpPr>
        <p:spPr>
          <a:xfrm>
            <a:off x="9648025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hybrid-video-strip--hybrid-video-frame-1-bottom-hole-5"/>
          <p:cNvSpPr/>
          <p:nvPr/>
        </p:nvSpPr>
        <p:spPr>
          <a:xfrm>
            <a:off x="9648025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hybrid-video-strip--hybrid-video-frame-1-top-hole-6"/>
          <p:cNvSpPr/>
          <p:nvPr/>
        </p:nvSpPr>
        <p:spPr>
          <a:xfrm>
            <a:off x="9726765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hybrid-video-strip--hybrid-video-frame-1-bottom-hole-6"/>
          <p:cNvSpPr/>
          <p:nvPr/>
        </p:nvSpPr>
        <p:spPr>
          <a:xfrm>
            <a:off x="9726765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hybrid-video-strip--hybrid-video-frame-1-top-hole-7"/>
          <p:cNvSpPr/>
          <p:nvPr/>
        </p:nvSpPr>
        <p:spPr>
          <a:xfrm>
            <a:off x="9805506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hybrid-video-strip--hybrid-video-frame-1-bottom-hole-7"/>
          <p:cNvSpPr/>
          <p:nvPr/>
        </p:nvSpPr>
        <p:spPr>
          <a:xfrm>
            <a:off x="9805506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hybrid-video-strip--hybrid-video-frame-1-top-hole-8"/>
          <p:cNvSpPr/>
          <p:nvPr/>
        </p:nvSpPr>
        <p:spPr>
          <a:xfrm>
            <a:off x="9884246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hybrid-video-strip--hybrid-video-frame-1-bottom-hole-8"/>
          <p:cNvSpPr/>
          <p:nvPr/>
        </p:nvSpPr>
        <p:spPr>
          <a:xfrm>
            <a:off x="9884246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hybrid-video-strip--hybrid-video-frame-1-top-hole-9"/>
          <p:cNvSpPr/>
          <p:nvPr/>
        </p:nvSpPr>
        <p:spPr>
          <a:xfrm>
            <a:off x="9962987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hybrid-video-strip--hybrid-video-frame-1-bottom-hole-9"/>
          <p:cNvSpPr/>
          <p:nvPr/>
        </p:nvSpPr>
        <p:spPr>
          <a:xfrm>
            <a:off x="9962987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hybrid-video-strip--hybrid-video-frame-1-top-hole-10"/>
          <p:cNvSpPr/>
          <p:nvPr/>
        </p:nvSpPr>
        <p:spPr>
          <a:xfrm>
            <a:off x="10041727" y="742630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hybrid-video-strip--hybrid-video-frame-1-bottom-hole-10"/>
          <p:cNvSpPr/>
          <p:nvPr/>
        </p:nvSpPr>
        <p:spPr>
          <a:xfrm>
            <a:off x="10041727" y="120272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8" name="hybrid-video-strip--hybrid-video-frame-1-photo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502" y="804388"/>
            <a:ext cx="741086" cy="382894"/>
          </a:xfrm>
          <a:prstGeom prst="rect">
            <a:avLst/>
          </a:prstGeom>
          <a:effectLst/>
        </p:spPr>
      </p:pic>
      <p:sp>
        <p:nvSpPr>
          <p:cNvPr id="329" name="hybrid-video-strip--hybrid-video-frame-1-photo-outline"/>
          <p:cNvSpPr/>
          <p:nvPr/>
        </p:nvSpPr>
        <p:spPr>
          <a:xfrm>
            <a:off x="9348502" y="804388"/>
            <a:ext cx="741086" cy="382894"/>
          </a:xfrm>
          <a:prstGeom prst="rect">
            <a:avLst/>
          </a:prstGeom>
          <a:noFill/>
          <a:ln w="27018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hybrid-video-strip--hybrid-video-frame-2-body"/>
          <p:cNvSpPr/>
          <p:nvPr/>
        </p:nvSpPr>
        <p:spPr>
          <a:xfrm>
            <a:off x="9317624" y="1258303"/>
            <a:ext cx="802844" cy="55581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hybrid-video-strip--hybrid-video-frame-2-top-hole-1"/>
          <p:cNvSpPr/>
          <p:nvPr/>
        </p:nvSpPr>
        <p:spPr>
          <a:xfrm>
            <a:off x="9333063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hybrid-video-strip--hybrid-video-frame-2-bottom-hole-1"/>
          <p:cNvSpPr/>
          <p:nvPr/>
        </p:nvSpPr>
        <p:spPr>
          <a:xfrm>
            <a:off x="9333063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hybrid-video-strip--hybrid-video-frame-2-top-hole-2"/>
          <p:cNvSpPr/>
          <p:nvPr/>
        </p:nvSpPr>
        <p:spPr>
          <a:xfrm>
            <a:off x="9411803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hybrid-video-strip--hybrid-video-frame-2-bottom-hole-2"/>
          <p:cNvSpPr/>
          <p:nvPr/>
        </p:nvSpPr>
        <p:spPr>
          <a:xfrm>
            <a:off x="9411803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hybrid-video-strip--hybrid-video-frame-2-top-hole-3"/>
          <p:cNvSpPr/>
          <p:nvPr/>
        </p:nvSpPr>
        <p:spPr>
          <a:xfrm>
            <a:off x="9490544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hybrid-video-strip--hybrid-video-frame-2-bottom-hole-3"/>
          <p:cNvSpPr/>
          <p:nvPr/>
        </p:nvSpPr>
        <p:spPr>
          <a:xfrm>
            <a:off x="9490544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hybrid-video-strip--hybrid-video-frame-2-top-hole-4"/>
          <p:cNvSpPr/>
          <p:nvPr/>
        </p:nvSpPr>
        <p:spPr>
          <a:xfrm>
            <a:off x="9569284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hybrid-video-strip--hybrid-video-frame-2-bottom-hole-4"/>
          <p:cNvSpPr/>
          <p:nvPr/>
        </p:nvSpPr>
        <p:spPr>
          <a:xfrm>
            <a:off x="9569284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hybrid-video-strip--hybrid-video-frame-2-top-hole-5"/>
          <p:cNvSpPr/>
          <p:nvPr/>
        </p:nvSpPr>
        <p:spPr>
          <a:xfrm>
            <a:off x="9648025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hybrid-video-strip--hybrid-video-frame-2-bottom-hole-5"/>
          <p:cNvSpPr/>
          <p:nvPr/>
        </p:nvSpPr>
        <p:spPr>
          <a:xfrm>
            <a:off x="9648025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hybrid-video-strip--hybrid-video-frame-2-top-hole-6"/>
          <p:cNvSpPr/>
          <p:nvPr/>
        </p:nvSpPr>
        <p:spPr>
          <a:xfrm>
            <a:off x="9726765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hybrid-video-strip--hybrid-video-frame-2-bottom-hole-6"/>
          <p:cNvSpPr/>
          <p:nvPr/>
        </p:nvSpPr>
        <p:spPr>
          <a:xfrm>
            <a:off x="9726765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hybrid-video-strip--hybrid-video-frame-2-top-hole-7"/>
          <p:cNvSpPr/>
          <p:nvPr/>
        </p:nvSpPr>
        <p:spPr>
          <a:xfrm>
            <a:off x="9805506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hybrid-video-strip--hybrid-video-frame-2-bottom-hole-7"/>
          <p:cNvSpPr/>
          <p:nvPr/>
        </p:nvSpPr>
        <p:spPr>
          <a:xfrm>
            <a:off x="9805506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hybrid-video-strip--hybrid-video-frame-2-top-hole-8"/>
          <p:cNvSpPr/>
          <p:nvPr/>
        </p:nvSpPr>
        <p:spPr>
          <a:xfrm>
            <a:off x="9884246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hybrid-video-strip--hybrid-video-frame-2-bottom-hole-8"/>
          <p:cNvSpPr/>
          <p:nvPr/>
        </p:nvSpPr>
        <p:spPr>
          <a:xfrm>
            <a:off x="9884246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hybrid-video-strip--hybrid-video-frame-2-top-hole-9"/>
          <p:cNvSpPr/>
          <p:nvPr/>
        </p:nvSpPr>
        <p:spPr>
          <a:xfrm>
            <a:off x="9962987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hybrid-video-strip--hybrid-video-frame-2-bottom-hole-9"/>
          <p:cNvSpPr/>
          <p:nvPr/>
        </p:nvSpPr>
        <p:spPr>
          <a:xfrm>
            <a:off x="9962987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hybrid-video-strip--hybrid-video-frame-2-top-hole-10"/>
          <p:cNvSpPr/>
          <p:nvPr/>
        </p:nvSpPr>
        <p:spPr>
          <a:xfrm>
            <a:off x="10041727" y="126756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hybrid-video-strip--hybrid-video-frame-2-bottom-hole-10"/>
          <p:cNvSpPr/>
          <p:nvPr/>
        </p:nvSpPr>
        <p:spPr>
          <a:xfrm>
            <a:off x="10041727" y="175853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1" name="hybrid-video-strip--hybrid-video-frame-2-photo" descr="cli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502" y="1329324"/>
            <a:ext cx="741086" cy="413773"/>
          </a:xfrm>
          <a:prstGeom prst="rect">
            <a:avLst/>
          </a:prstGeom>
          <a:effectLst/>
        </p:spPr>
      </p:pic>
      <p:sp>
        <p:nvSpPr>
          <p:cNvPr id="352" name="hybrid-video-strip--hybrid-video-frame-2-photo-outline"/>
          <p:cNvSpPr/>
          <p:nvPr/>
        </p:nvSpPr>
        <p:spPr>
          <a:xfrm>
            <a:off x="9348502" y="1329324"/>
            <a:ext cx="741086" cy="413773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hybrid-video-strip--hybrid-video-frame-3-body"/>
          <p:cNvSpPr/>
          <p:nvPr/>
        </p:nvSpPr>
        <p:spPr>
          <a:xfrm>
            <a:off x="9317624" y="1814119"/>
            <a:ext cx="802844" cy="54037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hybrid-video-strip--hybrid-video-frame-3-top-hole-1"/>
          <p:cNvSpPr/>
          <p:nvPr/>
        </p:nvSpPr>
        <p:spPr>
          <a:xfrm>
            <a:off x="9333063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hybrid-video-strip--hybrid-video-frame-3-bottom-hole-1"/>
          <p:cNvSpPr/>
          <p:nvPr/>
        </p:nvSpPr>
        <p:spPr>
          <a:xfrm>
            <a:off x="9333063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hybrid-video-strip--hybrid-video-frame-3-top-hole-2"/>
          <p:cNvSpPr/>
          <p:nvPr/>
        </p:nvSpPr>
        <p:spPr>
          <a:xfrm>
            <a:off x="9411803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hybrid-video-strip--hybrid-video-frame-3-bottom-hole-2"/>
          <p:cNvSpPr/>
          <p:nvPr/>
        </p:nvSpPr>
        <p:spPr>
          <a:xfrm>
            <a:off x="9411803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hybrid-video-strip--hybrid-video-frame-3-top-hole-3"/>
          <p:cNvSpPr/>
          <p:nvPr/>
        </p:nvSpPr>
        <p:spPr>
          <a:xfrm>
            <a:off x="9490544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hybrid-video-strip--hybrid-video-frame-3-bottom-hole-3"/>
          <p:cNvSpPr/>
          <p:nvPr/>
        </p:nvSpPr>
        <p:spPr>
          <a:xfrm>
            <a:off x="9490544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hybrid-video-strip--hybrid-video-frame-3-top-hole-4"/>
          <p:cNvSpPr/>
          <p:nvPr/>
        </p:nvSpPr>
        <p:spPr>
          <a:xfrm>
            <a:off x="9569284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hybrid-video-strip--hybrid-video-frame-3-bottom-hole-4"/>
          <p:cNvSpPr/>
          <p:nvPr/>
        </p:nvSpPr>
        <p:spPr>
          <a:xfrm>
            <a:off x="9569284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hybrid-video-strip--hybrid-video-frame-3-top-hole-5"/>
          <p:cNvSpPr/>
          <p:nvPr/>
        </p:nvSpPr>
        <p:spPr>
          <a:xfrm>
            <a:off x="9648025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hybrid-video-strip--hybrid-video-frame-3-bottom-hole-5"/>
          <p:cNvSpPr/>
          <p:nvPr/>
        </p:nvSpPr>
        <p:spPr>
          <a:xfrm>
            <a:off x="9648025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hybrid-video-strip--hybrid-video-frame-3-top-hole-6"/>
          <p:cNvSpPr/>
          <p:nvPr/>
        </p:nvSpPr>
        <p:spPr>
          <a:xfrm>
            <a:off x="9726765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hybrid-video-strip--hybrid-video-frame-3-bottom-hole-6"/>
          <p:cNvSpPr/>
          <p:nvPr/>
        </p:nvSpPr>
        <p:spPr>
          <a:xfrm>
            <a:off x="9726765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hybrid-video-strip--hybrid-video-frame-3-top-hole-7"/>
          <p:cNvSpPr/>
          <p:nvPr/>
        </p:nvSpPr>
        <p:spPr>
          <a:xfrm>
            <a:off x="9805506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hybrid-video-strip--hybrid-video-frame-3-bottom-hole-7"/>
          <p:cNvSpPr/>
          <p:nvPr/>
        </p:nvSpPr>
        <p:spPr>
          <a:xfrm>
            <a:off x="9805506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hybrid-video-strip--hybrid-video-frame-3-top-hole-8"/>
          <p:cNvSpPr/>
          <p:nvPr/>
        </p:nvSpPr>
        <p:spPr>
          <a:xfrm>
            <a:off x="9884246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hybrid-video-strip--hybrid-video-frame-3-bottom-hole-8"/>
          <p:cNvSpPr/>
          <p:nvPr/>
        </p:nvSpPr>
        <p:spPr>
          <a:xfrm>
            <a:off x="9884246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hybrid-video-strip--hybrid-video-frame-3-top-hole-9"/>
          <p:cNvSpPr/>
          <p:nvPr/>
        </p:nvSpPr>
        <p:spPr>
          <a:xfrm>
            <a:off x="9962987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hybrid-video-strip--hybrid-video-frame-3-bottom-hole-9"/>
          <p:cNvSpPr/>
          <p:nvPr/>
        </p:nvSpPr>
        <p:spPr>
          <a:xfrm>
            <a:off x="9962987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hybrid-video-strip--hybrid-video-frame-3-top-hole-10"/>
          <p:cNvSpPr/>
          <p:nvPr/>
        </p:nvSpPr>
        <p:spPr>
          <a:xfrm>
            <a:off x="10041727" y="182338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hybrid-video-strip--hybrid-video-frame-3-bottom-hole-10"/>
          <p:cNvSpPr/>
          <p:nvPr/>
        </p:nvSpPr>
        <p:spPr>
          <a:xfrm>
            <a:off x="10041727" y="229891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4" name="hybrid-video-strip--hybrid-video-frame-3-photo" descr="relay_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8502" y="1885139"/>
            <a:ext cx="741086" cy="398334"/>
          </a:xfrm>
          <a:prstGeom prst="rect">
            <a:avLst/>
          </a:prstGeom>
          <a:effectLst/>
        </p:spPr>
      </p:pic>
      <p:sp>
        <p:nvSpPr>
          <p:cNvPr id="375" name="hybrid-video-strip--hybrid-video-frame-3-photo-outline"/>
          <p:cNvSpPr/>
          <p:nvPr/>
        </p:nvSpPr>
        <p:spPr>
          <a:xfrm>
            <a:off x="9348502" y="1885139"/>
            <a:ext cx="741086" cy="398334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hybrid-video-strip--hybrid-video-frame-4-body"/>
          <p:cNvSpPr/>
          <p:nvPr/>
        </p:nvSpPr>
        <p:spPr>
          <a:xfrm>
            <a:off x="9317624" y="2493448"/>
            <a:ext cx="802844" cy="54809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hybrid-video-strip--hybrid-video-frame-4-top-hole-1"/>
          <p:cNvSpPr/>
          <p:nvPr/>
        </p:nvSpPr>
        <p:spPr>
          <a:xfrm>
            <a:off x="9333063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hybrid-video-strip--hybrid-video-frame-4-bottom-hole-1"/>
          <p:cNvSpPr/>
          <p:nvPr/>
        </p:nvSpPr>
        <p:spPr>
          <a:xfrm>
            <a:off x="9333063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hybrid-video-strip--hybrid-video-frame-4-top-hole-2"/>
          <p:cNvSpPr/>
          <p:nvPr/>
        </p:nvSpPr>
        <p:spPr>
          <a:xfrm>
            <a:off x="9411803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hybrid-video-strip--hybrid-video-frame-4-bottom-hole-2"/>
          <p:cNvSpPr/>
          <p:nvPr/>
        </p:nvSpPr>
        <p:spPr>
          <a:xfrm>
            <a:off x="9411803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hybrid-video-strip--hybrid-video-frame-4-top-hole-3"/>
          <p:cNvSpPr/>
          <p:nvPr/>
        </p:nvSpPr>
        <p:spPr>
          <a:xfrm>
            <a:off x="9490544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hybrid-video-strip--hybrid-video-frame-4-bottom-hole-3"/>
          <p:cNvSpPr/>
          <p:nvPr/>
        </p:nvSpPr>
        <p:spPr>
          <a:xfrm>
            <a:off x="9490544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hybrid-video-strip--hybrid-video-frame-4-top-hole-4"/>
          <p:cNvSpPr/>
          <p:nvPr/>
        </p:nvSpPr>
        <p:spPr>
          <a:xfrm>
            <a:off x="9569284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hybrid-video-strip--hybrid-video-frame-4-bottom-hole-4"/>
          <p:cNvSpPr/>
          <p:nvPr/>
        </p:nvSpPr>
        <p:spPr>
          <a:xfrm>
            <a:off x="9569284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hybrid-video-strip--hybrid-video-frame-4-top-hole-5"/>
          <p:cNvSpPr/>
          <p:nvPr/>
        </p:nvSpPr>
        <p:spPr>
          <a:xfrm>
            <a:off x="9648025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hybrid-video-strip--hybrid-video-frame-4-bottom-hole-5"/>
          <p:cNvSpPr/>
          <p:nvPr/>
        </p:nvSpPr>
        <p:spPr>
          <a:xfrm>
            <a:off x="9648025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hybrid-video-strip--hybrid-video-frame-4-top-hole-6"/>
          <p:cNvSpPr/>
          <p:nvPr/>
        </p:nvSpPr>
        <p:spPr>
          <a:xfrm>
            <a:off x="9726765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hybrid-video-strip--hybrid-video-frame-4-bottom-hole-6"/>
          <p:cNvSpPr/>
          <p:nvPr/>
        </p:nvSpPr>
        <p:spPr>
          <a:xfrm>
            <a:off x="9726765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hybrid-video-strip--hybrid-video-frame-4-top-hole-7"/>
          <p:cNvSpPr/>
          <p:nvPr/>
        </p:nvSpPr>
        <p:spPr>
          <a:xfrm>
            <a:off x="9805506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hybrid-video-strip--hybrid-video-frame-4-bottom-hole-7"/>
          <p:cNvSpPr/>
          <p:nvPr/>
        </p:nvSpPr>
        <p:spPr>
          <a:xfrm>
            <a:off x="9805506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hybrid-video-strip--hybrid-video-frame-4-top-hole-8"/>
          <p:cNvSpPr/>
          <p:nvPr/>
        </p:nvSpPr>
        <p:spPr>
          <a:xfrm>
            <a:off x="9884246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hybrid-video-strip--hybrid-video-frame-4-bottom-hole-8"/>
          <p:cNvSpPr/>
          <p:nvPr/>
        </p:nvSpPr>
        <p:spPr>
          <a:xfrm>
            <a:off x="9884246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hybrid-video-strip--hybrid-video-frame-4-top-hole-9"/>
          <p:cNvSpPr/>
          <p:nvPr/>
        </p:nvSpPr>
        <p:spPr>
          <a:xfrm>
            <a:off x="9962987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hybrid-video-strip--hybrid-video-frame-4-bottom-hole-9"/>
          <p:cNvSpPr/>
          <p:nvPr/>
        </p:nvSpPr>
        <p:spPr>
          <a:xfrm>
            <a:off x="9962987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hybrid-video-strip--hybrid-video-frame-4-top-hole-10"/>
          <p:cNvSpPr/>
          <p:nvPr/>
        </p:nvSpPr>
        <p:spPr>
          <a:xfrm>
            <a:off x="10041727" y="250271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hybrid-video-strip--hybrid-video-frame-4-bottom-hole-10"/>
          <p:cNvSpPr/>
          <p:nvPr/>
        </p:nvSpPr>
        <p:spPr>
          <a:xfrm>
            <a:off x="10041727" y="298596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7" name="hybrid-video-strip--hybrid-video-frame-4-photo" descr="clip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8502" y="2564469"/>
            <a:ext cx="741086" cy="406053"/>
          </a:xfrm>
          <a:prstGeom prst="rect">
            <a:avLst/>
          </a:prstGeom>
          <a:effectLst/>
        </p:spPr>
      </p:pic>
      <p:sp>
        <p:nvSpPr>
          <p:cNvPr id="398" name="hybrid-video-strip--hybrid-video-frame-4-photo-outline"/>
          <p:cNvSpPr/>
          <p:nvPr/>
        </p:nvSpPr>
        <p:spPr>
          <a:xfrm>
            <a:off x="9348502" y="2564469"/>
            <a:ext cx="741086" cy="406053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hybrid-video-strip--hybrid-video-frame-5-body"/>
          <p:cNvSpPr/>
          <p:nvPr/>
        </p:nvSpPr>
        <p:spPr>
          <a:xfrm>
            <a:off x="9317624" y="3041544"/>
            <a:ext cx="802844" cy="540375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hybrid-video-strip--hybrid-video-frame-5-top-hole-1"/>
          <p:cNvSpPr/>
          <p:nvPr/>
        </p:nvSpPr>
        <p:spPr>
          <a:xfrm>
            <a:off x="9333063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hybrid-video-strip--hybrid-video-frame-5-bottom-hole-1"/>
          <p:cNvSpPr/>
          <p:nvPr/>
        </p:nvSpPr>
        <p:spPr>
          <a:xfrm>
            <a:off x="9333063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hybrid-video-strip--hybrid-video-frame-5-top-hole-2"/>
          <p:cNvSpPr/>
          <p:nvPr/>
        </p:nvSpPr>
        <p:spPr>
          <a:xfrm>
            <a:off x="9411803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hybrid-video-strip--hybrid-video-frame-5-bottom-hole-2"/>
          <p:cNvSpPr/>
          <p:nvPr/>
        </p:nvSpPr>
        <p:spPr>
          <a:xfrm>
            <a:off x="9411803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hybrid-video-strip--hybrid-video-frame-5-top-hole-3"/>
          <p:cNvSpPr/>
          <p:nvPr/>
        </p:nvSpPr>
        <p:spPr>
          <a:xfrm>
            <a:off x="9490544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hybrid-video-strip--hybrid-video-frame-5-bottom-hole-3"/>
          <p:cNvSpPr/>
          <p:nvPr/>
        </p:nvSpPr>
        <p:spPr>
          <a:xfrm>
            <a:off x="9490544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hybrid-video-strip--hybrid-video-frame-5-top-hole-4"/>
          <p:cNvSpPr/>
          <p:nvPr/>
        </p:nvSpPr>
        <p:spPr>
          <a:xfrm>
            <a:off x="9569284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hybrid-video-strip--hybrid-video-frame-5-bottom-hole-4"/>
          <p:cNvSpPr/>
          <p:nvPr/>
        </p:nvSpPr>
        <p:spPr>
          <a:xfrm>
            <a:off x="9569284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hybrid-video-strip--hybrid-video-frame-5-top-hole-5"/>
          <p:cNvSpPr/>
          <p:nvPr/>
        </p:nvSpPr>
        <p:spPr>
          <a:xfrm>
            <a:off x="9648025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hybrid-video-strip--hybrid-video-frame-5-bottom-hole-5"/>
          <p:cNvSpPr/>
          <p:nvPr/>
        </p:nvSpPr>
        <p:spPr>
          <a:xfrm>
            <a:off x="9648025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hybrid-video-strip--hybrid-video-frame-5-top-hole-6"/>
          <p:cNvSpPr/>
          <p:nvPr/>
        </p:nvSpPr>
        <p:spPr>
          <a:xfrm>
            <a:off x="9726765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hybrid-video-strip--hybrid-video-frame-5-bottom-hole-6"/>
          <p:cNvSpPr/>
          <p:nvPr/>
        </p:nvSpPr>
        <p:spPr>
          <a:xfrm>
            <a:off x="9726765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hybrid-video-strip--hybrid-video-frame-5-top-hole-7"/>
          <p:cNvSpPr/>
          <p:nvPr/>
        </p:nvSpPr>
        <p:spPr>
          <a:xfrm>
            <a:off x="9805506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hybrid-video-strip--hybrid-video-frame-5-bottom-hole-7"/>
          <p:cNvSpPr/>
          <p:nvPr/>
        </p:nvSpPr>
        <p:spPr>
          <a:xfrm>
            <a:off x="9805506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hybrid-video-strip--hybrid-video-frame-5-top-hole-8"/>
          <p:cNvSpPr/>
          <p:nvPr/>
        </p:nvSpPr>
        <p:spPr>
          <a:xfrm>
            <a:off x="9884246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hybrid-video-strip--hybrid-video-frame-5-bottom-hole-8"/>
          <p:cNvSpPr/>
          <p:nvPr/>
        </p:nvSpPr>
        <p:spPr>
          <a:xfrm>
            <a:off x="9884246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hybrid-video-strip--hybrid-video-frame-5-top-hole-9"/>
          <p:cNvSpPr/>
          <p:nvPr/>
        </p:nvSpPr>
        <p:spPr>
          <a:xfrm>
            <a:off x="9962987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hybrid-video-strip--hybrid-video-frame-5-bottom-hole-9"/>
          <p:cNvSpPr/>
          <p:nvPr/>
        </p:nvSpPr>
        <p:spPr>
          <a:xfrm>
            <a:off x="9962987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hybrid-video-strip--hybrid-video-frame-5-top-hole-10"/>
          <p:cNvSpPr/>
          <p:nvPr/>
        </p:nvSpPr>
        <p:spPr>
          <a:xfrm>
            <a:off x="10041727" y="3050807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hybrid-video-strip--hybrid-video-frame-5-bottom-hole-10"/>
          <p:cNvSpPr/>
          <p:nvPr/>
        </p:nvSpPr>
        <p:spPr>
          <a:xfrm>
            <a:off x="10041727" y="3526338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0" name="hybrid-video-strip--hybrid-video-frame-5-photo" descr="clip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8502" y="3112565"/>
            <a:ext cx="741086" cy="398334"/>
          </a:xfrm>
          <a:prstGeom prst="rect">
            <a:avLst/>
          </a:prstGeom>
          <a:effectLst/>
        </p:spPr>
      </p:pic>
      <p:sp>
        <p:nvSpPr>
          <p:cNvPr id="421" name="hybrid-video-strip--hybrid-video-frame-5-photo-outline"/>
          <p:cNvSpPr/>
          <p:nvPr/>
        </p:nvSpPr>
        <p:spPr>
          <a:xfrm>
            <a:off x="9348502" y="3112565"/>
            <a:ext cx="741086" cy="398334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hybrid-video-strip--hybrid-video-frame-6-body"/>
          <p:cNvSpPr/>
          <p:nvPr/>
        </p:nvSpPr>
        <p:spPr>
          <a:xfrm>
            <a:off x="9317624" y="3581920"/>
            <a:ext cx="802844" cy="524936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hybrid-video-strip--hybrid-video-frame-6-top-hole-1"/>
          <p:cNvSpPr/>
          <p:nvPr/>
        </p:nvSpPr>
        <p:spPr>
          <a:xfrm>
            <a:off x="9333063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hybrid-video-strip--hybrid-video-frame-6-bottom-hole-1"/>
          <p:cNvSpPr/>
          <p:nvPr/>
        </p:nvSpPr>
        <p:spPr>
          <a:xfrm>
            <a:off x="9333063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hybrid-video-strip--hybrid-video-frame-6-top-hole-2"/>
          <p:cNvSpPr/>
          <p:nvPr/>
        </p:nvSpPr>
        <p:spPr>
          <a:xfrm>
            <a:off x="9411803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hybrid-video-strip--hybrid-video-frame-6-bottom-hole-2"/>
          <p:cNvSpPr/>
          <p:nvPr/>
        </p:nvSpPr>
        <p:spPr>
          <a:xfrm>
            <a:off x="9411803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hybrid-video-strip--hybrid-video-frame-6-top-hole-3"/>
          <p:cNvSpPr/>
          <p:nvPr/>
        </p:nvSpPr>
        <p:spPr>
          <a:xfrm>
            <a:off x="9490544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hybrid-video-strip--hybrid-video-frame-6-bottom-hole-3"/>
          <p:cNvSpPr/>
          <p:nvPr/>
        </p:nvSpPr>
        <p:spPr>
          <a:xfrm>
            <a:off x="9490544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hybrid-video-strip--hybrid-video-frame-6-top-hole-4"/>
          <p:cNvSpPr/>
          <p:nvPr/>
        </p:nvSpPr>
        <p:spPr>
          <a:xfrm>
            <a:off x="9569284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hybrid-video-strip--hybrid-video-frame-6-bottom-hole-4"/>
          <p:cNvSpPr/>
          <p:nvPr/>
        </p:nvSpPr>
        <p:spPr>
          <a:xfrm>
            <a:off x="9569284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hybrid-video-strip--hybrid-video-frame-6-top-hole-5"/>
          <p:cNvSpPr/>
          <p:nvPr/>
        </p:nvSpPr>
        <p:spPr>
          <a:xfrm>
            <a:off x="9648025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hybrid-video-strip--hybrid-video-frame-6-bottom-hole-5"/>
          <p:cNvSpPr/>
          <p:nvPr/>
        </p:nvSpPr>
        <p:spPr>
          <a:xfrm>
            <a:off x="9648025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hybrid-video-strip--hybrid-video-frame-6-top-hole-6"/>
          <p:cNvSpPr/>
          <p:nvPr/>
        </p:nvSpPr>
        <p:spPr>
          <a:xfrm>
            <a:off x="9726765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hybrid-video-strip--hybrid-video-frame-6-bottom-hole-6"/>
          <p:cNvSpPr/>
          <p:nvPr/>
        </p:nvSpPr>
        <p:spPr>
          <a:xfrm>
            <a:off x="9726765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hybrid-video-strip--hybrid-video-frame-6-top-hole-7"/>
          <p:cNvSpPr/>
          <p:nvPr/>
        </p:nvSpPr>
        <p:spPr>
          <a:xfrm>
            <a:off x="9805506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hybrid-video-strip--hybrid-video-frame-6-bottom-hole-7"/>
          <p:cNvSpPr/>
          <p:nvPr/>
        </p:nvSpPr>
        <p:spPr>
          <a:xfrm>
            <a:off x="9805506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hybrid-video-strip--hybrid-video-frame-6-top-hole-8"/>
          <p:cNvSpPr/>
          <p:nvPr/>
        </p:nvSpPr>
        <p:spPr>
          <a:xfrm>
            <a:off x="9884246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hybrid-video-strip--hybrid-video-frame-6-bottom-hole-8"/>
          <p:cNvSpPr/>
          <p:nvPr/>
        </p:nvSpPr>
        <p:spPr>
          <a:xfrm>
            <a:off x="9884246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hybrid-video-strip--hybrid-video-frame-6-top-hole-9"/>
          <p:cNvSpPr/>
          <p:nvPr/>
        </p:nvSpPr>
        <p:spPr>
          <a:xfrm>
            <a:off x="9962987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hybrid-video-strip--hybrid-video-frame-6-bottom-hole-9"/>
          <p:cNvSpPr/>
          <p:nvPr/>
        </p:nvSpPr>
        <p:spPr>
          <a:xfrm>
            <a:off x="9962987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hybrid-video-strip--hybrid-video-frame-6-top-hole-10"/>
          <p:cNvSpPr/>
          <p:nvPr/>
        </p:nvSpPr>
        <p:spPr>
          <a:xfrm>
            <a:off x="10041727" y="3591183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hybrid-video-strip--hybrid-video-frame-6-bottom-hole-10"/>
          <p:cNvSpPr/>
          <p:nvPr/>
        </p:nvSpPr>
        <p:spPr>
          <a:xfrm>
            <a:off x="10041727" y="4051275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3" name="hybrid-video-strip--hybrid-video-frame-6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502" y="3652940"/>
            <a:ext cx="741086" cy="382894"/>
          </a:xfrm>
          <a:prstGeom prst="rect">
            <a:avLst/>
          </a:prstGeom>
          <a:effectLst/>
        </p:spPr>
      </p:pic>
      <p:sp>
        <p:nvSpPr>
          <p:cNvPr id="444" name="hybrid-video-strip--hybrid-video-frame-6-photo-outline"/>
          <p:cNvSpPr/>
          <p:nvPr/>
        </p:nvSpPr>
        <p:spPr>
          <a:xfrm>
            <a:off x="9348502" y="3652940"/>
            <a:ext cx="741086" cy="382894"/>
          </a:xfrm>
          <a:prstGeom prst="rect">
            <a:avLst/>
          </a:prstGeom>
          <a:noFill/>
          <a:ln w="27018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hybrid-video-strip--hybrid-video-ellipsis-band"/>
          <p:cNvSpPr/>
          <p:nvPr/>
        </p:nvSpPr>
        <p:spPr>
          <a:xfrm>
            <a:off x="9317624" y="2354494"/>
            <a:ext cx="802844" cy="138953"/>
          </a:xfrm>
          <a:prstGeom prst="rect">
            <a:avLst/>
          </a:prstGeom>
          <a:solidFill>
            <a:srgbClr val="FFFFFF"/>
          </a:solidFill>
          <a:ln w="1157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hybrid-video-strip--hybrid-video-ellipsis"/>
          <p:cNvSpPr txBox="1"/>
          <p:nvPr/>
        </p:nvSpPr>
        <p:spPr>
          <a:xfrm>
            <a:off x="9394820" y="2315896"/>
            <a:ext cx="648451" cy="20071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9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447" name="hybrid-video-strip--hybrid-video-label"/>
          <p:cNvSpPr txBox="1"/>
          <p:nvPr/>
        </p:nvSpPr>
        <p:spPr>
          <a:xfrm>
            <a:off x="9124632" y="4137735"/>
            <a:ext cx="1389537" cy="35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41" b="1" i="0">
                <a:solidFill>
                  <a:srgbClr val="000000"/>
                </a:solidFill>
                <a:latin typeface="Liberation Serif"/>
              </a:rPr>
              <a:t>Hybrid Video</a:t>
            </a:r>
          </a:p>
        </p:txBody>
      </p:sp>
      <p:pic>
        <p:nvPicPr>
          <p:cNvPr id="448" name="feature-matching-selector--selector-source-start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630" y="741086"/>
            <a:ext cx="1536211" cy="880040"/>
          </a:xfrm>
          <a:prstGeom prst="rect">
            <a:avLst/>
          </a:prstGeom>
          <a:effectLst/>
        </p:spPr>
      </p:pic>
      <p:sp>
        <p:nvSpPr>
          <p:cNvPr id="449" name="feature-matching-selector--selector-source-start-border"/>
          <p:cNvSpPr/>
          <p:nvPr/>
        </p:nvSpPr>
        <p:spPr>
          <a:xfrm>
            <a:off x="10969630" y="741086"/>
            <a:ext cx="1536211" cy="880040"/>
          </a:xfrm>
          <a:prstGeom prst="rect">
            <a:avLst/>
          </a:prstGeom>
          <a:noFill/>
          <a:ln w="23158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0" name="feature-matching-selector--selector-source-end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630" y="1736922"/>
            <a:ext cx="1536211" cy="880040"/>
          </a:xfrm>
          <a:prstGeom prst="rect">
            <a:avLst/>
          </a:prstGeom>
          <a:effectLst/>
        </p:spPr>
      </p:pic>
      <p:sp>
        <p:nvSpPr>
          <p:cNvPr id="451" name="feature-matching-selector--selector-source-end-border"/>
          <p:cNvSpPr/>
          <p:nvPr/>
        </p:nvSpPr>
        <p:spPr>
          <a:xfrm>
            <a:off x="10969630" y="1736922"/>
            <a:ext cx="1536211" cy="880040"/>
          </a:xfrm>
          <a:prstGeom prst="rect">
            <a:avLst/>
          </a:prstGeom>
          <a:noFill/>
          <a:ln w="23158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feature-matching-selector--selector-candidate-start-body"/>
          <p:cNvSpPr/>
          <p:nvPr/>
        </p:nvSpPr>
        <p:spPr>
          <a:xfrm>
            <a:off x="12505841" y="617572"/>
            <a:ext cx="1597968" cy="1057592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feature-matching-selector--selector-candidate-start-top-hole-1"/>
          <p:cNvSpPr/>
          <p:nvPr/>
        </p:nvSpPr>
        <p:spPr>
          <a:xfrm>
            <a:off x="12521281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feature-matching-selector--selector-candidate-start-bottom-hole-1"/>
          <p:cNvSpPr/>
          <p:nvPr/>
        </p:nvSpPr>
        <p:spPr>
          <a:xfrm>
            <a:off x="12521281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feature-matching-selector--selector-candidate-start-top-hole-2"/>
          <p:cNvSpPr/>
          <p:nvPr/>
        </p:nvSpPr>
        <p:spPr>
          <a:xfrm>
            <a:off x="12620189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feature-matching-selector--selector-candidate-start-bottom-hole-2"/>
          <p:cNvSpPr/>
          <p:nvPr/>
        </p:nvSpPr>
        <p:spPr>
          <a:xfrm>
            <a:off x="12620189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feature-matching-selector--selector-candidate-start-top-hole-3"/>
          <p:cNvSpPr/>
          <p:nvPr/>
        </p:nvSpPr>
        <p:spPr>
          <a:xfrm>
            <a:off x="12719097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feature-matching-selector--selector-candidate-start-bottom-hole-3"/>
          <p:cNvSpPr/>
          <p:nvPr/>
        </p:nvSpPr>
        <p:spPr>
          <a:xfrm>
            <a:off x="12719097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feature-matching-selector--selector-candidate-start-top-hole-4"/>
          <p:cNvSpPr/>
          <p:nvPr/>
        </p:nvSpPr>
        <p:spPr>
          <a:xfrm>
            <a:off x="12818005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feature-matching-selector--selector-candidate-start-bottom-hole-4"/>
          <p:cNvSpPr/>
          <p:nvPr/>
        </p:nvSpPr>
        <p:spPr>
          <a:xfrm>
            <a:off x="12818005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feature-matching-selector--selector-candidate-start-top-hole-5"/>
          <p:cNvSpPr/>
          <p:nvPr/>
        </p:nvSpPr>
        <p:spPr>
          <a:xfrm>
            <a:off x="12916913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feature-matching-selector--selector-candidate-start-bottom-hole-5"/>
          <p:cNvSpPr/>
          <p:nvPr/>
        </p:nvSpPr>
        <p:spPr>
          <a:xfrm>
            <a:off x="12916913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feature-matching-selector--selector-candidate-start-top-hole-6"/>
          <p:cNvSpPr/>
          <p:nvPr/>
        </p:nvSpPr>
        <p:spPr>
          <a:xfrm>
            <a:off x="13015821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feature-matching-selector--selector-candidate-start-bottom-hole-6"/>
          <p:cNvSpPr/>
          <p:nvPr/>
        </p:nvSpPr>
        <p:spPr>
          <a:xfrm>
            <a:off x="13015821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feature-matching-selector--selector-candidate-start-top-hole-7"/>
          <p:cNvSpPr/>
          <p:nvPr/>
        </p:nvSpPr>
        <p:spPr>
          <a:xfrm>
            <a:off x="13114729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feature-matching-selector--selector-candidate-start-bottom-hole-7"/>
          <p:cNvSpPr/>
          <p:nvPr/>
        </p:nvSpPr>
        <p:spPr>
          <a:xfrm>
            <a:off x="13114729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feature-matching-selector--selector-candidate-start-top-hole-8"/>
          <p:cNvSpPr/>
          <p:nvPr/>
        </p:nvSpPr>
        <p:spPr>
          <a:xfrm>
            <a:off x="13213637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feature-matching-selector--selector-candidate-start-bottom-hole-8"/>
          <p:cNvSpPr/>
          <p:nvPr/>
        </p:nvSpPr>
        <p:spPr>
          <a:xfrm>
            <a:off x="13213637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feature-matching-selector--selector-candidate-start-top-hole-9"/>
          <p:cNvSpPr/>
          <p:nvPr/>
        </p:nvSpPr>
        <p:spPr>
          <a:xfrm>
            <a:off x="13312545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feature-matching-selector--selector-candidate-start-bottom-hole-9"/>
          <p:cNvSpPr/>
          <p:nvPr/>
        </p:nvSpPr>
        <p:spPr>
          <a:xfrm>
            <a:off x="13312545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feature-matching-selector--selector-candidate-start-top-hole-10"/>
          <p:cNvSpPr/>
          <p:nvPr/>
        </p:nvSpPr>
        <p:spPr>
          <a:xfrm>
            <a:off x="13411454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feature-matching-selector--selector-candidate-start-bottom-hole-10"/>
          <p:cNvSpPr/>
          <p:nvPr/>
        </p:nvSpPr>
        <p:spPr>
          <a:xfrm>
            <a:off x="13411454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feature-matching-selector--selector-candidate-start-top-hole-11"/>
          <p:cNvSpPr/>
          <p:nvPr/>
        </p:nvSpPr>
        <p:spPr>
          <a:xfrm>
            <a:off x="13510362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feature-matching-selector--selector-candidate-start-bottom-hole-11"/>
          <p:cNvSpPr/>
          <p:nvPr/>
        </p:nvSpPr>
        <p:spPr>
          <a:xfrm>
            <a:off x="13510362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feature-matching-selector--selector-candidate-start-top-hole-12"/>
          <p:cNvSpPr/>
          <p:nvPr/>
        </p:nvSpPr>
        <p:spPr>
          <a:xfrm>
            <a:off x="13609270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feature-matching-selector--selector-candidate-start-bottom-hole-12"/>
          <p:cNvSpPr/>
          <p:nvPr/>
        </p:nvSpPr>
        <p:spPr>
          <a:xfrm>
            <a:off x="13609270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feature-matching-selector--selector-candidate-start-top-hole-13"/>
          <p:cNvSpPr/>
          <p:nvPr/>
        </p:nvSpPr>
        <p:spPr>
          <a:xfrm>
            <a:off x="13708178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feature-matching-selector--selector-candidate-start-bottom-hole-13"/>
          <p:cNvSpPr/>
          <p:nvPr/>
        </p:nvSpPr>
        <p:spPr>
          <a:xfrm>
            <a:off x="13708178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feature-matching-selector--selector-candidate-start-top-hole-14"/>
          <p:cNvSpPr/>
          <p:nvPr/>
        </p:nvSpPr>
        <p:spPr>
          <a:xfrm>
            <a:off x="13807086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feature-matching-selector--selector-candidate-start-bottom-hole-14"/>
          <p:cNvSpPr/>
          <p:nvPr/>
        </p:nvSpPr>
        <p:spPr>
          <a:xfrm>
            <a:off x="13807086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feature-matching-selector--selector-candidate-start-top-hole-15"/>
          <p:cNvSpPr/>
          <p:nvPr/>
        </p:nvSpPr>
        <p:spPr>
          <a:xfrm>
            <a:off x="13905994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feature-matching-selector--selector-candidate-start-bottom-hole-15"/>
          <p:cNvSpPr/>
          <p:nvPr/>
        </p:nvSpPr>
        <p:spPr>
          <a:xfrm>
            <a:off x="13905994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feature-matching-selector--selector-candidate-start-top-hole-16"/>
          <p:cNvSpPr/>
          <p:nvPr/>
        </p:nvSpPr>
        <p:spPr>
          <a:xfrm>
            <a:off x="14004902" y="626836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feature-matching-selector--selector-candidate-start-bottom-hole-16"/>
          <p:cNvSpPr/>
          <p:nvPr/>
        </p:nvSpPr>
        <p:spPr>
          <a:xfrm>
            <a:off x="14004902" y="1619583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5" name="feature-matching-selector--selector-candidate-start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720" y="688593"/>
            <a:ext cx="1536211" cy="915551"/>
          </a:xfrm>
          <a:prstGeom prst="rect">
            <a:avLst/>
          </a:prstGeom>
          <a:effectLst/>
        </p:spPr>
      </p:pic>
      <p:sp>
        <p:nvSpPr>
          <p:cNvPr id="486" name="feature-matching-selector--selector-candidate-start-photo-outline"/>
          <p:cNvSpPr/>
          <p:nvPr/>
        </p:nvSpPr>
        <p:spPr>
          <a:xfrm>
            <a:off x="12536720" y="688593"/>
            <a:ext cx="1536211" cy="915551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feature-matching-selector--selector-candidate-end-body"/>
          <p:cNvSpPr/>
          <p:nvPr/>
        </p:nvSpPr>
        <p:spPr>
          <a:xfrm>
            <a:off x="12505841" y="1652006"/>
            <a:ext cx="1597968" cy="1018994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feature-matching-selector--selector-candidate-end-top-hole-1"/>
          <p:cNvSpPr/>
          <p:nvPr/>
        </p:nvSpPr>
        <p:spPr>
          <a:xfrm>
            <a:off x="12521281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feature-matching-selector--selector-candidate-end-bottom-hole-1"/>
          <p:cNvSpPr/>
          <p:nvPr/>
        </p:nvSpPr>
        <p:spPr>
          <a:xfrm>
            <a:off x="12521281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feature-matching-selector--selector-candidate-end-top-hole-2"/>
          <p:cNvSpPr/>
          <p:nvPr/>
        </p:nvSpPr>
        <p:spPr>
          <a:xfrm>
            <a:off x="12620189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feature-matching-selector--selector-candidate-end-bottom-hole-2"/>
          <p:cNvSpPr/>
          <p:nvPr/>
        </p:nvSpPr>
        <p:spPr>
          <a:xfrm>
            <a:off x="12620189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feature-matching-selector--selector-candidate-end-top-hole-3"/>
          <p:cNvSpPr/>
          <p:nvPr/>
        </p:nvSpPr>
        <p:spPr>
          <a:xfrm>
            <a:off x="12719097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feature-matching-selector--selector-candidate-end-bottom-hole-3"/>
          <p:cNvSpPr/>
          <p:nvPr/>
        </p:nvSpPr>
        <p:spPr>
          <a:xfrm>
            <a:off x="12719097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feature-matching-selector--selector-candidate-end-top-hole-4"/>
          <p:cNvSpPr/>
          <p:nvPr/>
        </p:nvSpPr>
        <p:spPr>
          <a:xfrm>
            <a:off x="12818005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feature-matching-selector--selector-candidate-end-bottom-hole-4"/>
          <p:cNvSpPr/>
          <p:nvPr/>
        </p:nvSpPr>
        <p:spPr>
          <a:xfrm>
            <a:off x="12818005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feature-matching-selector--selector-candidate-end-top-hole-5"/>
          <p:cNvSpPr/>
          <p:nvPr/>
        </p:nvSpPr>
        <p:spPr>
          <a:xfrm>
            <a:off x="12916913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feature-matching-selector--selector-candidate-end-bottom-hole-5"/>
          <p:cNvSpPr/>
          <p:nvPr/>
        </p:nvSpPr>
        <p:spPr>
          <a:xfrm>
            <a:off x="12916913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feature-matching-selector--selector-candidate-end-top-hole-6"/>
          <p:cNvSpPr/>
          <p:nvPr/>
        </p:nvSpPr>
        <p:spPr>
          <a:xfrm>
            <a:off x="13015821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feature-matching-selector--selector-candidate-end-bottom-hole-6"/>
          <p:cNvSpPr/>
          <p:nvPr/>
        </p:nvSpPr>
        <p:spPr>
          <a:xfrm>
            <a:off x="13015821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feature-matching-selector--selector-candidate-end-top-hole-7"/>
          <p:cNvSpPr/>
          <p:nvPr/>
        </p:nvSpPr>
        <p:spPr>
          <a:xfrm>
            <a:off x="13114729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feature-matching-selector--selector-candidate-end-bottom-hole-7"/>
          <p:cNvSpPr/>
          <p:nvPr/>
        </p:nvSpPr>
        <p:spPr>
          <a:xfrm>
            <a:off x="13114729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feature-matching-selector--selector-candidate-end-top-hole-8"/>
          <p:cNvSpPr/>
          <p:nvPr/>
        </p:nvSpPr>
        <p:spPr>
          <a:xfrm>
            <a:off x="13213637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feature-matching-selector--selector-candidate-end-bottom-hole-8"/>
          <p:cNvSpPr/>
          <p:nvPr/>
        </p:nvSpPr>
        <p:spPr>
          <a:xfrm>
            <a:off x="13213637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feature-matching-selector--selector-candidate-end-top-hole-9"/>
          <p:cNvSpPr/>
          <p:nvPr/>
        </p:nvSpPr>
        <p:spPr>
          <a:xfrm>
            <a:off x="13312545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feature-matching-selector--selector-candidate-end-bottom-hole-9"/>
          <p:cNvSpPr/>
          <p:nvPr/>
        </p:nvSpPr>
        <p:spPr>
          <a:xfrm>
            <a:off x="13312545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feature-matching-selector--selector-candidate-end-top-hole-10"/>
          <p:cNvSpPr/>
          <p:nvPr/>
        </p:nvSpPr>
        <p:spPr>
          <a:xfrm>
            <a:off x="13411454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7" name="feature-matching-selector--selector-candidate-end-bottom-hole-10"/>
          <p:cNvSpPr/>
          <p:nvPr/>
        </p:nvSpPr>
        <p:spPr>
          <a:xfrm>
            <a:off x="13411454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feature-matching-selector--selector-candidate-end-top-hole-11"/>
          <p:cNvSpPr/>
          <p:nvPr/>
        </p:nvSpPr>
        <p:spPr>
          <a:xfrm>
            <a:off x="13510362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feature-matching-selector--selector-candidate-end-bottom-hole-11"/>
          <p:cNvSpPr/>
          <p:nvPr/>
        </p:nvSpPr>
        <p:spPr>
          <a:xfrm>
            <a:off x="13510362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feature-matching-selector--selector-candidate-end-top-hole-12"/>
          <p:cNvSpPr/>
          <p:nvPr/>
        </p:nvSpPr>
        <p:spPr>
          <a:xfrm>
            <a:off x="13609270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feature-matching-selector--selector-candidate-end-bottom-hole-12"/>
          <p:cNvSpPr/>
          <p:nvPr/>
        </p:nvSpPr>
        <p:spPr>
          <a:xfrm>
            <a:off x="13609270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feature-matching-selector--selector-candidate-end-top-hole-13"/>
          <p:cNvSpPr/>
          <p:nvPr/>
        </p:nvSpPr>
        <p:spPr>
          <a:xfrm>
            <a:off x="13708178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feature-matching-selector--selector-candidate-end-bottom-hole-13"/>
          <p:cNvSpPr/>
          <p:nvPr/>
        </p:nvSpPr>
        <p:spPr>
          <a:xfrm>
            <a:off x="13708178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feature-matching-selector--selector-candidate-end-top-hole-14"/>
          <p:cNvSpPr/>
          <p:nvPr/>
        </p:nvSpPr>
        <p:spPr>
          <a:xfrm>
            <a:off x="13807086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feature-matching-selector--selector-candidate-end-bottom-hole-14"/>
          <p:cNvSpPr/>
          <p:nvPr/>
        </p:nvSpPr>
        <p:spPr>
          <a:xfrm>
            <a:off x="13807086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feature-matching-selector--selector-candidate-end-top-hole-15"/>
          <p:cNvSpPr/>
          <p:nvPr/>
        </p:nvSpPr>
        <p:spPr>
          <a:xfrm>
            <a:off x="13905994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feature-matching-selector--selector-candidate-end-bottom-hole-15"/>
          <p:cNvSpPr/>
          <p:nvPr/>
        </p:nvSpPr>
        <p:spPr>
          <a:xfrm>
            <a:off x="13905994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8" name="feature-matching-selector--selector-candidate-end-top-hole-16"/>
          <p:cNvSpPr/>
          <p:nvPr/>
        </p:nvSpPr>
        <p:spPr>
          <a:xfrm>
            <a:off x="14004902" y="166126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feature-matching-selector--selector-candidate-end-bottom-hole-16"/>
          <p:cNvSpPr/>
          <p:nvPr/>
        </p:nvSpPr>
        <p:spPr>
          <a:xfrm>
            <a:off x="14004902" y="2615419"/>
            <a:ext cx="83468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0" name="feature-matching-selector--selector-candidate-end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720" y="1723027"/>
            <a:ext cx="1536211" cy="876952"/>
          </a:xfrm>
          <a:prstGeom prst="rect">
            <a:avLst/>
          </a:prstGeom>
          <a:effectLst/>
        </p:spPr>
      </p:pic>
      <p:sp>
        <p:nvSpPr>
          <p:cNvPr id="521" name="feature-matching-selector--selector-candidate-end-photo-outline"/>
          <p:cNvSpPr/>
          <p:nvPr/>
        </p:nvSpPr>
        <p:spPr>
          <a:xfrm>
            <a:off x="12536720" y="1723027"/>
            <a:ext cx="1536211" cy="876952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2" name="feature-matching-selector--selector-candidate-ellipsis"/>
          <p:cNvSpPr txBox="1"/>
          <p:nvPr/>
        </p:nvSpPr>
        <p:spPr>
          <a:xfrm>
            <a:off x="12953581" y="2616963"/>
            <a:ext cx="741086" cy="23930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1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cxnSp>
        <p:nvCxnSpPr>
          <p:cNvPr id="523" name="feature-matching-selector--match-start-1"/>
          <p:cNvCxnSpPr/>
          <p:nvPr/>
        </p:nvCxnSpPr>
        <p:spPr>
          <a:xfrm flipV="1">
            <a:off x="11386491" y="864601"/>
            <a:ext cx="2315897" cy="77196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4" name="feature-matching-selector--match-start-2"/>
          <p:cNvCxnSpPr/>
          <p:nvPr/>
        </p:nvCxnSpPr>
        <p:spPr>
          <a:xfrm flipV="1">
            <a:off x="11386491" y="980396"/>
            <a:ext cx="2315897" cy="38598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5" name="feature-matching-selector--match-start-3"/>
          <p:cNvCxnSpPr/>
          <p:nvPr/>
        </p:nvCxnSpPr>
        <p:spPr>
          <a:xfrm flipV="1">
            <a:off x="11386491" y="1073032"/>
            <a:ext cx="2315897" cy="46318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6" name="feature-matching-selector--match-start-4"/>
          <p:cNvCxnSpPr/>
          <p:nvPr/>
        </p:nvCxnSpPr>
        <p:spPr>
          <a:xfrm flipV="1">
            <a:off x="11386491" y="1173387"/>
            <a:ext cx="2315897" cy="15439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7" name="feature-matching-selector--match-start-5"/>
          <p:cNvCxnSpPr/>
          <p:nvPr/>
        </p:nvCxnSpPr>
        <p:spPr>
          <a:xfrm>
            <a:off x="11386491" y="1266023"/>
            <a:ext cx="2315897" cy="0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8" name="feature-matching-selector--match-start-6"/>
          <p:cNvCxnSpPr/>
          <p:nvPr/>
        </p:nvCxnSpPr>
        <p:spPr>
          <a:xfrm>
            <a:off x="11386491" y="1366379"/>
            <a:ext cx="2315897" cy="15439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29" name="feature-matching-selector--match-start-7"/>
          <p:cNvCxnSpPr/>
          <p:nvPr/>
        </p:nvCxnSpPr>
        <p:spPr>
          <a:xfrm>
            <a:off x="11386491" y="1466734"/>
            <a:ext cx="2315897" cy="7720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0" name="feature-matching-selector--match-end-1"/>
          <p:cNvCxnSpPr/>
          <p:nvPr/>
        </p:nvCxnSpPr>
        <p:spPr>
          <a:xfrm flipV="1">
            <a:off x="11347893" y="1868156"/>
            <a:ext cx="2362215" cy="69477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1" name="feature-matching-selector--match-end-2"/>
          <p:cNvCxnSpPr/>
          <p:nvPr/>
        </p:nvCxnSpPr>
        <p:spPr>
          <a:xfrm flipV="1">
            <a:off x="11347893" y="1960792"/>
            <a:ext cx="2362215" cy="61757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2" name="feature-matching-selector--match-end-3"/>
          <p:cNvCxnSpPr/>
          <p:nvPr/>
        </p:nvCxnSpPr>
        <p:spPr>
          <a:xfrm flipV="1">
            <a:off x="11347893" y="2061148"/>
            <a:ext cx="2362215" cy="46317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3" name="feature-matching-selector--match-end-4"/>
          <p:cNvCxnSpPr/>
          <p:nvPr/>
        </p:nvCxnSpPr>
        <p:spPr>
          <a:xfrm flipV="1">
            <a:off x="11347893" y="2153783"/>
            <a:ext cx="2362215" cy="46318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4" name="feature-matching-selector--match-end-5"/>
          <p:cNvCxnSpPr/>
          <p:nvPr/>
        </p:nvCxnSpPr>
        <p:spPr>
          <a:xfrm flipV="1">
            <a:off x="11347893" y="2261859"/>
            <a:ext cx="2362215" cy="38598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5" name="feature-matching-selector--match-end-6"/>
          <p:cNvCxnSpPr/>
          <p:nvPr/>
        </p:nvCxnSpPr>
        <p:spPr>
          <a:xfrm flipV="1">
            <a:off x="11347893" y="2362214"/>
            <a:ext cx="2362215" cy="30879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6" name="feature-matching-selector--match-end-7"/>
          <p:cNvCxnSpPr/>
          <p:nvPr/>
        </p:nvCxnSpPr>
        <p:spPr>
          <a:xfrm flipV="1">
            <a:off x="11347893" y="2470289"/>
            <a:ext cx="2362215" cy="30879"/>
          </a:xfrm>
          <a:prstGeom prst="line">
            <a:avLst/>
          </a:prstGeom>
          <a:ln w="11579">
            <a:solidFill>
              <a:srgbClr val="35A853"/>
            </a:solidFill>
          </a:ln>
          <a:effectLst/>
        </p:spPr>
      </p:cxnSp>
      <p:cxnSp>
        <p:nvCxnSpPr>
          <p:cNvPr id="537" name="feature-matching-selector--inlier-count-start-part-1"/>
          <p:cNvCxnSpPr/>
          <p:nvPr/>
        </p:nvCxnSpPr>
        <p:spPr>
          <a:xfrm>
            <a:off x="14103810" y="1219705"/>
            <a:ext cx="100356" cy="362824"/>
          </a:xfrm>
          <a:prstGeom prst="line">
            <a:avLst/>
          </a:prstGeom>
          <a:ln w="20843">
            <a:solidFill>
              <a:srgbClr val="FF0000"/>
            </a:solidFill>
          </a:ln>
          <a:effectLst/>
        </p:spPr>
      </p:cxnSp>
      <p:cxnSp>
        <p:nvCxnSpPr>
          <p:cNvPr id="538" name="feature-matching-selector--inlier-count-start-part-2"/>
          <p:cNvCxnSpPr/>
          <p:nvPr/>
        </p:nvCxnSpPr>
        <p:spPr>
          <a:xfrm>
            <a:off x="14204166" y="1582529"/>
            <a:ext cx="77196" cy="1397258"/>
          </a:xfrm>
          <a:prstGeom prst="line">
            <a:avLst/>
          </a:prstGeom>
          <a:ln w="20843">
            <a:solidFill>
              <a:srgbClr val="FF0000"/>
            </a:solidFill>
            <a:tailEnd type="triangle" w="sm" len="sm"/>
          </a:ln>
          <a:effectLst/>
        </p:spPr>
      </p:cxnSp>
      <p:cxnSp>
        <p:nvCxnSpPr>
          <p:cNvPr id="539" name="feature-matching-selector--inlier-count-end-part-1"/>
          <p:cNvCxnSpPr/>
          <p:nvPr/>
        </p:nvCxnSpPr>
        <p:spPr>
          <a:xfrm>
            <a:off x="14103810" y="2153783"/>
            <a:ext cx="115795" cy="185272"/>
          </a:xfrm>
          <a:prstGeom prst="line">
            <a:avLst/>
          </a:prstGeom>
          <a:ln w="20843">
            <a:solidFill>
              <a:srgbClr val="FF0000"/>
            </a:solidFill>
          </a:ln>
          <a:effectLst/>
        </p:spPr>
      </p:cxnSp>
      <p:cxnSp>
        <p:nvCxnSpPr>
          <p:cNvPr id="540" name="feature-matching-selector--inlier-count-end-part-2"/>
          <p:cNvCxnSpPr/>
          <p:nvPr/>
        </p:nvCxnSpPr>
        <p:spPr>
          <a:xfrm>
            <a:off x="14219605" y="2339055"/>
            <a:ext cx="61757" cy="640732"/>
          </a:xfrm>
          <a:prstGeom prst="line">
            <a:avLst/>
          </a:prstGeom>
          <a:ln w="20843">
            <a:solidFill>
              <a:srgbClr val="FF0000"/>
            </a:solidFill>
            <a:tailEnd type="triangle" w="sm" len="sm"/>
          </a:ln>
          <a:effectLst/>
        </p:spPr>
      </p:cxnSp>
      <p:sp>
        <p:nvSpPr>
          <p:cNvPr id="541" name="feature-matching-selector--addition-circle"/>
          <p:cNvSpPr/>
          <p:nvPr/>
        </p:nvSpPr>
        <p:spPr>
          <a:xfrm>
            <a:off x="14150128" y="2948908"/>
            <a:ext cx="262468" cy="262468"/>
          </a:xfrm>
          <a:prstGeom prst="ellipse">
            <a:avLst/>
          </a:prstGeom>
          <a:solidFill>
            <a:srgbClr val="E2F0D9"/>
          </a:solidFill>
          <a:ln w="15439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2" name="feature-matching-selector--addition-horizontal"/>
          <p:cNvCxnSpPr/>
          <p:nvPr/>
        </p:nvCxnSpPr>
        <p:spPr>
          <a:xfrm>
            <a:off x="14188726" y="3080142"/>
            <a:ext cx="185272" cy="0"/>
          </a:xfrm>
          <a:prstGeom prst="line">
            <a:avLst/>
          </a:prstGeom>
          <a:ln w="15439">
            <a:solidFill>
              <a:srgbClr val="17365D"/>
            </a:solidFill>
          </a:ln>
          <a:effectLst/>
        </p:spPr>
      </p:cxnSp>
      <p:cxnSp>
        <p:nvCxnSpPr>
          <p:cNvPr id="543" name="feature-matching-selector--addition-vertical"/>
          <p:cNvCxnSpPr/>
          <p:nvPr/>
        </p:nvCxnSpPr>
        <p:spPr>
          <a:xfrm>
            <a:off x="14281362" y="2987506"/>
            <a:ext cx="0" cy="185272"/>
          </a:xfrm>
          <a:prstGeom prst="line">
            <a:avLst/>
          </a:prstGeom>
          <a:ln w="15439">
            <a:solidFill>
              <a:srgbClr val="17365D"/>
            </a:solidFill>
          </a:ln>
          <a:effectLst/>
        </p:spPr>
      </p:cxnSp>
      <p:cxnSp>
        <p:nvCxnSpPr>
          <p:cNvPr id="544" name="feature-matching-selector--inlier-legend-arrow"/>
          <p:cNvCxnSpPr/>
          <p:nvPr/>
        </p:nvCxnSpPr>
        <p:spPr>
          <a:xfrm>
            <a:off x="10699442" y="3002945"/>
            <a:ext cx="347385" cy="0"/>
          </a:xfrm>
          <a:prstGeom prst="line">
            <a:avLst/>
          </a:prstGeom>
          <a:ln w="20843">
            <a:solidFill>
              <a:srgbClr val="FF0000"/>
            </a:solidFill>
            <a:tailEnd type="triangle" w="sm" len="sm"/>
          </a:ln>
          <a:effectLst/>
        </p:spPr>
      </p:cxnSp>
      <p:sp>
        <p:nvSpPr>
          <p:cNvPr id="545" name="feature-matching-selector--inlier-legend"/>
          <p:cNvSpPr txBox="1"/>
          <p:nvPr/>
        </p:nvSpPr>
        <p:spPr>
          <a:xfrm>
            <a:off x="11093144" y="2871711"/>
            <a:ext cx="1636566" cy="3165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1" i="0">
                <a:solidFill>
                  <a:srgbClr val="000000"/>
                </a:solidFill>
                <a:latin typeface="Liberation Serif"/>
              </a:rPr>
              <a:t>: Matched Inlier Count</a:t>
            </a:r>
          </a:p>
        </p:txBody>
      </p:sp>
      <p:sp>
        <p:nvSpPr>
          <p:cNvPr id="546" name="feature-matching-selector--addition-legend-circle"/>
          <p:cNvSpPr/>
          <p:nvPr/>
        </p:nvSpPr>
        <p:spPr>
          <a:xfrm>
            <a:off x="10815237" y="3195937"/>
            <a:ext cx="177552" cy="177552"/>
          </a:xfrm>
          <a:prstGeom prst="ellipse">
            <a:avLst/>
          </a:prstGeom>
          <a:solidFill>
            <a:srgbClr val="E2F0D9"/>
          </a:solidFill>
          <a:ln w="15439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7" name="feature-matching-selector--addition-legend-horizontal"/>
          <p:cNvCxnSpPr/>
          <p:nvPr/>
        </p:nvCxnSpPr>
        <p:spPr>
          <a:xfrm>
            <a:off x="10846115" y="3288573"/>
            <a:ext cx="115795" cy="0"/>
          </a:xfrm>
          <a:prstGeom prst="line">
            <a:avLst/>
          </a:prstGeom>
          <a:ln w="13123">
            <a:solidFill>
              <a:srgbClr val="17365D"/>
            </a:solidFill>
          </a:ln>
          <a:effectLst/>
        </p:spPr>
      </p:cxnSp>
      <p:cxnSp>
        <p:nvCxnSpPr>
          <p:cNvPr id="548" name="feature-matching-selector--addition-legend-vertical"/>
          <p:cNvCxnSpPr/>
          <p:nvPr/>
        </p:nvCxnSpPr>
        <p:spPr>
          <a:xfrm>
            <a:off x="10904013" y="3226816"/>
            <a:ext cx="0" cy="115794"/>
          </a:xfrm>
          <a:prstGeom prst="line">
            <a:avLst/>
          </a:prstGeom>
          <a:ln w="13123">
            <a:solidFill>
              <a:srgbClr val="17365D"/>
            </a:solidFill>
          </a:ln>
          <a:effectLst/>
        </p:spPr>
      </p:cxnSp>
      <p:sp>
        <p:nvSpPr>
          <p:cNvPr id="549" name="feature-matching-selector--addition-legend"/>
          <p:cNvSpPr txBox="1"/>
          <p:nvPr/>
        </p:nvSpPr>
        <p:spPr>
          <a:xfrm>
            <a:off x="11093144" y="3134180"/>
            <a:ext cx="1034433" cy="29334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1" i="0">
                <a:solidFill>
                  <a:srgbClr val="000000"/>
                </a:solidFill>
                <a:latin typeface="Liberation Serif"/>
              </a:rPr>
              <a:t>: Addition</a:t>
            </a:r>
          </a:p>
        </p:txBody>
      </p:sp>
      <p:cxnSp>
        <p:nvCxnSpPr>
          <p:cNvPr id="550" name="feature-matching-selector--candidate-to-topk-part-1"/>
          <p:cNvCxnSpPr/>
          <p:nvPr/>
        </p:nvCxnSpPr>
        <p:spPr>
          <a:xfrm flipH="1">
            <a:off x="13277807" y="2933469"/>
            <a:ext cx="38598" cy="131234"/>
          </a:xfrm>
          <a:prstGeom prst="line">
            <a:avLst/>
          </a:prstGeom>
          <a:ln w="19299">
            <a:solidFill>
              <a:srgbClr val="000000"/>
            </a:solidFill>
          </a:ln>
          <a:effectLst/>
        </p:spPr>
      </p:cxnSp>
      <p:cxnSp>
        <p:nvCxnSpPr>
          <p:cNvPr id="551" name="feature-matching-selector--candidate-to-topk-part-2"/>
          <p:cNvCxnSpPr/>
          <p:nvPr/>
        </p:nvCxnSpPr>
        <p:spPr>
          <a:xfrm flipH="1">
            <a:off x="12969021" y="3064703"/>
            <a:ext cx="308786" cy="108075"/>
          </a:xfrm>
          <a:prstGeom prst="line">
            <a:avLst/>
          </a:prstGeom>
          <a:ln w="19299">
            <a:solidFill>
              <a:srgbClr val="000000"/>
            </a:solidFill>
          </a:ln>
          <a:effectLst/>
        </p:spPr>
      </p:cxnSp>
      <p:cxnSp>
        <p:nvCxnSpPr>
          <p:cNvPr id="552" name="feature-matching-selector--candidate-to-topk-part-3"/>
          <p:cNvCxnSpPr/>
          <p:nvPr/>
        </p:nvCxnSpPr>
        <p:spPr>
          <a:xfrm flipH="1">
            <a:off x="12583038" y="3172778"/>
            <a:ext cx="385983" cy="61757"/>
          </a:xfrm>
          <a:prstGeom prst="line">
            <a:avLst/>
          </a:prstGeom>
          <a:ln w="1929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553" name="feature-matching-selector--addition-to-topk-part-1"/>
          <p:cNvCxnSpPr/>
          <p:nvPr/>
        </p:nvCxnSpPr>
        <p:spPr>
          <a:xfrm flipH="1">
            <a:off x="14235044" y="3211376"/>
            <a:ext cx="46318" cy="92636"/>
          </a:xfrm>
          <a:prstGeom prst="line">
            <a:avLst/>
          </a:prstGeom>
          <a:ln w="19299">
            <a:solidFill>
              <a:srgbClr val="000000"/>
            </a:solidFill>
          </a:ln>
          <a:effectLst/>
        </p:spPr>
      </p:cxnSp>
      <p:cxnSp>
        <p:nvCxnSpPr>
          <p:cNvPr id="554" name="feature-matching-selector--addition-to-topk-part-2"/>
          <p:cNvCxnSpPr/>
          <p:nvPr/>
        </p:nvCxnSpPr>
        <p:spPr>
          <a:xfrm flipH="1">
            <a:off x="13802744" y="3304012"/>
            <a:ext cx="432300" cy="84916"/>
          </a:xfrm>
          <a:prstGeom prst="line">
            <a:avLst/>
          </a:prstGeom>
          <a:ln w="19299">
            <a:solidFill>
              <a:srgbClr val="000000"/>
            </a:solidFill>
          </a:ln>
          <a:effectLst/>
        </p:spPr>
      </p:cxnSp>
      <p:cxnSp>
        <p:nvCxnSpPr>
          <p:cNvPr id="555" name="feature-matching-selector--addition-to-topk-part-3"/>
          <p:cNvCxnSpPr/>
          <p:nvPr/>
        </p:nvCxnSpPr>
        <p:spPr>
          <a:xfrm flipH="1">
            <a:off x="12945862" y="3388928"/>
            <a:ext cx="856882" cy="38599"/>
          </a:xfrm>
          <a:prstGeom prst="line">
            <a:avLst/>
          </a:prstGeom>
          <a:ln w="19299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556" name="feature-matching-selector--top-k-label"/>
          <p:cNvSpPr txBox="1"/>
          <p:nvPr/>
        </p:nvSpPr>
        <p:spPr>
          <a:xfrm>
            <a:off x="12281971" y="3288573"/>
            <a:ext cx="586693" cy="324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1" i="0">
                <a:solidFill>
                  <a:srgbClr val="000000"/>
                </a:solidFill>
                <a:latin typeface="Liberation Serif"/>
              </a:rPr>
              <a:t>Top k</a:t>
            </a:r>
          </a:p>
        </p:txBody>
      </p:sp>
      <p:cxnSp>
        <p:nvCxnSpPr>
          <p:cNvPr id="557" name="feature-matching-selector--top-k-down"/>
          <p:cNvCxnSpPr/>
          <p:nvPr/>
        </p:nvCxnSpPr>
        <p:spPr>
          <a:xfrm>
            <a:off x="12575318" y="3574200"/>
            <a:ext cx="0" cy="223870"/>
          </a:xfrm>
          <a:prstGeom prst="line">
            <a:avLst/>
          </a:prstGeom>
          <a:ln w="19299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558" name="feature-matching-selector--top-k-frame-1-body"/>
          <p:cNvSpPr/>
          <p:nvPr/>
        </p:nvSpPr>
        <p:spPr>
          <a:xfrm>
            <a:off x="10853835" y="3798070"/>
            <a:ext cx="810563" cy="59441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feature-matching-selector--top-k-frame-1-top-hole-1"/>
          <p:cNvSpPr/>
          <p:nvPr/>
        </p:nvSpPr>
        <p:spPr>
          <a:xfrm>
            <a:off x="10869274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feature-matching-selector--top-k-frame-1-bottom-hole-1"/>
          <p:cNvSpPr/>
          <p:nvPr/>
        </p:nvSpPr>
        <p:spPr>
          <a:xfrm>
            <a:off x="10869274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feature-matching-selector--top-k-frame-1-top-hole-2"/>
          <p:cNvSpPr/>
          <p:nvPr/>
        </p:nvSpPr>
        <p:spPr>
          <a:xfrm>
            <a:off x="10948787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feature-matching-selector--top-k-frame-1-bottom-hole-2"/>
          <p:cNvSpPr/>
          <p:nvPr/>
        </p:nvSpPr>
        <p:spPr>
          <a:xfrm>
            <a:off x="10948787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feature-matching-selector--top-k-frame-1-top-hole-3"/>
          <p:cNvSpPr/>
          <p:nvPr/>
        </p:nvSpPr>
        <p:spPr>
          <a:xfrm>
            <a:off x="11028299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feature-matching-selector--top-k-frame-1-bottom-hole-3"/>
          <p:cNvSpPr/>
          <p:nvPr/>
        </p:nvSpPr>
        <p:spPr>
          <a:xfrm>
            <a:off x="11028299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feature-matching-selector--top-k-frame-1-top-hole-4"/>
          <p:cNvSpPr/>
          <p:nvPr/>
        </p:nvSpPr>
        <p:spPr>
          <a:xfrm>
            <a:off x="11107812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feature-matching-selector--top-k-frame-1-bottom-hole-4"/>
          <p:cNvSpPr/>
          <p:nvPr/>
        </p:nvSpPr>
        <p:spPr>
          <a:xfrm>
            <a:off x="11107812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feature-matching-selector--top-k-frame-1-top-hole-5"/>
          <p:cNvSpPr/>
          <p:nvPr/>
        </p:nvSpPr>
        <p:spPr>
          <a:xfrm>
            <a:off x="11187324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feature-matching-selector--top-k-frame-1-bottom-hole-5"/>
          <p:cNvSpPr/>
          <p:nvPr/>
        </p:nvSpPr>
        <p:spPr>
          <a:xfrm>
            <a:off x="11187324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feature-matching-selector--top-k-frame-1-top-hole-6"/>
          <p:cNvSpPr/>
          <p:nvPr/>
        </p:nvSpPr>
        <p:spPr>
          <a:xfrm>
            <a:off x="11266837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feature-matching-selector--top-k-frame-1-bottom-hole-6"/>
          <p:cNvSpPr/>
          <p:nvPr/>
        </p:nvSpPr>
        <p:spPr>
          <a:xfrm>
            <a:off x="11266837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feature-matching-selector--top-k-frame-1-top-hole-7"/>
          <p:cNvSpPr/>
          <p:nvPr/>
        </p:nvSpPr>
        <p:spPr>
          <a:xfrm>
            <a:off x="11346349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2" name="feature-matching-selector--top-k-frame-1-bottom-hole-7"/>
          <p:cNvSpPr/>
          <p:nvPr/>
        </p:nvSpPr>
        <p:spPr>
          <a:xfrm>
            <a:off x="11346349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feature-matching-selector--top-k-frame-1-top-hole-8"/>
          <p:cNvSpPr/>
          <p:nvPr/>
        </p:nvSpPr>
        <p:spPr>
          <a:xfrm>
            <a:off x="11425862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feature-matching-selector--top-k-frame-1-bottom-hole-8"/>
          <p:cNvSpPr/>
          <p:nvPr/>
        </p:nvSpPr>
        <p:spPr>
          <a:xfrm>
            <a:off x="11425862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feature-matching-selector--top-k-frame-1-top-hole-9"/>
          <p:cNvSpPr/>
          <p:nvPr/>
        </p:nvSpPr>
        <p:spPr>
          <a:xfrm>
            <a:off x="11505374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feature-matching-selector--top-k-frame-1-bottom-hole-9"/>
          <p:cNvSpPr/>
          <p:nvPr/>
        </p:nvSpPr>
        <p:spPr>
          <a:xfrm>
            <a:off x="11505374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feature-matching-selector--top-k-frame-1-top-hole-10"/>
          <p:cNvSpPr/>
          <p:nvPr/>
        </p:nvSpPr>
        <p:spPr>
          <a:xfrm>
            <a:off x="11584887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8" name="feature-matching-selector--top-k-frame-1-bottom-hole-10"/>
          <p:cNvSpPr/>
          <p:nvPr/>
        </p:nvSpPr>
        <p:spPr>
          <a:xfrm>
            <a:off x="11584887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9" name="feature-matching-selector--top-k-frame-1-photo" descr="street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714" y="3869091"/>
            <a:ext cx="748806" cy="452371"/>
          </a:xfrm>
          <a:prstGeom prst="rect">
            <a:avLst/>
          </a:prstGeom>
          <a:effectLst/>
        </p:spPr>
      </p:pic>
      <p:sp>
        <p:nvSpPr>
          <p:cNvPr id="580" name="feature-matching-selector--top-k-frame-1-photo-outline"/>
          <p:cNvSpPr/>
          <p:nvPr/>
        </p:nvSpPr>
        <p:spPr>
          <a:xfrm>
            <a:off x="10884714" y="3869091"/>
            <a:ext cx="748806" cy="452371"/>
          </a:xfrm>
          <a:prstGeom prst="rect">
            <a:avLst/>
          </a:prstGeom>
          <a:noFill/>
          <a:ln w="27018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feature-matching-selector--top-k-frame-2-body"/>
          <p:cNvSpPr/>
          <p:nvPr/>
        </p:nvSpPr>
        <p:spPr>
          <a:xfrm>
            <a:off x="11664399" y="3798070"/>
            <a:ext cx="802844" cy="59441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feature-matching-selector--top-k-frame-2-top-hole-1"/>
          <p:cNvSpPr/>
          <p:nvPr/>
        </p:nvSpPr>
        <p:spPr>
          <a:xfrm>
            <a:off x="11679838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feature-matching-selector--top-k-frame-2-bottom-hole-1"/>
          <p:cNvSpPr/>
          <p:nvPr/>
        </p:nvSpPr>
        <p:spPr>
          <a:xfrm>
            <a:off x="11679838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feature-matching-selector--top-k-frame-2-top-hole-2"/>
          <p:cNvSpPr/>
          <p:nvPr/>
        </p:nvSpPr>
        <p:spPr>
          <a:xfrm>
            <a:off x="11758579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5" name="feature-matching-selector--top-k-frame-2-bottom-hole-2"/>
          <p:cNvSpPr/>
          <p:nvPr/>
        </p:nvSpPr>
        <p:spPr>
          <a:xfrm>
            <a:off x="11758579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feature-matching-selector--top-k-frame-2-top-hole-3"/>
          <p:cNvSpPr/>
          <p:nvPr/>
        </p:nvSpPr>
        <p:spPr>
          <a:xfrm>
            <a:off x="11837319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7" name="feature-matching-selector--top-k-frame-2-bottom-hole-3"/>
          <p:cNvSpPr/>
          <p:nvPr/>
        </p:nvSpPr>
        <p:spPr>
          <a:xfrm>
            <a:off x="11837319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8" name="feature-matching-selector--top-k-frame-2-top-hole-4"/>
          <p:cNvSpPr/>
          <p:nvPr/>
        </p:nvSpPr>
        <p:spPr>
          <a:xfrm>
            <a:off x="11916060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feature-matching-selector--top-k-frame-2-bottom-hole-4"/>
          <p:cNvSpPr/>
          <p:nvPr/>
        </p:nvSpPr>
        <p:spPr>
          <a:xfrm>
            <a:off x="11916060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0" name="feature-matching-selector--top-k-frame-2-top-hole-5"/>
          <p:cNvSpPr/>
          <p:nvPr/>
        </p:nvSpPr>
        <p:spPr>
          <a:xfrm>
            <a:off x="11994800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1" name="feature-matching-selector--top-k-frame-2-bottom-hole-5"/>
          <p:cNvSpPr/>
          <p:nvPr/>
        </p:nvSpPr>
        <p:spPr>
          <a:xfrm>
            <a:off x="11994800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2" name="feature-matching-selector--top-k-frame-2-top-hole-6"/>
          <p:cNvSpPr/>
          <p:nvPr/>
        </p:nvSpPr>
        <p:spPr>
          <a:xfrm>
            <a:off x="12073541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feature-matching-selector--top-k-frame-2-bottom-hole-6"/>
          <p:cNvSpPr/>
          <p:nvPr/>
        </p:nvSpPr>
        <p:spPr>
          <a:xfrm>
            <a:off x="12073541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4" name="feature-matching-selector--top-k-frame-2-top-hole-7"/>
          <p:cNvSpPr/>
          <p:nvPr/>
        </p:nvSpPr>
        <p:spPr>
          <a:xfrm>
            <a:off x="12152281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5" name="feature-matching-selector--top-k-frame-2-bottom-hole-7"/>
          <p:cNvSpPr/>
          <p:nvPr/>
        </p:nvSpPr>
        <p:spPr>
          <a:xfrm>
            <a:off x="12152281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feature-matching-selector--top-k-frame-2-top-hole-8"/>
          <p:cNvSpPr/>
          <p:nvPr/>
        </p:nvSpPr>
        <p:spPr>
          <a:xfrm>
            <a:off x="12231022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feature-matching-selector--top-k-frame-2-bottom-hole-8"/>
          <p:cNvSpPr/>
          <p:nvPr/>
        </p:nvSpPr>
        <p:spPr>
          <a:xfrm>
            <a:off x="12231022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feature-matching-selector--top-k-frame-2-top-hole-9"/>
          <p:cNvSpPr/>
          <p:nvPr/>
        </p:nvSpPr>
        <p:spPr>
          <a:xfrm>
            <a:off x="12309762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feature-matching-selector--top-k-frame-2-bottom-hole-9"/>
          <p:cNvSpPr/>
          <p:nvPr/>
        </p:nvSpPr>
        <p:spPr>
          <a:xfrm>
            <a:off x="12309762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feature-matching-selector--top-k-frame-2-top-hole-10"/>
          <p:cNvSpPr/>
          <p:nvPr/>
        </p:nvSpPr>
        <p:spPr>
          <a:xfrm>
            <a:off x="12388503" y="3807334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feature-matching-selector--top-k-frame-2-bottom-hole-10"/>
          <p:cNvSpPr/>
          <p:nvPr/>
        </p:nvSpPr>
        <p:spPr>
          <a:xfrm>
            <a:off x="12388503" y="4336902"/>
            <a:ext cx="63301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2" name="feature-matching-selector--top-k-frame-2-photo" descr="relay_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95278" y="3869091"/>
            <a:ext cx="741086" cy="452371"/>
          </a:xfrm>
          <a:prstGeom prst="rect">
            <a:avLst/>
          </a:prstGeom>
          <a:effectLst/>
        </p:spPr>
      </p:pic>
      <p:sp>
        <p:nvSpPr>
          <p:cNvPr id="603" name="feature-matching-selector--top-k-frame-2-photo-outline"/>
          <p:cNvSpPr/>
          <p:nvPr/>
        </p:nvSpPr>
        <p:spPr>
          <a:xfrm>
            <a:off x="11695278" y="3869091"/>
            <a:ext cx="741086" cy="452371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feature-matching-selector--top-k-frame-3-body"/>
          <p:cNvSpPr/>
          <p:nvPr/>
        </p:nvSpPr>
        <p:spPr>
          <a:xfrm>
            <a:off x="12776029" y="3798070"/>
            <a:ext cx="810563" cy="59441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feature-matching-selector--top-k-frame-3-top-hole-1"/>
          <p:cNvSpPr/>
          <p:nvPr/>
        </p:nvSpPr>
        <p:spPr>
          <a:xfrm>
            <a:off x="12791469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feature-matching-selector--top-k-frame-3-bottom-hole-1"/>
          <p:cNvSpPr/>
          <p:nvPr/>
        </p:nvSpPr>
        <p:spPr>
          <a:xfrm>
            <a:off x="12791469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feature-matching-selector--top-k-frame-3-top-hole-2"/>
          <p:cNvSpPr/>
          <p:nvPr/>
        </p:nvSpPr>
        <p:spPr>
          <a:xfrm>
            <a:off x="12870981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8" name="feature-matching-selector--top-k-frame-3-bottom-hole-2"/>
          <p:cNvSpPr/>
          <p:nvPr/>
        </p:nvSpPr>
        <p:spPr>
          <a:xfrm>
            <a:off x="12870981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feature-matching-selector--top-k-frame-3-top-hole-3"/>
          <p:cNvSpPr/>
          <p:nvPr/>
        </p:nvSpPr>
        <p:spPr>
          <a:xfrm>
            <a:off x="12950494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feature-matching-selector--top-k-frame-3-bottom-hole-3"/>
          <p:cNvSpPr/>
          <p:nvPr/>
        </p:nvSpPr>
        <p:spPr>
          <a:xfrm>
            <a:off x="12950494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feature-matching-selector--top-k-frame-3-top-hole-4"/>
          <p:cNvSpPr/>
          <p:nvPr/>
        </p:nvSpPr>
        <p:spPr>
          <a:xfrm>
            <a:off x="13030006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feature-matching-selector--top-k-frame-3-bottom-hole-4"/>
          <p:cNvSpPr/>
          <p:nvPr/>
        </p:nvSpPr>
        <p:spPr>
          <a:xfrm>
            <a:off x="13030006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feature-matching-selector--top-k-frame-3-top-hole-5"/>
          <p:cNvSpPr/>
          <p:nvPr/>
        </p:nvSpPr>
        <p:spPr>
          <a:xfrm>
            <a:off x="13109518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4" name="feature-matching-selector--top-k-frame-3-bottom-hole-5"/>
          <p:cNvSpPr/>
          <p:nvPr/>
        </p:nvSpPr>
        <p:spPr>
          <a:xfrm>
            <a:off x="13109518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5" name="feature-matching-selector--top-k-frame-3-top-hole-6"/>
          <p:cNvSpPr/>
          <p:nvPr/>
        </p:nvSpPr>
        <p:spPr>
          <a:xfrm>
            <a:off x="13189031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feature-matching-selector--top-k-frame-3-bottom-hole-6"/>
          <p:cNvSpPr/>
          <p:nvPr/>
        </p:nvSpPr>
        <p:spPr>
          <a:xfrm>
            <a:off x="13189031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feature-matching-selector--top-k-frame-3-top-hole-7"/>
          <p:cNvSpPr/>
          <p:nvPr/>
        </p:nvSpPr>
        <p:spPr>
          <a:xfrm>
            <a:off x="13268543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feature-matching-selector--top-k-frame-3-bottom-hole-7"/>
          <p:cNvSpPr/>
          <p:nvPr/>
        </p:nvSpPr>
        <p:spPr>
          <a:xfrm>
            <a:off x="13268543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feature-matching-selector--top-k-frame-3-top-hole-8"/>
          <p:cNvSpPr/>
          <p:nvPr/>
        </p:nvSpPr>
        <p:spPr>
          <a:xfrm>
            <a:off x="13348056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0" name="feature-matching-selector--top-k-frame-3-bottom-hole-8"/>
          <p:cNvSpPr/>
          <p:nvPr/>
        </p:nvSpPr>
        <p:spPr>
          <a:xfrm>
            <a:off x="13348056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1" name="feature-matching-selector--top-k-frame-3-top-hole-9"/>
          <p:cNvSpPr/>
          <p:nvPr/>
        </p:nvSpPr>
        <p:spPr>
          <a:xfrm>
            <a:off x="13427568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2" name="feature-matching-selector--top-k-frame-3-bottom-hole-9"/>
          <p:cNvSpPr/>
          <p:nvPr/>
        </p:nvSpPr>
        <p:spPr>
          <a:xfrm>
            <a:off x="13427568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feature-matching-selector--top-k-frame-3-top-hole-10"/>
          <p:cNvSpPr/>
          <p:nvPr/>
        </p:nvSpPr>
        <p:spPr>
          <a:xfrm>
            <a:off x="13507081" y="3807334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feature-matching-selector--top-k-frame-3-bottom-hole-10"/>
          <p:cNvSpPr/>
          <p:nvPr/>
        </p:nvSpPr>
        <p:spPr>
          <a:xfrm>
            <a:off x="13507081" y="4336902"/>
            <a:ext cx="64073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5" name="feature-matching-selector--top-k-frame-3-photo" descr="relay_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6908" y="3869091"/>
            <a:ext cx="748806" cy="452371"/>
          </a:xfrm>
          <a:prstGeom prst="rect">
            <a:avLst/>
          </a:prstGeom>
          <a:effectLst/>
        </p:spPr>
      </p:pic>
      <p:sp>
        <p:nvSpPr>
          <p:cNvPr id="626" name="feature-matching-selector--top-k-frame-3-photo-outline"/>
          <p:cNvSpPr/>
          <p:nvPr/>
        </p:nvSpPr>
        <p:spPr>
          <a:xfrm>
            <a:off x="12806908" y="3869091"/>
            <a:ext cx="748806" cy="452371"/>
          </a:xfrm>
          <a:prstGeom prst="rect">
            <a:avLst/>
          </a:prstGeom>
          <a:noFill/>
          <a:ln w="92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7" name="feature-matching-selector--top-k-frame-4-body"/>
          <p:cNvSpPr/>
          <p:nvPr/>
        </p:nvSpPr>
        <p:spPr>
          <a:xfrm>
            <a:off x="13586593" y="3798070"/>
            <a:ext cx="756526" cy="594413"/>
          </a:xfrm>
          <a:prstGeom prst="rect">
            <a:avLst/>
          </a:prstGeom>
          <a:solidFill>
            <a:srgbClr val="000000"/>
          </a:solidFill>
          <a:ln w="1235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8" name="feature-matching-selector--top-k-frame-4-top-hole-1"/>
          <p:cNvSpPr/>
          <p:nvPr/>
        </p:nvSpPr>
        <p:spPr>
          <a:xfrm>
            <a:off x="13602032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9" name="feature-matching-selector--top-k-frame-4-bottom-hole-1"/>
          <p:cNvSpPr/>
          <p:nvPr/>
        </p:nvSpPr>
        <p:spPr>
          <a:xfrm>
            <a:off x="13602032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0" name="feature-matching-selector--top-k-frame-4-top-hole-2"/>
          <p:cNvSpPr/>
          <p:nvPr/>
        </p:nvSpPr>
        <p:spPr>
          <a:xfrm>
            <a:off x="13676141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1" name="feature-matching-selector--top-k-frame-4-bottom-hole-2"/>
          <p:cNvSpPr/>
          <p:nvPr/>
        </p:nvSpPr>
        <p:spPr>
          <a:xfrm>
            <a:off x="13676141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feature-matching-selector--top-k-frame-4-top-hole-3"/>
          <p:cNvSpPr/>
          <p:nvPr/>
        </p:nvSpPr>
        <p:spPr>
          <a:xfrm>
            <a:off x="13750250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feature-matching-selector--top-k-frame-4-bottom-hole-3"/>
          <p:cNvSpPr/>
          <p:nvPr/>
        </p:nvSpPr>
        <p:spPr>
          <a:xfrm>
            <a:off x="13750250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feature-matching-selector--top-k-frame-4-top-hole-4"/>
          <p:cNvSpPr/>
          <p:nvPr/>
        </p:nvSpPr>
        <p:spPr>
          <a:xfrm>
            <a:off x="13824359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feature-matching-selector--top-k-frame-4-bottom-hole-4"/>
          <p:cNvSpPr/>
          <p:nvPr/>
        </p:nvSpPr>
        <p:spPr>
          <a:xfrm>
            <a:off x="13824359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6" name="feature-matching-selector--top-k-frame-4-top-hole-5"/>
          <p:cNvSpPr/>
          <p:nvPr/>
        </p:nvSpPr>
        <p:spPr>
          <a:xfrm>
            <a:off x="13898467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7" name="feature-matching-selector--top-k-frame-4-bottom-hole-5"/>
          <p:cNvSpPr/>
          <p:nvPr/>
        </p:nvSpPr>
        <p:spPr>
          <a:xfrm>
            <a:off x="13898467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8" name="feature-matching-selector--top-k-frame-4-top-hole-6"/>
          <p:cNvSpPr/>
          <p:nvPr/>
        </p:nvSpPr>
        <p:spPr>
          <a:xfrm>
            <a:off x="13972576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9" name="feature-matching-selector--top-k-frame-4-bottom-hole-6"/>
          <p:cNvSpPr/>
          <p:nvPr/>
        </p:nvSpPr>
        <p:spPr>
          <a:xfrm>
            <a:off x="13972576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feature-matching-selector--top-k-frame-4-top-hole-7"/>
          <p:cNvSpPr/>
          <p:nvPr/>
        </p:nvSpPr>
        <p:spPr>
          <a:xfrm>
            <a:off x="14046685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1" name="feature-matching-selector--top-k-frame-4-bottom-hole-7"/>
          <p:cNvSpPr/>
          <p:nvPr/>
        </p:nvSpPr>
        <p:spPr>
          <a:xfrm>
            <a:off x="14046685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feature-matching-selector--top-k-frame-4-top-hole-8"/>
          <p:cNvSpPr/>
          <p:nvPr/>
        </p:nvSpPr>
        <p:spPr>
          <a:xfrm>
            <a:off x="14120793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feature-matching-selector--top-k-frame-4-bottom-hole-8"/>
          <p:cNvSpPr/>
          <p:nvPr/>
        </p:nvSpPr>
        <p:spPr>
          <a:xfrm>
            <a:off x="14120793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feature-matching-selector--top-k-frame-4-top-hole-9"/>
          <p:cNvSpPr/>
          <p:nvPr/>
        </p:nvSpPr>
        <p:spPr>
          <a:xfrm>
            <a:off x="14194902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5" name="feature-matching-selector--top-k-frame-4-bottom-hole-9"/>
          <p:cNvSpPr/>
          <p:nvPr/>
        </p:nvSpPr>
        <p:spPr>
          <a:xfrm>
            <a:off x="14194902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feature-matching-selector--top-k-frame-4-top-hole-10"/>
          <p:cNvSpPr/>
          <p:nvPr/>
        </p:nvSpPr>
        <p:spPr>
          <a:xfrm>
            <a:off x="14269011" y="3807334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7" name="feature-matching-selector--top-k-frame-4-bottom-hole-10"/>
          <p:cNvSpPr/>
          <p:nvPr/>
        </p:nvSpPr>
        <p:spPr>
          <a:xfrm>
            <a:off x="14269011" y="4336902"/>
            <a:ext cx="58669" cy="46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8" name="feature-matching-selector--top-k-frame-4-photo" descr="street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7472" y="3869091"/>
            <a:ext cx="694768" cy="452371"/>
          </a:xfrm>
          <a:prstGeom prst="rect">
            <a:avLst/>
          </a:prstGeom>
          <a:effectLst/>
        </p:spPr>
      </p:pic>
      <p:sp>
        <p:nvSpPr>
          <p:cNvPr id="649" name="feature-matching-selector--top-k-frame-4-photo-outline"/>
          <p:cNvSpPr/>
          <p:nvPr/>
        </p:nvSpPr>
        <p:spPr>
          <a:xfrm>
            <a:off x="13617472" y="3869091"/>
            <a:ext cx="694768" cy="452371"/>
          </a:xfrm>
          <a:prstGeom prst="rect">
            <a:avLst/>
          </a:prstGeom>
          <a:noFill/>
          <a:ln w="27018">
            <a:solidFill>
              <a:srgbClr val="FF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feature-matching-selector--top-k-ellipsis-body"/>
          <p:cNvSpPr/>
          <p:nvPr/>
        </p:nvSpPr>
        <p:spPr>
          <a:xfrm>
            <a:off x="12467243" y="3798070"/>
            <a:ext cx="308786" cy="594413"/>
          </a:xfrm>
          <a:prstGeom prst="rect">
            <a:avLst/>
          </a:prstGeom>
          <a:solidFill>
            <a:srgbClr val="FFFFFF"/>
          </a:solidFill>
          <a:ln w="154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feature-matching-selector--top-k-ellipsis"/>
          <p:cNvSpPr txBox="1"/>
          <p:nvPr/>
        </p:nvSpPr>
        <p:spPr>
          <a:xfrm>
            <a:off x="12467243" y="3852108"/>
            <a:ext cx="308786" cy="47089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41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652" name="pose-model-bars--pose-model-input-bar"/>
          <p:cNvSpPr/>
          <p:nvPr/>
        </p:nvSpPr>
        <p:spPr>
          <a:xfrm>
            <a:off x="92635" y="4824784"/>
            <a:ext cx="2809954" cy="447740"/>
          </a:xfrm>
          <a:prstGeom prst="roundRect">
            <a:avLst/>
          </a:prstGeom>
          <a:solidFill>
            <a:srgbClr val="ACB7C9"/>
          </a:solidFill>
          <a:ln w="154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pose-model-bars--pose-model-input-label"/>
          <p:cNvSpPr txBox="1"/>
          <p:nvPr/>
        </p:nvSpPr>
        <p:spPr>
          <a:xfrm>
            <a:off x="154393" y="4824784"/>
            <a:ext cx="2686440" cy="4477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sp>
        <p:nvSpPr>
          <p:cNvPr id="654" name="pose-model-bars--pose-model-center-bar"/>
          <p:cNvSpPr/>
          <p:nvPr/>
        </p:nvSpPr>
        <p:spPr>
          <a:xfrm>
            <a:off x="4091417" y="4824784"/>
            <a:ext cx="6353276" cy="447740"/>
          </a:xfrm>
          <a:prstGeom prst="roundRect">
            <a:avLst/>
          </a:prstGeom>
          <a:solidFill>
            <a:srgbClr val="ACB7C9"/>
          </a:solidFill>
          <a:ln w="154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pose-model-bars--pose-model-center-label"/>
          <p:cNvSpPr txBox="1"/>
          <p:nvPr/>
        </p:nvSpPr>
        <p:spPr>
          <a:xfrm>
            <a:off x="4168613" y="4824784"/>
            <a:ext cx="6198883" cy="4477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sp>
        <p:nvSpPr>
          <p:cNvPr id="656" name="pose-model-bars--pose-model-selector-bar"/>
          <p:cNvSpPr/>
          <p:nvPr/>
        </p:nvSpPr>
        <p:spPr>
          <a:xfrm>
            <a:off x="10822957" y="4824784"/>
            <a:ext cx="3512443" cy="447740"/>
          </a:xfrm>
          <a:prstGeom prst="roundRect">
            <a:avLst/>
          </a:prstGeom>
          <a:solidFill>
            <a:srgbClr val="ACB7C9"/>
          </a:solidFill>
          <a:ln w="154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7" name="pose-model-bars--pose-model-selector-label"/>
          <p:cNvSpPr txBox="1"/>
          <p:nvPr/>
        </p:nvSpPr>
        <p:spPr>
          <a:xfrm>
            <a:off x="10884714" y="4824784"/>
            <a:ext cx="3388928" cy="4477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23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pic>
        <p:nvPicPr>
          <p:cNvPr id="658" name="pose-reconstruction-results--pointcloud-stage-1" descr="pointcloud_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37" y="5527273"/>
            <a:ext cx="2902590" cy="2030269"/>
          </a:xfrm>
          <a:prstGeom prst="rect">
            <a:avLst/>
          </a:prstGeom>
          <a:effectLst/>
        </p:spPr>
      </p:pic>
      <p:pic>
        <p:nvPicPr>
          <p:cNvPr id="659" name="pose-reconstruction-results--pointcloud-stage-2" descr="pointcloud_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735" y="5527273"/>
            <a:ext cx="2910310" cy="2030269"/>
          </a:xfrm>
          <a:prstGeom prst="rect">
            <a:avLst/>
          </a:prstGeom>
          <a:effectLst/>
        </p:spPr>
      </p:pic>
      <p:pic>
        <p:nvPicPr>
          <p:cNvPr id="660" name="pose-reconstruction-results--pointcloud-stage-3" descr="pointcloud_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8065" y="5527273"/>
            <a:ext cx="2933469" cy="2030269"/>
          </a:xfrm>
          <a:prstGeom prst="rect">
            <a:avLst/>
          </a:prstGeom>
          <a:effectLst/>
        </p:spPr>
      </p:pic>
      <p:pic>
        <p:nvPicPr>
          <p:cNvPr id="661" name="pose-reconstruction-results--pointcloud-stage-4" descr="pointcloud_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16303" y="5527273"/>
            <a:ext cx="2964347" cy="2030269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oseCrafter Extreme Pose Estimation with Hybrid Video Synthesi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20671" cy="761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