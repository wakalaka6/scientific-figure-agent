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7748504" cy="90891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7748504" cy="90891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 Overall Pipeline background"/>
          <p:cNvSpPr/>
          <p:nvPr/>
        </p:nvSpPr>
        <p:spPr>
          <a:xfrm>
            <a:off x="155448" y="256032"/>
            <a:ext cx="9089136" cy="5925312"/>
          </a:xfrm>
          <a:prstGeom prst="rect">
            <a:avLst/>
          </a:prstGeom>
          <a:solidFill>
            <a:srgbClr val="FD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" name="A Overall Pipeline border"/>
          <p:cNvGrpSpPr/>
          <p:nvPr/>
        </p:nvGrpSpPr>
        <p:grpSpPr>
          <a:xfrm>
            <a:off x="155448" y="256032"/>
            <a:ext cx="9089136" cy="5925312"/>
            <a:chOff x="155448" y="256032"/>
            <a:chExt cx="9089136" cy="5925312"/>
          </a:xfrm>
        </p:grpSpPr>
        <p:cxnSp>
          <p:nvCxnSpPr>
            <p:cNvPr id="5" name="A Overall Pipeline dashed border"/>
            <p:cNvCxnSpPr/>
            <p:nvPr/>
          </p:nvCxnSpPr>
          <p:spPr>
            <a:xfrm>
              <a:off x="15544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 Overall Pipeline dashed border"/>
            <p:cNvCxnSpPr/>
            <p:nvPr/>
          </p:nvCxnSpPr>
          <p:spPr>
            <a:xfrm>
              <a:off x="45948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A Overall Pipeline dashed border"/>
            <p:cNvCxnSpPr/>
            <p:nvPr/>
          </p:nvCxnSpPr>
          <p:spPr>
            <a:xfrm>
              <a:off x="76352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A Overall Pipeline dashed border"/>
            <p:cNvCxnSpPr/>
            <p:nvPr/>
          </p:nvCxnSpPr>
          <p:spPr>
            <a:xfrm>
              <a:off x="106756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 Overall Pipeline dashed border"/>
            <p:cNvCxnSpPr/>
            <p:nvPr/>
          </p:nvCxnSpPr>
          <p:spPr>
            <a:xfrm>
              <a:off x="137160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A Overall Pipeline dashed border"/>
            <p:cNvCxnSpPr/>
            <p:nvPr/>
          </p:nvCxnSpPr>
          <p:spPr>
            <a:xfrm>
              <a:off x="167563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A Overall Pipeline dashed border"/>
            <p:cNvCxnSpPr/>
            <p:nvPr/>
          </p:nvCxnSpPr>
          <p:spPr>
            <a:xfrm>
              <a:off x="197967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A Overall Pipeline dashed border"/>
            <p:cNvCxnSpPr/>
            <p:nvPr/>
          </p:nvCxnSpPr>
          <p:spPr>
            <a:xfrm>
              <a:off x="228371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A Overall Pipeline dashed border"/>
            <p:cNvCxnSpPr/>
            <p:nvPr/>
          </p:nvCxnSpPr>
          <p:spPr>
            <a:xfrm>
              <a:off x="258775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A Overall Pipeline dashed border"/>
            <p:cNvCxnSpPr/>
            <p:nvPr/>
          </p:nvCxnSpPr>
          <p:spPr>
            <a:xfrm>
              <a:off x="289179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A Overall Pipeline dashed border"/>
            <p:cNvCxnSpPr/>
            <p:nvPr/>
          </p:nvCxnSpPr>
          <p:spPr>
            <a:xfrm>
              <a:off x="319582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A Overall Pipeline dashed border"/>
            <p:cNvCxnSpPr/>
            <p:nvPr/>
          </p:nvCxnSpPr>
          <p:spPr>
            <a:xfrm>
              <a:off x="349986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A Overall Pipeline dashed border"/>
            <p:cNvCxnSpPr/>
            <p:nvPr/>
          </p:nvCxnSpPr>
          <p:spPr>
            <a:xfrm>
              <a:off x="380390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A Overall Pipeline dashed border"/>
            <p:cNvCxnSpPr/>
            <p:nvPr/>
          </p:nvCxnSpPr>
          <p:spPr>
            <a:xfrm>
              <a:off x="410794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A Overall Pipeline dashed border"/>
            <p:cNvCxnSpPr/>
            <p:nvPr/>
          </p:nvCxnSpPr>
          <p:spPr>
            <a:xfrm>
              <a:off x="441198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A Overall Pipeline dashed border"/>
            <p:cNvCxnSpPr/>
            <p:nvPr/>
          </p:nvCxnSpPr>
          <p:spPr>
            <a:xfrm>
              <a:off x="471601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A Overall Pipeline dashed border"/>
            <p:cNvCxnSpPr/>
            <p:nvPr/>
          </p:nvCxnSpPr>
          <p:spPr>
            <a:xfrm>
              <a:off x="502005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A Overall Pipeline dashed border"/>
            <p:cNvCxnSpPr/>
            <p:nvPr/>
          </p:nvCxnSpPr>
          <p:spPr>
            <a:xfrm>
              <a:off x="532409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A Overall Pipeline dashed border"/>
            <p:cNvCxnSpPr/>
            <p:nvPr/>
          </p:nvCxnSpPr>
          <p:spPr>
            <a:xfrm>
              <a:off x="562813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A Overall Pipeline dashed border"/>
            <p:cNvCxnSpPr/>
            <p:nvPr/>
          </p:nvCxnSpPr>
          <p:spPr>
            <a:xfrm>
              <a:off x="593217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A Overall Pipeline dashed border"/>
            <p:cNvCxnSpPr/>
            <p:nvPr/>
          </p:nvCxnSpPr>
          <p:spPr>
            <a:xfrm>
              <a:off x="623620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A Overall Pipeline dashed border"/>
            <p:cNvCxnSpPr/>
            <p:nvPr/>
          </p:nvCxnSpPr>
          <p:spPr>
            <a:xfrm>
              <a:off x="654024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A Overall Pipeline dashed border"/>
            <p:cNvCxnSpPr/>
            <p:nvPr/>
          </p:nvCxnSpPr>
          <p:spPr>
            <a:xfrm>
              <a:off x="684428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A Overall Pipeline dashed border"/>
            <p:cNvCxnSpPr/>
            <p:nvPr/>
          </p:nvCxnSpPr>
          <p:spPr>
            <a:xfrm>
              <a:off x="714832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A Overall Pipeline dashed border"/>
            <p:cNvCxnSpPr/>
            <p:nvPr/>
          </p:nvCxnSpPr>
          <p:spPr>
            <a:xfrm>
              <a:off x="745236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A Overall Pipeline dashed border"/>
            <p:cNvCxnSpPr/>
            <p:nvPr/>
          </p:nvCxnSpPr>
          <p:spPr>
            <a:xfrm>
              <a:off x="775639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A Overall Pipeline dashed border"/>
            <p:cNvCxnSpPr/>
            <p:nvPr/>
          </p:nvCxnSpPr>
          <p:spPr>
            <a:xfrm>
              <a:off x="806043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A Overall Pipeline dashed border"/>
            <p:cNvCxnSpPr/>
            <p:nvPr/>
          </p:nvCxnSpPr>
          <p:spPr>
            <a:xfrm>
              <a:off x="836447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A Overall Pipeline dashed border"/>
            <p:cNvCxnSpPr/>
            <p:nvPr/>
          </p:nvCxnSpPr>
          <p:spPr>
            <a:xfrm>
              <a:off x="866851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A Overall Pipeline dashed border"/>
            <p:cNvCxnSpPr/>
            <p:nvPr/>
          </p:nvCxnSpPr>
          <p:spPr>
            <a:xfrm>
              <a:off x="897255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A Overall Pipeline dashed border"/>
            <p:cNvCxnSpPr/>
            <p:nvPr/>
          </p:nvCxnSpPr>
          <p:spPr>
            <a:xfrm>
              <a:off x="155448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A Overall Pipeline dashed border"/>
            <p:cNvCxnSpPr/>
            <p:nvPr/>
          </p:nvCxnSpPr>
          <p:spPr>
            <a:xfrm>
              <a:off x="459486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A Overall Pipeline dashed border"/>
            <p:cNvCxnSpPr/>
            <p:nvPr/>
          </p:nvCxnSpPr>
          <p:spPr>
            <a:xfrm>
              <a:off x="763524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A Overall Pipeline dashed border"/>
            <p:cNvCxnSpPr/>
            <p:nvPr/>
          </p:nvCxnSpPr>
          <p:spPr>
            <a:xfrm>
              <a:off x="1067562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A Overall Pipeline dashed border"/>
            <p:cNvCxnSpPr/>
            <p:nvPr/>
          </p:nvCxnSpPr>
          <p:spPr>
            <a:xfrm>
              <a:off x="1371600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A Overall Pipeline dashed border"/>
            <p:cNvCxnSpPr/>
            <p:nvPr/>
          </p:nvCxnSpPr>
          <p:spPr>
            <a:xfrm>
              <a:off x="1675638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A Overall Pipeline dashed border"/>
            <p:cNvCxnSpPr/>
            <p:nvPr/>
          </p:nvCxnSpPr>
          <p:spPr>
            <a:xfrm>
              <a:off x="1979676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A Overall Pipeline dashed border"/>
            <p:cNvCxnSpPr/>
            <p:nvPr/>
          </p:nvCxnSpPr>
          <p:spPr>
            <a:xfrm>
              <a:off x="2283714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A Overall Pipeline dashed border"/>
            <p:cNvCxnSpPr/>
            <p:nvPr/>
          </p:nvCxnSpPr>
          <p:spPr>
            <a:xfrm>
              <a:off x="2587752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A Overall Pipeline dashed border"/>
            <p:cNvCxnSpPr/>
            <p:nvPr/>
          </p:nvCxnSpPr>
          <p:spPr>
            <a:xfrm>
              <a:off x="2891790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A Overall Pipeline dashed border"/>
            <p:cNvCxnSpPr/>
            <p:nvPr/>
          </p:nvCxnSpPr>
          <p:spPr>
            <a:xfrm>
              <a:off x="3195828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A Overall Pipeline dashed border"/>
            <p:cNvCxnSpPr/>
            <p:nvPr/>
          </p:nvCxnSpPr>
          <p:spPr>
            <a:xfrm>
              <a:off x="3499866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A Overall Pipeline dashed border"/>
            <p:cNvCxnSpPr/>
            <p:nvPr/>
          </p:nvCxnSpPr>
          <p:spPr>
            <a:xfrm>
              <a:off x="3803904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A Overall Pipeline dashed border"/>
            <p:cNvCxnSpPr/>
            <p:nvPr/>
          </p:nvCxnSpPr>
          <p:spPr>
            <a:xfrm>
              <a:off x="4107942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A Overall Pipeline dashed border"/>
            <p:cNvCxnSpPr/>
            <p:nvPr/>
          </p:nvCxnSpPr>
          <p:spPr>
            <a:xfrm>
              <a:off x="4411980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A Overall Pipeline dashed border"/>
            <p:cNvCxnSpPr/>
            <p:nvPr/>
          </p:nvCxnSpPr>
          <p:spPr>
            <a:xfrm>
              <a:off x="4716018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A Overall Pipeline dashed border"/>
            <p:cNvCxnSpPr/>
            <p:nvPr/>
          </p:nvCxnSpPr>
          <p:spPr>
            <a:xfrm>
              <a:off x="5020056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A Overall Pipeline dashed border"/>
            <p:cNvCxnSpPr/>
            <p:nvPr/>
          </p:nvCxnSpPr>
          <p:spPr>
            <a:xfrm>
              <a:off x="5324094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A Overall Pipeline dashed border"/>
            <p:cNvCxnSpPr/>
            <p:nvPr/>
          </p:nvCxnSpPr>
          <p:spPr>
            <a:xfrm>
              <a:off x="5628132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A Overall Pipeline dashed border"/>
            <p:cNvCxnSpPr/>
            <p:nvPr/>
          </p:nvCxnSpPr>
          <p:spPr>
            <a:xfrm>
              <a:off x="5932170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A Overall Pipeline dashed border"/>
            <p:cNvCxnSpPr/>
            <p:nvPr/>
          </p:nvCxnSpPr>
          <p:spPr>
            <a:xfrm>
              <a:off x="6236208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A Overall Pipeline dashed border"/>
            <p:cNvCxnSpPr/>
            <p:nvPr/>
          </p:nvCxnSpPr>
          <p:spPr>
            <a:xfrm>
              <a:off x="6540246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A Overall Pipeline dashed border"/>
            <p:cNvCxnSpPr/>
            <p:nvPr/>
          </p:nvCxnSpPr>
          <p:spPr>
            <a:xfrm>
              <a:off x="6844284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A Overall Pipeline dashed border"/>
            <p:cNvCxnSpPr/>
            <p:nvPr/>
          </p:nvCxnSpPr>
          <p:spPr>
            <a:xfrm>
              <a:off x="7148322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A Overall Pipeline dashed border"/>
            <p:cNvCxnSpPr/>
            <p:nvPr/>
          </p:nvCxnSpPr>
          <p:spPr>
            <a:xfrm>
              <a:off x="7452360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A Overall Pipeline dashed border"/>
            <p:cNvCxnSpPr/>
            <p:nvPr/>
          </p:nvCxnSpPr>
          <p:spPr>
            <a:xfrm>
              <a:off x="7756398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A Overall Pipeline dashed border"/>
            <p:cNvCxnSpPr/>
            <p:nvPr/>
          </p:nvCxnSpPr>
          <p:spPr>
            <a:xfrm>
              <a:off x="8060436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A Overall Pipeline dashed border"/>
            <p:cNvCxnSpPr/>
            <p:nvPr/>
          </p:nvCxnSpPr>
          <p:spPr>
            <a:xfrm>
              <a:off x="8364474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A Overall Pipeline dashed border"/>
            <p:cNvCxnSpPr/>
            <p:nvPr/>
          </p:nvCxnSpPr>
          <p:spPr>
            <a:xfrm>
              <a:off x="8668512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A Overall Pipeline dashed border"/>
            <p:cNvCxnSpPr/>
            <p:nvPr/>
          </p:nvCxnSpPr>
          <p:spPr>
            <a:xfrm>
              <a:off x="8972550" y="6181344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A Overall Pipeline dashed border"/>
            <p:cNvCxnSpPr/>
            <p:nvPr/>
          </p:nvCxnSpPr>
          <p:spPr>
            <a:xfrm>
              <a:off x="155448" y="25603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A Overall Pipeline dashed border"/>
            <p:cNvCxnSpPr/>
            <p:nvPr/>
          </p:nvCxnSpPr>
          <p:spPr>
            <a:xfrm>
              <a:off x="155448" y="56007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A Overall Pipeline dashed border"/>
            <p:cNvCxnSpPr/>
            <p:nvPr/>
          </p:nvCxnSpPr>
          <p:spPr>
            <a:xfrm>
              <a:off x="155448" y="86410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A Overall Pipeline dashed border"/>
            <p:cNvCxnSpPr/>
            <p:nvPr/>
          </p:nvCxnSpPr>
          <p:spPr>
            <a:xfrm>
              <a:off x="155448" y="116814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A Overall Pipeline dashed border"/>
            <p:cNvCxnSpPr/>
            <p:nvPr/>
          </p:nvCxnSpPr>
          <p:spPr>
            <a:xfrm>
              <a:off x="155448" y="147218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A Overall Pipeline dashed border"/>
            <p:cNvCxnSpPr/>
            <p:nvPr/>
          </p:nvCxnSpPr>
          <p:spPr>
            <a:xfrm>
              <a:off x="155448" y="177622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A Overall Pipeline dashed border"/>
            <p:cNvCxnSpPr/>
            <p:nvPr/>
          </p:nvCxnSpPr>
          <p:spPr>
            <a:xfrm>
              <a:off x="155448" y="208026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A Overall Pipeline dashed border"/>
            <p:cNvCxnSpPr/>
            <p:nvPr/>
          </p:nvCxnSpPr>
          <p:spPr>
            <a:xfrm>
              <a:off x="155448" y="238429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A Overall Pipeline dashed border"/>
            <p:cNvCxnSpPr/>
            <p:nvPr/>
          </p:nvCxnSpPr>
          <p:spPr>
            <a:xfrm>
              <a:off x="155448" y="268833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A Overall Pipeline dashed border"/>
            <p:cNvCxnSpPr/>
            <p:nvPr/>
          </p:nvCxnSpPr>
          <p:spPr>
            <a:xfrm>
              <a:off x="155448" y="299237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A Overall Pipeline dashed border"/>
            <p:cNvCxnSpPr/>
            <p:nvPr/>
          </p:nvCxnSpPr>
          <p:spPr>
            <a:xfrm>
              <a:off x="155448" y="329641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A Overall Pipeline dashed border"/>
            <p:cNvCxnSpPr/>
            <p:nvPr/>
          </p:nvCxnSpPr>
          <p:spPr>
            <a:xfrm>
              <a:off x="155448" y="360045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A Overall Pipeline dashed border"/>
            <p:cNvCxnSpPr/>
            <p:nvPr/>
          </p:nvCxnSpPr>
          <p:spPr>
            <a:xfrm>
              <a:off x="155448" y="390448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A Overall Pipeline dashed border"/>
            <p:cNvCxnSpPr/>
            <p:nvPr/>
          </p:nvCxnSpPr>
          <p:spPr>
            <a:xfrm>
              <a:off x="155448" y="420852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A Overall Pipeline dashed border"/>
            <p:cNvCxnSpPr/>
            <p:nvPr/>
          </p:nvCxnSpPr>
          <p:spPr>
            <a:xfrm>
              <a:off x="155448" y="451256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A Overall Pipeline dashed border"/>
            <p:cNvCxnSpPr/>
            <p:nvPr/>
          </p:nvCxnSpPr>
          <p:spPr>
            <a:xfrm>
              <a:off x="155448" y="481660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A Overall Pipeline dashed border"/>
            <p:cNvCxnSpPr/>
            <p:nvPr/>
          </p:nvCxnSpPr>
          <p:spPr>
            <a:xfrm>
              <a:off x="155448" y="512064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A Overall Pipeline dashed border"/>
            <p:cNvCxnSpPr/>
            <p:nvPr/>
          </p:nvCxnSpPr>
          <p:spPr>
            <a:xfrm>
              <a:off x="155448" y="542467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A Overall Pipeline dashed border"/>
            <p:cNvCxnSpPr/>
            <p:nvPr/>
          </p:nvCxnSpPr>
          <p:spPr>
            <a:xfrm>
              <a:off x="155448" y="572871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A Overall Pipeline dashed border"/>
            <p:cNvCxnSpPr/>
            <p:nvPr/>
          </p:nvCxnSpPr>
          <p:spPr>
            <a:xfrm>
              <a:off x="155448" y="6032754"/>
              <a:ext cx="0" cy="14859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A Overall Pipeline dashed border"/>
            <p:cNvCxnSpPr/>
            <p:nvPr/>
          </p:nvCxnSpPr>
          <p:spPr>
            <a:xfrm>
              <a:off x="9244584" y="25603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A Overall Pipeline dashed border"/>
            <p:cNvCxnSpPr/>
            <p:nvPr/>
          </p:nvCxnSpPr>
          <p:spPr>
            <a:xfrm>
              <a:off x="9244584" y="56007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A Overall Pipeline dashed border"/>
            <p:cNvCxnSpPr/>
            <p:nvPr/>
          </p:nvCxnSpPr>
          <p:spPr>
            <a:xfrm>
              <a:off x="9244584" y="86410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A Overall Pipeline dashed border"/>
            <p:cNvCxnSpPr/>
            <p:nvPr/>
          </p:nvCxnSpPr>
          <p:spPr>
            <a:xfrm>
              <a:off x="9244584" y="116814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A Overall Pipeline dashed border"/>
            <p:cNvCxnSpPr/>
            <p:nvPr/>
          </p:nvCxnSpPr>
          <p:spPr>
            <a:xfrm>
              <a:off x="9244584" y="147218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A Overall Pipeline dashed border"/>
            <p:cNvCxnSpPr/>
            <p:nvPr/>
          </p:nvCxnSpPr>
          <p:spPr>
            <a:xfrm>
              <a:off x="9244584" y="177622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A Overall Pipeline dashed border"/>
            <p:cNvCxnSpPr/>
            <p:nvPr/>
          </p:nvCxnSpPr>
          <p:spPr>
            <a:xfrm>
              <a:off x="9244584" y="208026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A Overall Pipeline dashed border"/>
            <p:cNvCxnSpPr/>
            <p:nvPr/>
          </p:nvCxnSpPr>
          <p:spPr>
            <a:xfrm>
              <a:off x="9244584" y="238429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A Overall Pipeline dashed border"/>
            <p:cNvCxnSpPr/>
            <p:nvPr/>
          </p:nvCxnSpPr>
          <p:spPr>
            <a:xfrm>
              <a:off x="9244584" y="268833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A Overall Pipeline dashed border"/>
            <p:cNvCxnSpPr/>
            <p:nvPr/>
          </p:nvCxnSpPr>
          <p:spPr>
            <a:xfrm>
              <a:off x="9244584" y="299237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A Overall Pipeline dashed border"/>
            <p:cNvCxnSpPr/>
            <p:nvPr/>
          </p:nvCxnSpPr>
          <p:spPr>
            <a:xfrm>
              <a:off x="9244584" y="329641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A Overall Pipeline dashed border"/>
            <p:cNvCxnSpPr/>
            <p:nvPr/>
          </p:nvCxnSpPr>
          <p:spPr>
            <a:xfrm>
              <a:off x="9244584" y="360045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A Overall Pipeline dashed border"/>
            <p:cNvCxnSpPr/>
            <p:nvPr/>
          </p:nvCxnSpPr>
          <p:spPr>
            <a:xfrm>
              <a:off x="9244584" y="390448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A Overall Pipeline dashed border"/>
            <p:cNvCxnSpPr/>
            <p:nvPr/>
          </p:nvCxnSpPr>
          <p:spPr>
            <a:xfrm>
              <a:off x="9244584" y="420852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A Overall Pipeline dashed border"/>
            <p:cNvCxnSpPr/>
            <p:nvPr/>
          </p:nvCxnSpPr>
          <p:spPr>
            <a:xfrm>
              <a:off x="9244584" y="451256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A Overall Pipeline dashed border"/>
            <p:cNvCxnSpPr/>
            <p:nvPr/>
          </p:nvCxnSpPr>
          <p:spPr>
            <a:xfrm>
              <a:off x="9244584" y="481660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A Overall Pipeline dashed border"/>
            <p:cNvCxnSpPr/>
            <p:nvPr/>
          </p:nvCxnSpPr>
          <p:spPr>
            <a:xfrm>
              <a:off x="9244584" y="512064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A Overall Pipeline dashed border"/>
            <p:cNvCxnSpPr/>
            <p:nvPr/>
          </p:nvCxnSpPr>
          <p:spPr>
            <a:xfrm>
              <a:off x="9244584" y="542467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A Overall Pipeline dashed border"/>
            <p:cNvCxnSpPr/>
            <p:nvPr/>
          </p:nvCxnSpPr>
          <p:spPr>
            <a:xfrm>
              <a:off x="9244584" y="572871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A Overall Pipeline dashed border"/>
            <p:cNvCxnSpPr/>
            <p:nvPr/>
          </p:nvCxnSpPr>
          <p:spPr>
            <a:xfrm>
              <a:off x="9244584" y="6032754"/>
              <a:ext cx="0" cy="14859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B Information Compression Module background"/>
          <p:cNvSpPr/>
          <p:nvPr/>
        </p:nvSpPr>
        <p:spPr>
          <a:xfrm>
            <a:off x="155448" y="6419088"/>
            <a:ext cx="9089136" cy="2624328"/>
          </a:xfrm>
          <a:prstGeom prst="rect">
            <a:avLst/>
          </a:prstGeom>
          <a:solidFill>
            <a:srgbClr val="EB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6" name="B Information Compression Module border"/>
          <p:cNvGrpSpPr/>
          <p:nvPr/>
        </p:nvGrpSpPr>
        <p:grpSpPr>
          <a:xfrm>
            <a:off x="155448" y="6419088"/>
            <a:ext cx="9089136" cy="2624328"/>
            <a:chOff x="155448" y="6419088"/>
            <a:chExt cx="9089136" cy="2624328"/>
          </a:xfrm>
        </p:grpSpPr>
        <p:cxnSp>
          <p:nvCxnSpPr>
            <p:cNvPr id="107" name="B Information Compression Module dashed border"/>
            <p:cNvCxnSpPr/>
            <p:nvPr/>
          </p:nvCxnSpPr>
          <p:spPr>
            <a:xfrm>
              <a:off x="155448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B Information Compression Module dashed border"/>
            <p:cNvCxnSpPr/>
            <p:nvPr/>
          </p:nvCxnSpPr>
          <p:spPr>
            <a:xfrm>
              <a:off x="459486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B Information Compression Module dashed border"/>
            <p:cNvCxnSpPr/>
            <p:nvPr/>
          </p:nvCxnSpPr>
          <p:spPr>
            <a:xfrm>
              <a:off x="763524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B Information Compression Module dashed border"/>
            <p:cNvCxnSpPr/>
            <p:nvPr/>
          </p:nvCxnSpPr>
          <p:spPr>
            <a:xfrm>
              <a:off x="1067562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B Information Compression Module dashed border"/>
            <p:cNvCxnSpPr/>
            <p:nvPr/>
          </p:nvCxnSpPr>
          <p:spPr>
            <a:xfrm>
              <a:off x="1371600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B Information Compression Module dashed border"/>
            <p:cNvCxnSpPr/>
            <p:nvPr/>
          </p:nvCxnSpPr>
          <p:spPr>
            <a:xfrm>
              <a:off x="1675638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B Information Compression Module dashed border"/>
            <p:cNvCxnSpPr/>
            <p:nvPr/>
          </p:nvCxnSpPr>
          <p:spPr>
            <a:xfrm>
              <a:off x="1979676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B Information Compression Module dashed border"/>
            <p:cNvCxnSpPr/>
            <p:nvPr/>
          </p:nvCxnSpPr>
          <p:spPr>
            <a:xfrm>
              <a:off x="2283714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B Information Compression Module dashed border"/>
            <p:cNvCxnSpPr/>
            <p:nvPr/>
          </p:nvCxnSpPr>
          <p:spPr>
            <a:xfrm>
              <a:off x="2587752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B Information Compression Module dashed border"/>
            <p:cNvCxnSpPr/>
            <p:nvPr/>
          </p:nvCxnSpPr>
          <p:spPr>
            <a:xfrm>
              <a:off x="2891790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B Information Compression Module dashed border"/>
            <p:cNvCxnSpPr/>
            <p:nvPr/>
          </p:nvCxnSpPr>
          <p:spPr>
            <a:xfrm>
              <a:off x="3195828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B Information Compression Module dashed border"/>
            <p:cNvCxnSpPr/>
            <p:nvPr/>
          </p:nvCxnSpPr>
          <p:spPr>
            <a:xfrm>
              <a:off x="3499866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B Information Compression Module dashed border"/>
            <p:cNvCxnSpPr/>
            <p:nvPr/>
          </p:nvCxnSpPr>
          <p:spPr>
            <a:xfrm>
              <a:off x="3803904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B Information Compression Module dashed border"/>
            <p:cNvCxnSpPr/>
            <p:nvPr/>
          </p:nvCxnSpPr>
          <p:spPr>
            <a:xfrm>
              <a:off x="4107942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B Information Compression Module dashed border"/>
            <p:cNvCxnSpPr/>
            <p:nvPr/>
          </p:nvCxnSpPr>
          <p:spPr>
            <a:xfrm>
              <a:off x="4411980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B Information Compression Module dashed border"/>
            <p:cNvCxnSpPr/>
            <p:nvPr/>
          </p:nvCxnSpPr>
          <p:spPr>
            <a:xfrm>
              <a:off x="4716018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B Information Compression Module dashed border"/>
            <p:cNvCxnSpPr/>
            <p:nvPr/>
          </p:nvCxnSpPr>
          <p:spPr>
            <a:xfrm>
              <a:off x="5020056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B Information Compression Module dashed border"/>
            <p:cNvCxnSpPr/>
            <p:nvPr/>
          </p:nvCxnSpPr>
          <p:spPr>
            <a:xfrm>
              <a:off x="5324094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B Information Compression Module dashed border"/>
            <p:cNvCxnSpPr/>
            <p:nvPr/>
          </p:nvCxnSpPr>
          <p:spPr>
            <a:xfrm>
              <a:off x="5628132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B Information Compression Module dashed border"/>
            <p:cNvCxnSpPr/>
            <p:nvPr/>
          </p:nvCxnSpPr>
          <p:spPr>
            <a:xfrm>
              <a:off x="5932170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B Information Compression Module dashed border"/>
            <p:cNvCxnSpPr/>
            <p:nvPr/>
          </p:nvCxnSpPr>
          <p:spPr>
            <a:xfrm>
              <a:off x="6236208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B Information Compression Module dashed border"/>
            <p:cNvCxnSpPr/>
            <p:nvPr/>
          </p:nvCxnSpPr>
          <p:spPr>
            <a:xfrm>
              <a:off x="6540246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B Information Compression Module dashed border"/>
            <p:cNvCxnSpPr/>
            <p:nvPr/>
          </p:nvCxnSpPr>
          <p:spPr>
            <a:xfrm>
              <a:off x="6844284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B Information Compression Module dashed border"/>
            <p:cNvCxnSpPr/>
            <p:nvPr/>
          </p:nvCxnSpPr>
          <p:spPr>
            <a:xfrm>
              <a:off x="7148322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B Information Compression Module dashed border"/>
            <p:cNvCxnSpPr/>
            <p:nvPr/>
          </p:nvCxnSpPr>
          <p:spPr>
            <a:xfrm>
              <a:off x="7452360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B Information Compression Module dashed border"/>
            <p:cNvCxnSpPr/>
            <p:nvPr/>
          </p:nvCxnSpPr>
          <p:spPr>
            <a:xfrm>
              <a:off x="7756398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B Information Compression Module dashed border"/>
            <p:cNvCxnSpPr/>
            <p:nvPr/>
          </p:nvCxnSpPr>
          <p:spPr>
            <a:xfrm>
              <a:off x="8060436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B Information Compression Module dashed border"/>
            <p:cNvCxnSpPr/>
            <p:nvPr/>
          </p:nvCxnSpPr>
          <p:spPr>
            <a:xfrm>
              <a:off x="8364474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B Information Compression Module dashed border"/>
            <p:cNvCxnSpPr/>
            <p:nvPr/>
          </p:nvCxnSpPr>
          <p:spPr>
            <a:xfrm>
              <a:off x="8668512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B Information Compression Module dashed border"/>
            <p:cNvCxnSpPr/>
            <p:nvPr/>
          </p:nvCxnSpPr>
          <p:spPr>
            <a:xfrm>
              <a:off x="8972550" y="6419088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B Information Compression Module dashed border"/>
            <p:cNvCxnSpPr/>
            <p:nvPr/>
          </p:nvCxnSpPr>
          <p:spPr>
            <a:xfrm>
              <a:off x="15544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B Information Compression Module dashed border"/>
            <p:cNvCxnSpPr/>
            <p:nvPr/>
          </p:nvCxnSpPr>
          <p:spPr>
            <a:xfrm>
              <a:off x="45948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B Information Compression Module dashed border"/>
            <p:cNvCxnSpPr/>
            <p:nvPr/>
          </p:nvCxnSpPr>
          <p:spPr>
            <a:xfrm>
              <a:off x="76352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B Information Compression Module dashed border"/>
            <p:cNvCxnSpPr/>
            <p:nvPr/>
          </p:nvCxnSpPr>
          <p:spPr>
            <a:xfrm>
              <a:off x="106756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B Information Compression Module dashed border"/>
            <p:cNvCxnSpPr/>
            <p:nvPr/>
          </p:nvCxnSpPr>
          <p:spPr>
            <a:xfrm>
              <a:off x="137160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B Information Compression Module dashed border"/>
            <p:cNvCxnSpPr/>
            <p:nvPr/>
          </p:nvCxnSpPr>
          <p:spPr>
            <a:xfrm>
              <a:off x="167563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B Information Compression Module dashed border"/>
            <p:cNvCxnSpPr/>
            <p:nvPr/>
          </p:nvCxnSpPr>
          <p:spPr>
            <a:xfrm>
              <a:off x="197967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B Information Compression Module dashed border"/>
            <p:cNvCxnSpPr/>
            <p:nvPr/>
          </p:nvCxnSpPr>
          <p:spPr>
            <a:xfrm>
              <a:off x="228371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B Information Compression Module dashed border"/>
            <p:cNvCxnSpPr/>
            <p:nvPr/>
          </p:nvCxnSpPr>
          <p:spPr>
            <a:xfrm>
              <a:off x="258775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B Information Compression Module dashed border"/>
            <p:cNvCxnSpPr/>
            <p:nvPr/>
          </p:nvCxnSpPr>
          <p:spPr>
            <a:xfrm>
              <a:off x="289179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B Information Compression Module dashed border"/>
            <p:cNvCxnSpPr/>
            <p:nvPr/>
          </p:nvCxnSpPr>
          <p:spPr>
            <a:xfrm>
              <a:off x="319582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B Information Compression Module dashed border"/>
            <p:cNvCxnSpPr/>
            <p:nvPr/>
          </p:nvCxnSpPr>
          <p:spPr>
            <a:xfrm>
              <a:off x="349986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B Information Compression Module dashed border"/>
            <p:cNvCxnSpPr/>
            <p:nvPr/>
          </p:nvCxnSpPr>
          <p:spPr>
            <a:xfrm>
              <a:off x="380390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B Information Compression Module dashed border"/>
            <p:cNvCxnSpPr/>
            <p:nvPr/>
          </p:nvCxnSpPr>
          <p:spPr>
            <a:xfrm>
              <a:off x="410794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B Information Compression Module dashed border"/>
            <p:cNvCxnSpPr/>
            <p:nvPr/>
          </p:nvCxnSpPr>
          <p:spPr>
            <a:xfrm>
              <a:off x="441198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B Information Compression Module dashed border"/>
            <p:cNvCxnSpPr/>
            <p:nvPr/>
          </p:nvCxnSpPr>
          <p:spPr>
            <a:xfrm>
              <a:off x="471601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B Information Compression Module dashed border"/>
            <p:cNvCxnSpPr/>
            <p:nvPr/>
          </p:nvCxnSpPr>
          <p:spPr>
            <a:xfrm>
              <a:off x="502005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B Information Compression Module dashed border"/>
            <p:cNvCxnSpPr/>
            <p:nvPr/>
          </p:nvCxnSpPr>
          <p:spPr>
            <a:xfrm>
              <a:off x="532409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B Information Compression Module dashed border"/>
            <p:cNvCxnSpPr/>
            <p:nvPr/>
          </p:nvCxnSpPr>
          <p:spPr>
            <a:xfrm>
              <a:off x="562813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B Information Compression Module dashed border"/>
            <p:cNvCxnSpPr/>
            <p:nvPr/>
          </p:nvCxnSpPr>
          <p:spPr>
            <a:xfrm>
              <a:off x="593217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B Information Compression Module dashed border"/>
            <p:cNvCxnSpPr/>
            <p:nvPr/>
          </p:nvCxnSpPr>
          <p:spPr>
            <a:xfrm>
              <a:off x="623620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B Information Compression Module dashed border"/>
            <p:cNvCxnSpPr/>
            <p:nvPr/>
          </p:nvCxnSpPr>
          <p:spPr>
            <a:xfrm>
              <a:off x="654024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B Information Compression Module dashed border"/>
            <p:cNvCxnSpPr/>
            <p:nvPr/>
          </p:nvCxnSpPr>
          <p:spPr>
            <a:xfrm>
              <a:off x="684428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B Information Compression Module dashed border"/>
            <p:cNvCxnSpPr/>
            <p:nvPr/>
          </p:nvCxnSpPr>
          <p:spPr>
            <a:xfrm>
              <a:off x="714832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B Information Compression Module dashed border"/>
            <p:cNvCxnSpPr/>
            <p:nvPr/>
          </p:nvCxnSpPr>
          <p:spPr>
            <a:xfrm>
              <a:off x="745236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B Information Compression Module dashed border"/>
            <p:cNvCxnSpPr/>
            <p:nvPr/>
          </p:nvCxnSpPr>
          <p:spPr>
            <a:xfrm>
              <a:off x="775639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B Information Compression Module dashed border"/>
            <p:cNvCxnSpPr/>
            <p:nvPr/>
          </p:nvCxnSpPr>
          <p:spPr>
            <a:xfrm>
              <a:off x="806043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B Information Compression Module dashed border"/>
            <p:cNvCxnSpPr/>
            <p:nvPr/>
          </p:nvCxnSpPr>
          <p:spPr>
            <a:xfrm>
              <a:off x="836447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B Information Compression Module dashed border"/>
            <p:cNvCxnSpPr/>
            <p:nvPr/>
          </p:nvCxnSpPr>
          <p:spPr>
            <a:xfrm>
              <a:off x="866851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B Information Compression Module dashed border"/>
            <p:cNvCxnSpPr/>
            <p:nvPr/>
          </p:nvCxnSpPr>
          <p:spPr>
            <a:xfrm>
              <a:off x="897255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B Information Compression Module dashed border"/>
            <p:cNvCxnSpPr/>
            <p:nvPr/>
          </p:nvCxnSpPr>
          <p:spPr>
            <a:xfrm>
              <a:off x="155448" y="641908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B Information Compression Module dashed border"/>
            <p:cNvCxnSpPr/>
            <p:nvPr/>
          </p:nvCxnSpPr>
          <p:spPr>
            <a:xfrm>
              <a:off x="155448" y="672312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B Information Compression Module dashed border"/>
            <p:cNvCxnSpPr/>
            <p:nvPr/>
          </p:nvCxnSpPr>
          <p:spPr>
            <a:xfrm>
              <a:off x="155448" y="702716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B Information Compression Module dashed border"/>
            <p:cNvCxnSpPr/>
            <p:nvPr/>
          </p:nvCxnSpPr>
          <p:spPr>
            <a:xfrm>
              <a:off x="155448" y="733120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B Information Compression Module dashed border"/>
            <p:cNvCxnSpPr/>
            <p:nvPr/>
          </p:nvCxnSpPr>
          <p:spPr>
            <a:xfrm>
              <a:off x="155448" y="763524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B Information Compression Module dashed border"/>
            <p:cNvCxnSpPr/>
            <p:nvPr/>
          </p:nvCxnSpPr>
          <p:spPr>
            <a:xfrm>
              <a:off x="155448" y="793927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B Information Compression Module dashed border"/>
            <p:cNvCxnSpPr/>
            <p:nvPr/>
          </p:nvCxnSpPr>
          <p:spPr>
            <a:xfrm>
              <a:off x="155448" y="824331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B Information Compression Module dashed border"/>
            <p:cNvCxnSpPr/>
            <p:nvPr/>
          </p:nvCxnSpPr>
          <p:spPr>
            <a:xfrm>
              <a:off x="155448" y="854735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B Information Compression Module dashed border"/>
            <p:cNvCxnSpPr/>
            <p:nvPr/>
          </p:nvCxnSpPr>
          <p:spPr>
            <a:xfrm>
              <a:off x="155448" y="885139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B Information Compression Module dashed border"/>
            <p:cNvCxnSpPr/>
            <p:nvPr/>
          </p:nvCxnSpPr>
          <p:spPr>
            <a:xfrm>
              <a:off x="9244584" y="641908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B Information Compression Module dashed border"/>
            <p:cNvCxnSpPr/>
            <p:nvPr/>
          </p:nvCxnSpPr>
          <p:spPr>
            <a:xfrm>
              <a:off x="9244584" y="672312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B Information Compression Module dashed border"/>
            <p:cNvCxnSpPr/>
            <p:nvPr/>
          </p:nvCxnSpPr>
          <p:spPr>
            <a:xfrm>
              <a:off x="9244584" y="702716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B Information Compression Module dashed border"/>
            <p:cNvCxnSpPr/>
            <p:nvPr/>
          </p:nvCxnSpPr>
          <p:spPr>
            <a:xfrm>
              <a:off x="9244584" y="733120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B Information Compression Module dashed border"/>
            <p:cNvCxnSpPr/>
            <p:nvPr/>
          </p:nvCxnSpPr>
          <p:spPr>
            <a:xfrm>
              <a:off x="9244584" y="763524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B Information Compression Module dashed border"/>
            <p:cNvCxnSpPr/>
            <p:nvPr/>
          </p:nvCxnSpPr>
          <p:spPr>
            <a:xfrm>
              <a:off x="9244584" y="793927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B Information Compression Module dashed border"/>
            <p:cNvCxnSpPr/>
            <p:nvPr/>
          </p:nvCxnSpPr>
          <p:spPr>
            <a:xfrm>
              <a:off x="9244584" y="824331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B Information Compression Module dashed border"/>
            <p:cNvCxnSpPr/>
            <p:nvPr/>
          </p:nvCxnSpPr>
          <p:spPr>
            <a:xfrm>
              <a:off x="9244584" y="854735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B Information Compression Module dashed border"/>
            <p:cNvCxnSpPr/>
            <p:nvPr/>
          </p:nvCxnSpPr>
          <p:spPr>
            <a:xfrm>
              <a:off x="9244584" y="885139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5" name="C Overall Training Process background"/>
          <p:cNvSpPr/>
          <p:nvPr/>
        </p:nvSpPr>
        <p:spPr>
          <a:xfrm>
            <a:off x="9418320" y="256032"/>
            <a:ext cx="8238744" cy="8787384"/>
          </a:xfrm>
          <a:prstGeom prst="rect">
            <a:avLst/>
          </a:prstGeom>
          <a:solidFill>
            <a:srgbClr val="FEF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86" name="C Overall Training Process border"/>
          <p:cNvGrpSpPr/>
          <p:nvPr/>
        </p:nvGrpSpPr>
        <p:grpSpPr>
          <a:xfrm>
            <a:off x="9418320" y="256032"/>
            <a:ext cx="8238744" cy="8787384"/>
            <a:chOff x="9418320" y="256032"/>
            <a:chExt cx="8238744" cy="8787384"/>
          </a:xfrm>
        </p:grpSpPr>
        <p:cxnSp>
          <p:nvCxnSpPr>
            <p:cNvPr id="187" name="C Overall Training Process dashed border"/>
            <p:cNvCxnSpPr/>
            <p:nvPr/>
          </p:nvCxnSpPr>
          <p:spPr>
            <a:xfrm>
              <a:off x="941832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 Overall Training Process dashed border"/>
            <p:cNvCxnSpPr/>
            <p:nvPr/>
          </p:nvCxnSpPr>
          <p:spPr>
            <a:xfrm>
              <a:off x="972235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 Overall Training Process dashed border"/>
            <p:cNvCxnSpPr/>
            <p:nvPr/>
          </p:nvCxnSpPr>
          <p:spPr>
            <a:xfrm>
              <a:off x="1002639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 Overall Training Process dashed border"/>
            <p:cNvCxnSpPr/>
            <p:nvPr/>
          </p:nvCxnSpPr>
          <p:spPr>
            <a:xfrm>
              <a:off x="1033043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 Overall Training Process dashed border"/>
            <p:cNvCxnSpPr/>
            <p:nvPr/>
          </p:nvCxnSpPr>
          <p:spPr>
            <a:xfrm>
              <a:off x="1063447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 Overall Training Process dashed border"/>
            <p:cNvCxnSpPr/>
            <p:nvPr/>
          </p:nvCxnSpPr>
          <p:spPr>
            <a:xfrm>
              <a:off x="1093851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 Overall Training Process dashed border"/>
            <p:cNvCxnSpPr/>
            <p:nvPr/>
          </p:nvCxnSpPr>
          <p:spPr>
            <a:xfrm>
              <a:off x="1124254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 Overall Training Process dashed border"/>
            <p:cNvCxnSpPr/>
            <p:nvPr/>
          </p:nvCxnSpPr>
          <p:spPr>
            <a:xfrm>
              <a:off x="1154658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 Overall Training Process dashed border"/>
            <p:cNvCxnSpPr/>
            <p:nvPr/>
          </p:nvCxnSpPr>
          <p:spPr>
            <a:xfrm>
              <a:off x="1185062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 Overall Training Process dashed border"/>
            <p:cNvCxnSpPr/>
            <p:nvPr/>
          </p:nvCxnSpPr>
          <p:spPr>
            <a:xfrm>
              <a:off x="1215466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 Overall Training Process dashed border"/>
            <p:cNvCxnSpPr/>
            <p:nvPr/>
          </p:nvCxnSpPr>
          <p:spPr>
            <a:xfrm>
              <a:off x="1245870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 Overall Training Process dashed border"/>
            <p:cNvCxnSpPr/>
            <p:nvPr/>
          </p:nvCxnSpPr>
          <p:spPr>
            <a:xfrm>
              <a:off x="1276273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 Overall Training Process dashed border"/>
            <p:cNvCxnSpPr/>
            <p:nvPr/>
          </p:nvCxnSpPr>
          <p:spPr>
            <a:xfrm>
              <a:off x="1306677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 Overall Training Process dashed border"/>
            <p:cNvCxnSpPr/>
            <p:nvPr/>
          </p:nvCxnSpPr>
          <p:spPr>
            <a:xfrm>
              <a:off x="1337081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 Overall Training Process dashed border"/>
            <p:cNvCxnSpPr/>
            <p:nvPr/>
          </p:nvCxnSpPr>
          <p:spPr>
            <a:xfrm>
              <a:off x="1367485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 Overall Training Process dashed border"/>
            <p:cNvCxnSpPr/>
            <p:nvPr/>
          </p:nvCxnSpPr>
          <p:spPr>
            <a:xfrm>
              <a:off x="1397889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 Overall Training Process dashed border"/>
            <p:cNvCxnSpPr/>
            <p:nvPr/>
          </p:nvCxnSpPr>
          <p:spPr>
            <a:xfrm>
              <a:off x="1428292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 Overall Training Process dashed border"/>
            <p:cNvCxnSpPr/>
            <p:nvPr/>
          </p:nvCxnSpPr>
          <p:spPr>
            <a:xfrm>
              <a:off x="1458696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 Overall Training Process dashed border"/>
            <p:cNvCxnSpPr/>
            <p:nvPr/>
          </p:nvCxnSpPr>
          <p:spPr>
            <a:xfrm>
              <a:off x="1489100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 Overall Training Process dashed border"/>
            <p:cNvCxnSpPr/>
            <p:nvPr/>
          </p:nvCxnSpPr>
          <p:spPr>
            <a:xfrm>
              <a:off x="1519504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 Overall Training Process dashed border"/>
            <p:cNvCxnSpPr/>
            <p:nvPr/>
          </p:nvCxnSpPr>
          <p:spPr>
            <a:xfrm>
              <a:off x="1549908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 Overall Training Process dashed border"/>
            <p:cNvCxnSpPr/>
            <p:nvPr/>
          </p:nvCxnSpPr>
          <p:spPr>
            <a:xfrm>
              <a:off x="1580311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 Overall Training Process dashed border"/>
            <p:cNvCxnSpPr/>
            <p:nvPr/>
          </p:nvCxnSpPr>
          <p:spPr>
            <a:xfrm>
              <a:off x="16107156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 Overall Training Process dashed border"/>
            <p:cNvCxnSpPr/>
            <p:nvPr/>
          </p:nvCxnSpPr>
          <p:spPr>
            <a:xfrm>
              <a:off x="16411194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 Overall Training Process dashed border"/>
            <p:cNvCxnSpPr/>
            <p:nvPr/>
          </p:nvCxnSpPr>
          <p:spPr>
            <a:xfrm>
              <a:off x="16715232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 Overall Training Process dashed border"/>
            <p:cNvCxnSpPr/>
            <p:nvPr/>
          </p:nvCxnSpPr>
          <p:spPr>
            <a:xfrm>
              <a:off x="17019270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 Overall Training Process dashed border"/>
            <p:cNvCxnSpPr/>
            <p:nvPr/>
          </p:nvCxnSpPr>
          <p:spPr>
            <a:xfrm>
              <a:off x="17323308" y="256032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 Overall Training Process dashed border"/>
            <p:cNvCxnSpPr/>
            <p:nvPr/>
          </p:nvCxnSpPr>
          <p:spPr>
            <a:xfrm>
              <a:off x="17627346" y="256032"/>
              <a:ext cx="29718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 Overall Training Process dashed border"/>
            <p:cNvCxnSpPr/>
            <p:nvPr/>
          </p:nvCxnSpPr>
          <p:spPr>
            <a:xfrm>
              <a:off x="941832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 Overall Training Process dashed border"/>
            <p:cNvCxnSpPr/>
            <p:nvPr/>
          </p:nvCxnSpPr>
          <p:spPr>
            <a:xfrm>
              <a:off x="972235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 Overall Training Process dashed border"/>
            <p:cNvCxnSpPr/>
            <p:nvPr/>
          </p:nvCxnSpPr>
          <p:spPr>
            <a:xfrm>
              <a:off x="1002639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 Overall Training Process dashed border"/>
            <p:cNvCxnSpPr/>
            <p:nvPr/>
          </p:nvCxnSpPr>
          <p:spPr>
            <a:xfrm>
              <a:off x="1033043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 Overall Training Process dashed border"/>
            <p:cNvCxnSpPr/>
            <p:nvPr/>
          </p:nvCxnSpPr>
          <p:spPr>
            <a:xfrm>
              <a:off x="1063447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 Overall Training Process dashed border"/>
            <p:cNvCxnSpPr/>
            <p:nvPr/>
          </p:nvCxnSpPr>
          <p:spPr>
            <a:xfrm>
              <a:off x="1093851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 Overall Training Process dashed border"/>
            <p:cNvCxnSpPr/>
            <p:nvPr/>
          </p:nvCxnSpPr>
          <p:spPr>
            <a:xfrm>
              <a:off x="1124254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 Overall Training Process dashed border"/>
            <p:cNvCxnSpPr/>
            <p:nvPr/>
          </p:nvCxnSpPr>
          <p:spPr>
            <a:xfrm>
              <a:off x="1154658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 Overall Training Process dashed border"/>
            <p:cNvCxnSpPr/>
            <p:nvPr/>
          </p:nvCxnSpPr>
          <p:spPr>
            <a:xfrm>
              <a:off x="1185062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 Overall Training Process dashed border"/>
            <p:cNvCxnSpPr/>
            <p:nvPr/>
          </p:nvCxnSpPr>
          <p:spPr>
            <a:xfrm>
              <a:off x="1215466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 Overall Training Process dashed border"/>
            <p:cNvCxnSpPr/>
            <p:nvPr/>
          </p:nvCxnSpPr>
          <p:spPr>
            <a:xfrm>
              <a:off x="1245870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 Overall Training Process dashed border"/>
            <p:cNvCxnSpPr/>
            <p:nvPr/>
          </p:nvCxnSpPr>
          <p:spPr>
            <a:xfrm>
              <a:off x="1276273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 Overall Training Process dashed border"/>
            <p:cNvCxnSpPr/>
            <p:nvPr/>
          </p:nvCxnSpPr>
          <p:spPr>
            <a:xfrm>
              <a:off x="1306677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 Overall Training Process dashed border"/>
            <p:cNvCxnSpPr/>
            <p:nvPr/>
          </p:nvCxnSpPr>
          <p:spPr>
            <a:xfrm>
              <a:off x="1337081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 Overall Training Process dashed border"/>
            <p:cNvCxnSpPr/>
            <p:nvPr/>
          </p:nvCxnSpPr>
          <p:spPr>
            <a:xfrm>
              <a:off x="1367485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 Overall Training Process dashed border"/>
            <p:cNvCxnSpPr/>
            <p:nvPr/>
          </p:nvCxnSpPr>
          <p:spPr>
            <a:xfrm>
              <a:off x="1397889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 Overall Training Process dashed border"/>
            <p:cNvCxnSpPr/>
            <p:nvPr/>
          </p:nvCxnSpPr>
          <p:spPr>
            <a:xfrm>
              <a:off x="1428292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 Overall Training Process dashed border"/>
            <p:cNvCxnSpPr/>
            <p:nvPr/>
          </p:nvCxnSpPr>
          <p:spPr>
            <a:xfrm>
              <a:off x="1458696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 Overall Training Process dashed border"/>
            <p:cNvCxnSpPr/>
            <p:nvPr/>
          </p:nvCxnSpPr>
          <p:spPr>
            <a:xfrm>
              <a:off x="1489100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 Overall Training Process dashed border"/>
            <p:cNvCxnSpPr/>
            <p:nvPr/>
          </p:nvCxnSpPr>
          <p:spPr>
            <a:xfrm>
              <a:off x="1519504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 Overall Training Process dashed border"/>
            <p:cNvCxnSpPr/>
            <p:nvPr/>
          </p:nvCxnSpPr>
          <p:spPr>
            <a:xfrm>
              <a:off x="1549908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 Overall Training Process dashed border"/>
            <p:cNvCxnSpPr/>
            <p:nvPr/>
          </p:nvCxnSpPr>
          <p:spPr>
            <a:xfrm>
              <a:off x="1580311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 Overall Training Process dashed border"/>
            <p:cNvCxnSpPr/>
            <p:nvPr/>
          </p:nvCxnSpPr>
          <p:spPr>
            <a:xfrm>
              <a:off x="16107156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 Overall Training Process dashed border"/>
            <p:cNvCxnSpPr/>
            <p:nvPr/>
          </p:nvCxnSpPr>
          <p:spPr>
            <a:xfrm>
              <a:off x="16411194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 Overall Training Process dashed border"/>
            <p:cNvCxnSpPr/>
            <p:nvPr/>
          </p:nvCxnSpPr>
          <p:spPr>
            <a:xfrm>
              <a:off x="16715232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 Overall Training Process dashed border"/>
            <p:cNvCxnSpPr/>
            <p:nvPr/>
          </p:nvCxnSpPr>
          <p:spPr>
            <a:xfrm>
              <a:off x="17019270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 Overall Training Process dashed border"/>
            <p:cNvCxnSpPr/>
            <p:nvPr/>
          </p:nvCxnSpPr>
          <p:spPr>
            <a:xfrm>
              <a:off x="17323308" y="9043416"/>
              <a:ext cx="169164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 Overall Training Process dashed border"/>
            <p:cNvCxnSpPr/>
            <p:nvPr/>
          </p:nvCxnSpPr>
          <p:spPr>
            <a:xfrm>
              <a:off x="17627346" y="9043416"/>
              <a:ext cx="29718" cy="0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 Overall Training Process dashed border"/>
            <p:cNvCxnSpPr/>
            <p:nvPr/>
          </p:nvCxnSpPr>
          <p:spPr>
            <a:xfrm>
              <a:off x="9418320" y="25603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 Overall Training Process dashed border"/>
            <p:cNvCxnSpPr/>
            <p:nvPr/>
          </p:nvCxnSpPr>
          <p:spPr>
            <a:xfrm>
              <a:off x="9418320" y="56007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 Overall Training Process dashed border"/>
            <p:cNvCxnSpPr/>
            <p:nvPr/>
          </p:nvCxnSpPr>
          <p:spPr>
            <a:xfrm>
              <a:off x="9418320" y="86410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 Overall Training Process dashed border"/>
            <p:cNvCxnSpPr/>
            <p:nvPr/>
          </p:nvCxnSpPr>
          <p:spPr>
            <a:xfrm>
              <a:off x="9418320" y="116814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 Overall Training Process dashed border"/>
            <p:cNvCxnSpPr/>
            <p:nvPr/>
          </p:nvCxnSpPr>
          <p:spPr>
            <a:xfrm>
              <a:off x="9418320" y="147218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 Overall Training Process dashed border"/>
            <p:cNvCxnSpPr/>
            <p:nvPr/>
          </p:nvCxnSpPr>
          <p:spPr>
            <a:xfrm>
              <a:off x="9418320" y="177622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 Overall Training Process dashed border"/>
            <p:cNvCxnSpPr/>
            <p:nvPr/>
          </p:nvCxnSpPr>
          <p:spPr>
            <a:xfrm>
              <a:off x="9418320" y="208026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 Overall Training Process dashed border"/>
            <p:cNvCxnSpPr/>
            <p:nvPr/>
          </p:nvCxnSpPr>
          <p:spPr>
            <a:xfrm>
              <a:off x="9418320" y="238429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 Overall Training Process dashed border"/>
            <p:cNvCxnSpPr/>
            <p:nvPr/>
          </p:nvCxnSpPr>
          <p:spPr>
            <a:xfrm>
              <a:off x="9418320" y="268833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 Overall Training Process dashed border"/>
            <p:cNvCxnSpPr/>
            <p:nvPr/>
          </p:nvCxnSpPr>
          <p:spPr>
            <a:xfrm>
              <a:off x="9418320" y="299237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C Overall Training Process dashed border"/>
            <p:cNvCxnSpPr/>
            <p:nvPr/>
          </p:nvCxnSpPr>
          <p:spPr>
            <a:xfrm>
              <a:off x="9418320" y="329641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C Overall Training Process dashed border"/>
            <p:cNvCxnSpPr/>
            <p:nvPr/>
          </p:nvCxnSpPr>
          <p:spPr>
            <a:xfrm>
              <a:off x="9418320" y="360045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 Overall Training Process dashed border"/>
            <p:cNvCxnSpPr/>
            <p:nvPr/>
          </p:nvCxnSpPr>
          <p:spPr>
            <a:xfrm>
              <a:off x="9418320" y="390448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C Overall Training Process dashed border"/>
            <p:cNvCxnSpPr/>
            <p:nvPr/>
          </p:nvCxnSpPr>
          <p:spPr>
            <a:xfrm>
              <a:off x="9418320" y="420852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C Overall Training Process dashed border"/>
            <p:cNvCxnSpPr/>
            <p:nvPr/>
          </p:nvCxnSpPr>
          <p:spPr>
            <a:xfrm>
              <a:off x="9418320" y="451256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 Overall Training Process dashed border"/>
            <p:cNvCxnSpPr/>
            <p:nvPr/>
          </p:nvCxnSpPr>
          <p:spPr>
            <a:xfrm>
              <a:off x="9418320" y="481660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 Overall Training Process dashed border"/>
            <p:cNvCxnSpPr/>
            <p:nvPr/>
          </p:nvCxnSpPr>
          <p:spPr>
            <a:xfrm>
              <a:off x="9418320" y="512064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 Overall Training Process dashed border"/>
            <p:cNvCxnSpPr/>
            <p:nvPr/>
          </p:nvCxnSpPr>
          <p:spPr>
            <a:xfrm>
              <a:off x="9418320" y="542467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 Overall Training Process dashed border"/>
            <p:cNvCxnSpPr/>
            <p:nvPr/>
          </p:nvCxnSpPr>
          <p:spPr>
            <a:xfrm>
              <a:off x="9418320" y="572871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C Overall Training Process dashed border"/>
            <p:cNvCxnSpPr/>
            <p:nvPr/>
          </p:nvCxnSpPr>
          <p:spPr>
            <a:xfrm>
              <a:off x="9418320" y="603275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 Overall Training Process dashed border"/>
            <p:cNvCxnSpPr/>
            <p:nvPr/>
          </p:nvCxnSpPr>
          <p:spPr>
            <a:xfrm>
              <a:off x="9418320" y="633679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C Overall Training Process dashed border"/>
            <p:cNvCxnSpPr/>
            <p:nvPr/>
          </p:nvCxnSpPr>
          <p:spPr>
            <a:xfrm>
              <a:off x="9418320" y="664083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C Overall Training Process dashed border"/>
            <p:cNvCxnSpPr/>
            <p:nvPr/>
          </p:nvCxnSpPr>
          <p:spPr>
            <a:xfrm>
              <a:off x="9418320" y="694486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C Overall Training Process dashed border"/>
            <p:cNvCxnSpPr/>
            <p:nvPr/>
          </p:nvCxnSpPr>
          <p:spPr>
            <a:xfrm>
              <a:off x="9418320" y="724890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 Overall Training Process dashed border"/>
            <p:cNvCxnSpPr/>
            <p:nvPr/>
          </p:nvCxnSpPr>
          <p:spPr>
            <a:xfrm>
              <a:off x="9418320" y="755294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C Overall Training Process dashed border"/>
            <p:cNvCxnSpPr/>
            <p:nvPr/>
          </p:nvCxnSpPr>
          <p:spPr>
            <a:xfrm>
              <a:off x="9418320" y="785698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C Overall Training Process dashed border"/>
            <p:cNvCxnSpPr/>
            <p:nvPr/>
          </p:nvCxnSpPr>
          <p:spPr>
            <a:xfrm>
              <a:off x="9418320" y="816102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C Overall Training Process dashed border"/>
            <p:cNvCxnSpPr/>
            <p:nvPr/>
          </p:nvCxnSpPr>
          <p:spPr>
            <a:xfrm>
              <a:off x="9418320" y="846505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 Overall Training Process dashed border"/>
            <p:cNvCxnSpPr/>
            <p:nvPr/>
          </p:nvCxnSpPr>
          <p:spPr>
            <a:xfrm>
              <a:off x="9418320" y="876909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C Overall Training Process dashed border"/>
            <p:cNvCxnSpPr/>
            <p:nvPr/>
          </p:nvCxnSpPr>
          <p:spPr>
            <a:xfrm>
              <a:off x="17657064" y="25603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 Overall Training Process dashed border"/>
            <p:cNvCxnSpPr/>
            <p:nvPr/>
          </p:nvCxnSpPr>
          <p:spPr>
            <a:xfrm>
              <a:off x="17657064" y="56007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C Overall Training Process dashed border"/>
            <p:cNvCxnSpPr/>
            <p:nvPr/>
          </p:nvCxnSpPr>
          <p:spPr>
            <a:xfrm>
              <a:off x="17657064" y="86410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 Overall Training Process dashed border"/>
            <p:cNvCxnSpPr/>
            <p:nvPr/>
          </p:nvCxnSpPr>
          <p:spPr>
            <a:xfrm>
              <a:off x="17657064" y="116814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 Overall Training Process dashed border"/>
            <p:cNvCxnSpPr/>
            <p:nvPr/>
          </p:nvCxnSpPr>
          <p:spPr>
            <a:xfrm>
              <a:off x="17657064" y="147218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C Overall Training Process dashed border"/>
            <p:cNvCxnSpPr/>
            <p:nvPr/>
          </p:nvCxnSpPr>
          <p:spPr>
            <a:xfrm>
              <a:off x="17657064" y="177622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C Overall Training Process dashed border"/>
            <p:cNvCxnSpPr/>
            <p:nvPr/>
          </p:nvCxnSpPr>
          <p:spPr>
            <a:xfrm>
              <a:off x="17657064" y="208026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 Overall Training Process dashed border"/>
            <p:cNvCxnSpPr/>
            <p:nvPr/>
          </p:nvCxnSpPr>
          <p:spPr>
            <a:xfrm>
              <a:off x="17657064" y="238429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C Overall Training Process dashed border"/>
            <p:cNvCxnSpPr/>
            <p:nvPr/>
          </p:nvCxnSpPr>
          <p:spPr>
            <a:xfrm>
              <a:off x="17657064" y="268833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C Overall Training Process dashed border"/>
            <p:cNvCxnSpPr/>
            <p:nvPr/>
          </p:nvCxnSpPr>
          <p:spPr>
            <a:xfrm>
              <a:off x="17657064" y="299237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 Overall Training Process dashed border"/>
            <p:cNvCxnSpPr/>
            <p:nvPr/>
          </p:nvCxnSpPr>
          <p:spPr>
            <a:xfrm>
              <a:off x="17657064" y="329641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C Overall Training Process dashed border"/>
            <p:cNvCxnSpPr/>
            <p:nvPr/>
          </p:nvCxnSpPr>
          <p:spPr>
            <a:xfrm>
              <a:off x="17657064" y="360045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 Overall Training Process dashed border"/>
            <p:cNvCxnSpPr/>
            <p:nvPr/>
          </p:nvCxnSpPr>
          <p:spPr>
            <a:xfrm>
              <a:off x="17657064" y="390448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 Overall Training Process dashed border"/>
            <p:cNvCxnSpPr/>
            <p:nvPr/>
          </p:nvCxnSpPr>
          <p:spPr>
            <a:xfrm>
              <a:off x="17657064" y="420852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C Overall Training Process dashed border"/>
            <p:cNvCxnSpPr/>
            <p:nvPr/>
          </p:nvCxnSpPr>
          <p:spPr>
            <a:xfrm>
              <a:off x="17657064" y="451256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C Overall Training Process dashed border"/>
            <p:cNvCxnSpPr/>
            <p:nvPr/>
          </p:nvCxnSpPr>
          <p:spPr>
            <a:xfrm>
              <a:off x="17657064" y="481660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 Overall Training Process dashed border"/>
            <p:cNvCxnSpPr/>
            <p:nvPr/>
          </p:nvCxnSpPr>
          <p:spPr>
            <a:xfrm>
              <a:off x="17657064" y="512064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C Overall Training Process dashed border"/>
            <p:cNvCxnSpPr/>
            <p:nvPr/>
          </p:nvCxnSpPr>
          <p:spPr>
            <a:xfrm>
              <a:off x="17657064" y="542467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C Overall Training Process dashed border"/>
            <p:cNvCxnSpPr/>
            <p:nvPr/>
          </p:nvCxnSpPr>
          <p:spPr>
            <a:xfrm>
              <a:off x="17657064" y="572871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 Overall Training Process dashed border"/>
            <p:cNvCxnSpPr/>
            <p:nvPr/>
          </p:nvCxnSpPr>
          <p:spPr>
            <a:xfrm>
              <a:off x="17657064" y="603275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C Overall Training Process dashed border"/>
            <p:cNvCxnSpPr/>
            <p:nvPr/>
          </p:nvCxnSpPr>
          <p:spPr>
            <a:xfrm>
              <a:off x="17657064" y="633679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C Overall Training Process dashed border"/>
            <p:cNvCxnSpPr/>
            <p:nvPr/>
          </p:nvCxnSpPr>
          <p:spPr>
            <a:xfrm>
              <a:off x="17657064" y="664083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 Overall Training Process dashed border"/>
            <p:cNvCxnSpPr/>
            <p:nvPr/>
          </p:nvCxnSpPr>
          <p:spPr>
            <a:xfrm>
              <a:off x="17657064" y="694486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C Overall Training Process dashed border"/>
            <p:cNvCxnSpPr/>
            <p:nvPr/>
          </p:nvCxnSpPr>
          <p:spPr>
            <a:xfrm>
              <a:off x="17657064" y="724890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C Overall Training Process dashed border"/>
            <p:cNvCxnSpPr/>
            <p:nvPr/>
          </p:nvCxnSpPr>
          <p:spPr>
            <a:xfrm>
              <a:off x="17657064" y="7552944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 Overall Training Process dashed border"/>
            <p:cNvCxnSpPr/>
            <p:nvPr/>
          </p:nvCxnSpPr>
          <p:spPr>
            <a:xfrm>
              <a:off x="17657064" y="7856982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C Overall Training Process dashed border"/>
            <p:cNvCxnSpPr/>
            <p:nvPr/>
          </p:nvCxnSpPr>
          <p:spPr>
            <a:xfrm>
              <a:off x="17657064" y="8161020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C Overall Training Process dashed border"/>
            <p:cNvCxnSpPr/>
            <p:nvPr/>
          </p:nvCxnSpPr>
          <p:spPr>
            <a:xfrm>
              <a:off x="17657064" y="8465058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 Overall Training Process dashed border"/>
            <p:cNvCxnSpPr/>
            <p:nvPr/>
          </p:nvCxnSpPr>
          <p:spPr>
            <a:xfrm>
              <a:off x="17657064" y="8769096"/>
              <a:ext cx="0" cy="169164"/>
            </a:xfrm>
            <a:prstGeom prst="line">
              <a:avLst/>
            </a:prstGeom>
            <a:ln w="41148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1" name="(A) Overall Pipeline"/>
          <p:cNvSpPr txBox="1"/>
          <p:nvPr/>
        </p:nvSpPr>
        <p:spPr>
          <a:xfrm>
            <a:off x="201168" y="246888"/>
            <a:ext cx="2519101" cy="345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4" b="1" i="0">
                <a:solidFill>
                  <a:srgbClr val="000000"/>
                </a:solidFill>
                <a:latin typeface="Arial"/>
              </a:rPr>
              <a:t>(A) Overall Pipeline</a:t>
            </a:r>
          </a:p>
        </p:txBody>
      </p:sp>
      <p:sp>
        <p:nvSpPr>
          <p:cNvPr id="302" name="Query frame"/>
          <p:cNvSpPr/>
          <p:nvPr/>
        </p:nvSpPr>
        <p:spPr>
          <a:xfrm>
            <a:off x="237744" y="603504"/>
            <a:ext cx="2523744" cy="3063240"/>
          </a:xfrm>
          <a:prstGeom prst="rect">
            <a:avLst/>
          </a:prstGeom>
          <a:noFill/>
          <a:ln w="30175">
            <a:solidFill>
              <a:srgbClr val="F9C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Query"/>
          <p:cNvSpPr txBox="1"/>
          <p:nvPr/>
        </p:nvSpPr>
        <p:spPr>
          <a:xfrm>
            <a:off x="246888" y="566928"/>
            <a:ext cx="2505456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00000"/>
                </a:solidFill>
                <a:latin typeface="Arial"/>
              </a:rPr>
              <a:t>Query</a:t>
            </a:r>
          </a:p>
        </p:txBody>
      </p:sp>
      <p:pic>
        <p:nvPicPr>
          <p:cNvPr id="304" name="Query animal illustration" descr="Query animal 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77824"/>
            <a:ext cx="2377440" cy="1591056"/>
          </a:xfrm>
          <a:prstGeom prst="rect">
            <a:avLst/>
          </a:prstGeom>
          <a:effectLst/>
        </p:spPr>
      </p:pic>
      <p:sp>
        <p:nvSpPr>
          <p:cNvPr id="305" name="Find an image with"/>
          <p:cNvSpPr txBox="1"/>
          <p:nvPr/>
        </p:nvSpPr>
        <p:spPr>
          <a:xfrm>
            <a:off x="292608" y="2560320"/>
            <a:ext cx="2386470" cy="3569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96" b="0" i="0">
                <a:solidFill>
                  <a:srgbClr val="000000"/>
                </a:solidFill>
                <a:latin typeface="Arial"/>
              </a:rPr>
              <a:t>Find an image with</a:t>
            </a:r>
          </a:p>
        </p:txBody>
      </p:sp>
      <p:sp>
        <p:nvSpPr>
          <p:cNvPr id="306" name="a"/>
          <p:cNvSpPr txBox="1"/>
          <p:nvPr/>
        </p:nvSpPr>
        <p:spPr>
          <a:xfrm>
            <a:off x="292608" y="2926080"/>
            <a:ext cx="200825" cy="3569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96" b="0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07" name="different"/>
          <p:cNvSpPr txBox="1"/>
          <p:nvPr/>
        </p:nvSpPr>
        <p:spPr>
          <a:xfrm>
            <a:off x="713232" y="2926080"/>
            <a:ext cx="1048374" cy="3569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96" b="0" i="0">
                <a:solidFill>
                  <a:srgbClr val="000000"/>
                </a:solidFill>
                <a:latin typeface="Arial"/>
              </a:rPr>
              <a:t>different</a:t>
            </a:r>
          </a:p>
        </p:txBody>
      </p:sp>
      <p:sp>
        <p:nvSpPr>
          <p:cNvPr id="308" name="animal"/>
          <p:cNvSpPr txBox="1"/>
          <p:nvPr/>
        </p:nvSpPr>
        <p:spPr>
          <a:xfrm>
            <a:off x="1865376" y="2926080"/>
            <a:ext cx="867280" cy="3569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96" b="0" i="0">
                <a:solidFill>
                  <a:srgbClr val="000000"/>
                </a:solidFill>
                <a:latin typeface="Arial"/>
              </a:rPr>
              <a:t>animal</a:t>
            </a:r>
          </a:p>
        </p:txBody>
      </p:sp>
      <p:sp>
        <p:nvSpPr>
          <p:cNvPr id="309" name="but the same style."/>
          <p:cNvSpPr txBox="1"/>
          <p:nvPr/>
        </p:nvSpPr>
        <p:spPr>
          <a:xfrm>
            <a:off x="292608" y="3291840"/>
            <a:ext cx="2386441" cy="3569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96" b="0" i="0">
                <a:solidFill>
                  <a:srgbClr val="000000"/>
                </a:solidFill>
                <a:latin typeface="Arial"/>
              </a:rPr>
              <a:t>but the same style.</a:t>
            </a:r>
          </a:p>
        </p:txBody>
      </p:sp>
      <p:sp>
        <p:nvSpPr>
          <p:cNvPr id="310" name="Query tokens frame"/>
          <p:cNvSpPr/>
          <p:nvPr/>
        </p:nvSpPr>
        <p:spPr>
          <a:xfrm>
            <a:off x="246888" y="3776472"/>
            <a:ext cx="2514600" cy="603504"/>
          </a:xfrm>
          <a:prstGeom prst="rect">
            <a:avLst/>
          </a:prstGeom>
          <a:noFill/>
          <a:ln w="31089">
            <a:solidFill>
              <a:srgbClr val="F9C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Editable token"/>
          <p:cNvSpPr/>
          <p:nvPr/>
        </p:nvSpPr>
        <p:spPr>
          <a:xfrm>
            <a:off x="292608" y="3867912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Editable token"/>
          <p:cNvSpPr/>
          <p:nvPr/>
        </p:nvSpPr>
        <p:spPr>
          <a:xfrm>
            <a:off x="832104" y="3867912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Editable token"/>
          <p:cNvSpPr/>
          <p:nvPr/>
        </p:nvSpPr>
        <p:spPr>
          <a:xfrm>
            <a:off x="1645920" y="3867912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Ellipsis dot"/>
          <p:cNvSpPr/>
          <p:nvPr/>
        </p:nvSpPr>
        <p:spPr>
          <a:xfrm>
            <a:off x="1307592" y="40489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Ellipsis dot"/>
          <p:cNvSpPr/>
          <p:nvPr/>
        </p:nvSpPr>
        <p:spPr>
          <a:xfrm>
            <a:off x="1409090" y="40489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Ellipsis dot"/>
          <p:cNvSpPr/>
          <p:nvPr/>
        </p:nvSpPr>
        <p:spPr>
          <a:xfrm>
            <a:off x="1510589" y="40489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"/>
          <p:cNvSpPr txBox="1"/>
          <p:nvPr/>
        </p:nvSpPr>
        <p:spPr>
          <a:xfrm>
            <a:off x="2249424" y="3886200"/>
            <a:ext cx="203368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18" name="q"/>
          <p:cNvSpPr txBox="1"/>
          <p:nvPr/>
        </p:nvSpPr>
        <p:spPr>
          <a:xfrm>
            <a:off x="2397928" y="4008090"/>
            <a:ext cx="159106" cy="290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0" i="1">
                <a:solidFill>
                  <a:srgbClr val="000000"/>
                </a:solidFill>
                <a:latin typeface="Times New Roman"/>
              </a:rPr>
              <a:t>q</a:t>
            </a:r>
          </a:p>
        </p:txBody>
      </p:sp>
      <p:sp>
        <p:nvSpPr>
          <p:cNvPr id="319" name="Candidate 1"/>
          <p:cNvSpPr txBox="1"/>
          <p:nvPr/>
        </p:nvSpPr>
        <p:spPr>
          <a:xfrm>
            <a:off x="3063240" y="576072"/>
            <a:ext cx="1525133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Candidate 1</a:t>
            </a:r>
          </a:p>
        </p:txBody>
      </p:sp>
      <p:pic>
        <p:nvPicPr>
          <p:cNvPr id="320" name="Candidate 1 animal illustration" descr="Candidate 1 animal 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877824"/>
            <a:ext cx="1737360" cy="1152144"/>
          </a:xfrm>
          <a:prstGeom prst="rect">
            <a:avLst/>
          </a:prstGeom>
          <a:effectLst/>
        </p:spPr>
      </p:pic>
      <p:sp>
        <p:nvSpPr>
          <p:cNvPr id="321" name="Candidate 1 token frame"/>
          <p:cNvSpPr/>
          <p:nvPr/>
        </p:nvSpPr>
        <p:spPr>
          <a:xfrm>
            <a:off x="2852928" y="2084832"/>
            <a:ext cx="1865376" cy="868680"/>
          </a:xfrm>
          <a:prstGeom prst="rect">
            <a:avLst/>
          </a:prstGeom>
          <a:noFill/>
          <a:ln w="31089">
            <a:solidFill>
              <a:srgbClr val="A1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Editable token"/>
          <p:cNvSpPr/>
          <p:nvPr/>
        </p:nvSpPr>
        <p:spPr>
          <a:xfrm>
            <a:off x="2926080" y="2176272"/>
            <a:ext cx="384048" cy="384048"/>
          </a:xfrm>
          <a:prstGeom prst="rect">
            <a:avLst/>
          </a:prstGeom>
          <a:solidFill>
            <a:srgbClr val="A1C4B0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Editable token"/>
          <p:cNvSpPr/>
          <p:nvPr/>
        </p:nvSpPr>
        <p:spPr>
          <a:xfrm>
            <a:off x="3456432" y="2176272"/>
            <a:ext cx="384048" cy="384048"/>
          </a:xfrm>
          <a:prstGeom prst="rect">
            <a:avLst/>
          </a:prstGeom>
          <a:solidFill>
            <a:srgbClr val="A1C4B0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Editable token"/>
          <p:cNvSpPr/>
          <p:nvPr/>
        </p:nvSpPr>
        <p:spPr>
          <a:xfrm>
            <a:off x="4270248" y="2176272"/>
            <a:ext cx="384048" cy="384048"/>
          </a:xfrm>
          <a:prstGeom prst="rect">
            <a:avLst/>
          </a:prstGeom>
          <a:solidFill>
            <a:srgbClr val="A1C4B0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Ellipsis dot"/>
          <p:cNvSpPr/>
          <p:nvPr/>
        </p:nvSpPr>
        <p:spPr>
          <a:xfrm>
            <a:off x="3922776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Ellipsis dot"/>
          <p:cNvSpPr/>
          <p:nvPr/>
        </p:nvSpPr>
        <p:spPr>
          <a:xfrm>
            <a:off x="4024274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Ellipsis dot"/>
          <p:cNvSpPr/>
          <p:nvPr/>
        </p:nvSpPr>
        <p:spPr>
          <a:xfrm>
            <a:off x="4125773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"/>
          <p:cNvSpPr txBox="1"/>
          <p:nvPr/>
        </p:nvSpPr>
        <p:spPr>
          <a:xfrm>
            <a:off x="3694176" y="2560320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29" name="c"/>
          <p:cNvSpPr txBox="1"/>
          <p:nvPr/>
        </p:nvSpPr>
        <p:spPr>
          <a:xfrm>
            <a:off x="3837594" y="2675534"/>
            <a:ext cx="13094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30" name="1"/>
          <p:cNvSpPr txBox="1"/>
          <p:nvPr/>
        </p:nvSpPr>
        <p:spPr>
          <a:xfrm>
            <a:off x="3911660" y="2746858"/>
            <a:ext cx="112928" cy="1720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cxnSp>
        <p:nvCxnSpPr>
          <p:cNvPr id="331" name="Flow connector"/>
          <p:cNvCxnSpPr/>
          <p:nvPr/>
        </p:nvCxnSpPr>
        <p:spPr>
          <a:xfrm>
            <a:off x="3858768" y="2953512"/>
            <a:ext cx="0" cy="219456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Arrowhead"/>
          <p:cNvSpPr/>
          <p:nvPr/>
        </p:nvSpPr>
        <p:spPr>
          <a:xfrm>
            <a:off x="3817620" y="309067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Flow connector"/>
          <p:cNvCxnSpPr/>
          <p:nvPr/>
        </p:nvCxnSpPr>
        <p:spPr>
          <a:xfrm>
            <a:off x="3858768" y="3557016"/>
            <a:ext cx="0" cy="210312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Arrowhead"/>
          <p:cNvSpPr/>
          <p:nvPr/>
        </p:nvSpPr>
        <p:spPr>
          <a:xfrm>
            <a:off x="3817620" y="3685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Candidate 1 compressed tokens"/>
          <p:cNvSpPr/>
          <p:nvPr/>
        </p:nvSpPr>
        <p:spPr>
          <a:xfrm>
            <a:off x="2852928" y="3767328"/>
            <a:ext cx="1865376" cy="612648"/>
          </a:xfrm>
          <a:prstGeom prst="rect">
            <a:avLst/>
          </a:prstGeom>
          <a:noFill/>
          <a:ln w="31089">
            <a:solidFill>
              <a:srgbClr val="A1C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Editable token"/>
          <p:cNvSpPr/>
          <p:nvPr/>
        </p:nvSpPr>
        <p:spPr>
          <a:xfrm>
            <a:off x="2916936" y="3867912"/>
            <a:ext cx="384048" cy="384048"/>
          </a:xfrm>
          <a:prstGeom prst="rect">
            <a:avLst/>
          </a:prstGeom>
          <a:solidFill>
            <a:srgbClr val="A1C4B0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Editable token"/>
          <p:cNvSpPr/>
          <p:nvPr/>
        </p:nvSpPr>
        <p:spPr>
          <a:xfrm>
            <a:off x="3895344" y="3867912"/>
            <a:ext cx="384048" cy="384048"/>
          </a:xfrm>
          <a:prstGeom prst="rect">
            <a:avLst/>
          </a:prstGeom>
          <a:solidFill>
            <a:srgbClr val="A1C4B0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"/>
          <p:cNvSpPr txBox="1"/>
          <p:nvPr/>
        </p:nvSpPr>
        <p:spPr>
          <a:xfrm>
            <a:off x="3328416" y="3877056"/>
            <a:ext cx="116857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39" name="con"/>
          <p:cNvSpPr txBox="1"/>
          <p:nvPr/>
        </p:nvSpPr>
        <p:spPr>
          <a:xfrm>
            <a:off x="3390409" y="3976908"/>
            <a:ext cx="341457" cy="2621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sp>
        <p:nvSpPr>
          <p:cNvPr id="340" name="c"/>
          <p:cNvSpPr txBox="1"/>
          <p:nvPr/>
        </p:nvSpPr>
        <p:spPr>
          <a:xfrm>
            <a:off x="3408697" y="3828410"/>
            <a:ext cx="125273" cy="2294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41" name="1"/>
          <p:cNvSpPr txBox="1"/>
          <p:nvPr/>
        </p:nvSpPr>
        <p:spPr>
          <a:xfrm>
            <a:off x="3480021" y="3874496"/>
            <a:ext cx="108356" cy="1605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7" b="0" i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342" name="t"/>
          <p:cNvSpPr txBox="1"/>
          <p:nvPr/>
        </p:nvSpPr>
        <p:spPr>
          <a:xfrm>
            <a:off x="4288536" y="3877056"/>
            <a:ext cx="116857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43" name="rel"/>
          <p:cNvSpPr txBox="1"/>
          <p:nvPr/>
        </p:nvSpPr>
        <p:spPr>
          <a:xfrm>
            <a:off x="4350529" y="3976908"/>
            <a:ext cx="265647" cy="2621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0" i="1">
                <a:solidFill>
                  <a:srgbClr val="000000"/>
                </a:solidFill>
                <a:latin typeface="Times New Roman"/>
              </a:rPr>
              <a:t>rel</a:t>
            </a:r>
          </a:p>
        </p:txBody>
      </p:sp>
      <p:sp>
        <p:nvSpPr>
          <p:cNvPr id="344" name="c"/>
          <p:cNvSpPr txBox="1"/>
          <p:nvPr/>
        </p:nvSpPr>
        <p:spPr>
          <a:xfrm>
            <a:off x="4368817" y="3828410"/>
            <a:ext cx="125273" cy="2294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45" name="1"/>
          <p:cNvSpPr txBox="1"/>
          <p:nvPr/>
        </p:nvSpPr>
        <p:spPr>
          <a:xfrm>
            <a:off x="4440141" y="3874496"/>
            <a:ext cx="108356" cy="1605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7" b="0" i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346" name="Candidate 2"/>
          <p:cNvSpPr txBox="1"/>
          <p:nvPr/>
        </p:nvSpPr>
        <p:spPr>
          <a:xfrm>
            <a:off x="5010912" y="576072"/>
            <a:ext cx="1525133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Candidate 2</a:t>
            </a:r>
          </a:p>
        </p:txBody>
      </p:sp>
      <p:pic>
        <p:nvPicPr>
          <p:cNvPr id="347" name="Candidate 2 animal illustration" descr="Candidate 2 animal illust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877824"/>
            <a:ext cx="1737360" cy="1152144"/>
          </a:xfrm>
          <a:prstGeom prst="rect">
            <a:avLst/>
          </a:prstGeom>
          <a:effectLst/>
        </p:spPr>
      </p:pic>
      <p:sp>
        <p:nvSpPr>
          <p:cNvPr id="348" name="Candidate 2 token frame"/>
          <p:cNvSpPr/>
          <p:nvPr/>
        </p:nvSpPr>
        <p:spPr>
          <a:xfrm>
            <a:off x="4800600" y="2084832"/>
            <a:ext cx="1865376" cy="868680"/>
          </a:xfrm>
          <a:prstGeom prst="rect">
            <a:avLst/>
          </a:prstGeom>
          <a:noFill/>
          <a:ln w="31089">
            <a:solidFill>
              <a:srgbClr val="A9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ditable token"/>
          <p:cNvSpPr/>
          <p:nvPr/>
        </p:nvSpPr>
        <p:spPr>
          <a:xfrm>
            <a:off x="4873752" y="217627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Editable token"/>
          <p:cNvSpPr/>
          <p:nvPr/>
        </p:nvSpPr>
        <p:spPr>
          <a:xfrm>
            <a:off x="5404104" y="217627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Editable token"/>
          <p:cNvSpPr/>
          <p:nvPr/>
        </p:nvSpPr>
        <p:spPr>
          <a:xfrm>
            <a:off x="6217920" y="217627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Ellipsis dot"/>
          <p:cNvSpPr/>
          <p:nvPr/>
        </p:nvSpPr>
        <p:spPr>
          <a:xfrm>
            <a:off x="5870448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Ellipsis dot"/>
          <p:cNvSpPr/>
          <p:nvPr/>
        </p:nvSpPr>
        <p:spPr>
          <a:xfrm>
            <a:off x="5971946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llipsis dot"/>
          <p:cNvSpPr/>
          <p:nvPr/>
        </p:nvSpPr>
        <p:spPr>
          <a:xfrm>
            <a:off x="6073445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"/>
          <p:cNvSpPr txBox="1"/>
          <p:nvPr/>
        </p:nvSpPr>
        <p:spPr>
          <a:xfrm>
            <a:off x="5641848" y="2560320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56" name="c"/>
          <p:cNvSpPr txBox="1"/>
          <p:nvPr/>
        </p:nvSpPr>
        <p:spPr>
          <a:xfrm>
            <a:off x="5785266" y="2675534"/>
            <a:ext cx="13094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57" name="2"/>
          <p:cNvSpPr txBox="1"/>
          <p:nvPr/>
        </p:nvSpPr>
        <p:spPr>
          <a:xfrm>
            <a:off x="5859332" y="2746858"/>
            <a:ext cx="112928" cy="1720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cxnSp>
        <p:nvCxnSpPr>
          <p:cNvPr id="358" name="Flow connector"/>
          <p:cNvCxnSpPr/>
          <p:nvPr/>
        </p:nvCxnSpPr>
        <p:spPr>
          <a:xfrm>
            <a:off x="5806440" y="2953512"/>
            <a:ext cx="0" cy="219456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Arrowhead"/>
          <p:cNvSpPr/>
          <p:nvPr/>
        </p:nvSpPr>
        <p:spPr>
          <a:xfrm>
            <a:off x="5765292" y="309067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0" name="Flow connector"/>
          <p:cNvCxnSpPr/>
          <p:nvPr/>
        </p:nvCxnSpPr>
        <p:spPr>
          <a:xfrm>
            <a:off x="5806440" y="3557016"/>
            <a:ext cx="0" cy="210312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Arrowhead"/>
          <p:cNvSpPr/>
          <p:nvPr/>
        </p:nvSpPr>
        <p:spPr>
          <a:xfrm>
            <a:off x="5765292" y="3685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Candidate 2 compressed tokens"/>
          <p:cNvSpPr/>
          <p:nvPr/>
        </p:nvSpPr>
        <p:spPr>
          <a:xfrm>
            <a:off x="4800600" y="3767328"/>
            <a:ext cx="1865376" cy="612648"/>
          </a:xfrm>
          <a:prstGeom prst="rect">
            <a:avLst/>
          </a:prstGeom>
          <a:noFill/>
          <a:ln w="31089">
            <a:solidFill>
              <a:srgbClr val="A9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Editable token"/>
          <p:cNvSpPr/>
          <p:nvPr/>
        </p:nvSpPr>
        <p:spPr>
          <a:xfrm>
            <a:off x="4864608" y="38679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ditable token"/>
          <p:cNvSpPr/>
          <p:nvPr/>
        </p:nvSpPr>
        <p:spPr>
          <a:xfrm>
            <a:off x="5843016" y="38679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"/>
          <p:cNvSpPr txBox="1"/>
          <p:nvPr/>
        </p:nvSpPr>
        <p:spPr>
          <a:xfrm>
            <a:off x="5276088" y="3877056"/>
            <a:ext cx="116857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66" name="con"/>
          <p:cNvSpPr txBox="1"/>
          <p:nvPr/>
        </p:nvSpPr>
        <p:spPr>
          <a:xfrm>
            <a:off x="5338081" y="3976908"/>
            <a:ext cx="341457" cy="2621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sp>
        <p:nvSpPr>
          <p:cNvPr id="367" name="c"/>
          <p:cNvSpPr txBox="1"/>
          <p:nvPr/>
        </p:nvSpPr>
        <p:spPr>
          <a:xfrm>
            <a:off x="5356369" y="3828410"/>
            <a:ext cx="125273" cy="2294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68" name="2"/>
          <p:cNvSpPr txBox="1"/>
          <p:nvPr/>
        </p:nvSpPr>
        <p:spPr>
          <a:xfrm>
            <a:off x="5427693" y="3874496"/>
            <a:ext cx="108356" cy="1605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7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369" name="t"/>
          <p:cNvSpPr txBox="1"/>
          <p:nvPr/>
        </p:nvSpPr>
        <p:spPr>
          <a:xfrm>
            <a:off x="6236208" y="3877056"/>
            <a:ext cx="116857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70" name="rel"/>
          <p:cNvSpPr txBox="1"/>
          <p:nvPr/>
        </p:nvSpPr>
        <p:spPr>
          <a:xfrm>
            <a:off x="6298201" y="3976908"/>
            <a:ext cx="265647" cy="2621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0" i="1">
                <a:solidFill>
                  <a:srgbClr val="000000"/>
                </a:solidFill>
                <a:latin typeface="Times New Roman"/>
              </a:rPr>
              <a:t>rel</a:t>
            </a:r>
          </a:p>
        </p:txBody>
      </p:sp>
      <p:sp>
        <p:nvSpPr>
          <p:cNvPr id="371" name="c"/>
          <p:cNvSpPr txBox="1"/>
          <p:nvPr/>
        </p:nvSpPr>
        <p:spPr>
          <a:xfrm>
            <a:off x="6316489" y="3828410"/>
            <a:ext cx="125273" cy="2294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72" name="2"/>
          <p:cNvSpPr txBox="1"/>
          <p:nvPr/>
        </p:nvSpPr>
        <p:spPr>
          <a:xfrm>
            <a:off x="6387813" y="3874496"/>
            <a:ext cx="108356" cy="1605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7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373" name="Candidate K"/>
          <p:cNvSpPr txBox="1"/>
          <p:nvPr/>
        </p:nvSpPr>
        <p:spPr>
          <a:xfrm>
            <a:off x="7470648" y="576072"/>
            <a:ext cx="1555537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Candidate K</a:t>
            </a:r>
          </a:p>
        </p:txBody>
      </p:sp>
      <p:pic>
        <p:nvPicPr>
          <p:cNvPr id="374" name="Candidate K animal illustration" descr="Candidate K animal illustr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877824"/>
            <a:ext cx="1737360" cy="1152144"/>
          </a:xfrm>
          <a:prstGeom prst="rect">
            <a:avLst/>
          </a:prstGeom>
          <a:effectLst/>
        </p:spPr>
      </p:pic>
      <p:sp>
        <p:nvSpPr>
          <p:cNvPr id="375" name="Candidate K token frame"/>
          <p:cNvSpPr/>
          <p:nvPr/>
        </p:nvSpPr>
        <p:spPr>
          <a:xfrm>
            <a:off x="7287768" y="2084832"/>
            <a:ext cx="1865376" cy="868680"/>
          </a:xfrm>
          <a:prstGeom prst="rect">
            <a:avLst/>
          </a:prstGeom>
          <a:noFill/>
          <a:ln w="31089">
            <a:solidFill>
              <a:srgbClr val="B3A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Editable token"/>
          <p:cNvSpPr/>
          <p:nvPr/>
        </p:nvSpPr>
        <p:spPr>
          <a:xfrm>
            <a:off x="7360920" y="2176272"/>
            <a:ext cx="384048" cy="384048"/>
          </a:xfrm>
          <a:prstGeom prst="rect">
            <a:avLst/>
          </a:prstGeom>
          <a:solidFill>
            <a:srgbClr val="B3A4C3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Editable token"/>
          <p:cNvSpPr/>
          <p:nvPr/>
        </p:nvSpPr>
        <p:spPr>
          <a:xfrm>
            <a:off x="7891272" y="2176272"/>
            <a:ext cx="384048" cy="384048"/>
          </a:xfrm>
          <a:prstGeom prst="rect">
            <a:avLst/>
          </a:prstGeom>
          <a:solidFill>
            <a:srgbClr val="B3A4C3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Editable token"/>
          <p:cNvSpPr/>
          <p:nvPr/>
        </p:nvSpPr>
        <p:spPr>
          <a:xfrm>
            <a:off x="8705088" y="2176272"/>
            <a:ext cx="384048" cy="384048"/>
          </a:xfrm>
          <a:prstGeom prst="rect">
            <a:avLst/>
          </a:prstGeom>
          <a:solidFill>
            <a:srgbClr val="B3A4C3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Ellipsis dot"/>
          <p:cNvSpPr/>
          <p:nvPr/>
        </p:nvSpPr>
        <p:spPr>
          <a:xfrm>
            <a:off x="8357616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Ellipsis dot"/>
          <p:cNvSpPr/>
          <p:nvPr/>
        </p:nvSpPr>
        <p:spPr>
          <a:xfrm>
            <a:off x="8459114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Ellipsis dot"/>
          <p:cNvSpPr/>
          <p:nvPr/>
        </p:nvSpPr>
        <p:spPr>
          <a:xfrm>
            <a:off x="8560613" y="235732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"/>
          <p:cNvSpPr txBox="1"/>
          <p:nvPr/>
        </p:nvSpPr>
        <p:spPr>
          <a:xfrm>
            <a:off x="8129016" y="2560320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83" name="c"/>
          <p:cNvSpPr txBox="1"/>
          <p:nvPr/>
        </p:nvSpPr>
        <p:spPr>
          <a:xfrm>
            <a:off x="8272434" y="2675534"/>
            <a:ext cx="130945" cy="24579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84" name="K"/>
          <p:cNvSpPr txBox="1"/>
          <p:nvPr/>
        </p:nvSpPr>
        <p:spPr>
          <a:xfrm>
            <a:off x="8346500" y="2746858"/>
            <a:ext cx="142789" cy="1720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cxnSp>
        <p:nvCxnSpPr>
          <p:cNvPr id="385" name="Flow connector"/>
          <p:cNvCxnSpPr/>
          <p:nvPr/>
        </p:nvCxnSpPr>
        <p:spPr>
          <a:xfrm>
            <a:off x="8293608" y="2953512"/>
            <a:ext cx="0" cy="219456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Arrowhead"/>
          <p:cNvSpPr/>
          <p:nvPr/>
        </p:nvSpPr>
        <p:spPr>
          <a:xfrm>
            <a:off x="8252460" y="309067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Flow connector"/>
          <p:cNvCxnSpPr/>
          <p:nvPr/>
        </p:nvCxnSpPr>
        <p:spPr>
          <a:xfrm>
            <a:off x="8293608" y="3557016"/>
            <a:ext cx="0" cy="210312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Arrowhead"/>
          <p:cNvSpPr/>
          <p:nvPr/>
        </p:nvSpPr>
        <p:spPr>
          <a:xfrm>
            <a:off x="8252460" y="368503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Candidate K compressed tokens"/>
          <p:cNvSpPr/>
          <p:nvPr/>
        </p:nvSpPr>
        <p:spPr>
          <a:xfrm>
            <a:off x="7287768" y="3767328"/>
            <a:ext cx="1865376" cy="612648"/>
          </a:xfrm>
          <a:prstGeom prst="rect">
            <a:avLst/>
          </a:prstGeom>
          <a:noFill/>
          <a:ln w="31089">
            <a:solidFill>
              <a:srgbClr val="B3A4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Editable token"/>
          <p:cNvSpPr/>
          <p:nvPr/>
        </p:nvSpPr>
        <p:spPr>
          <a:xfrm>
            <a:off x="7351776" y="3867912"/>
            <a:ext cx="384048" cy="384048"/>
          </a:xfrm>
          <a:prstGeom prst="rect">
            <a:avLst/>
          </a:prstGeom>
          <a:solidFill>
            <a:srgbClr val="B3A4C3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Editable token"/>
          <p:cNvSpPr/>
          <p:nvPr/>
        </p:nvSpPr>
        <p:spPr>
          <a:xfrm>
            <a:off x="8330184" y="3867912"/>
            <a:ext cx="384048" cy="384048"/>
          </a:xfrm>
          <a:prstGeom prst="rect">
            <a:avLst/>
          </a:prstGeom>
          <a:solidFill>
            <a:srgbClr val="B3A4C3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"/>
          <p:cNvSpPr txBox="1"/>
          <p:nvPr/>
        </p:nvSpPr>
        <p:spPr>
          <a:xfrm>
            <a:off x="7763256" y="3877056"/>
            <a:ext cx="116857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93" name="con"/>
          <p:cNvSpPr txBox="1"/>
          <p:nvPr/>
        </p:nvSpPr>
        <p:spPr>
          <a:xfrm>
            <a:off x="7825249" y="3976908"/>
            <a:ext cx="341457" cy="2621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sp>
        <p:nvSpPr>
          <p:cNvPr id="394" name="c"/>
          <p:cNvSpPr txBox="1"/>
          <p:nvPr/>
        </p:nvSpPr>
        <p:spPr>
          <a:xfrm>
            <a:off x="7843537" y="3828410"/>
            <a:ext cx="125273" cy="2294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95" name="K"/>
          <p:cNvSpPr txBox="1"/>
          <p:nvPr/>
        </p:nvSpPr>
        <p:spPr>
          <a:xfrm>
            <a:off x="7914861" y="3874496"/>
            <a:ext cx="136188" cy="1605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7" b="0" i="0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396" name="t"/>
          <p:cNvSpPr txBox="1"/>
          <p:nvPr/>
        </p:nvSpPr>
        <p:spPr>
          <a:xfrm>
            <a:off x="8723376" y="3877056"/>
            <a:ext cx="116857" cy="32772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16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97" name="rel"/>
          <p:cNvSpPr txBox="1"/>
          <p:nvPr/>
        </p:nvSpPr>
        <p:spPr>
          <a:xfrm>
            <a:off x="8785369" y="3976908"/>
            <a:ext cx="265647" cy="2621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12" b="0" i="1">
                <a:solidFill>
                  <a:srgbClr val="000000"/>
                </a:solidFill>
                <a:latin typeface="Times New Roman"/>
              </a:rPr>
              <a:t>rel</a:t>
            </a:r>
          </a:p>
        </p:txBody>
      </p:sp>
      <p:sp>
        <p:nvSpPr>
          <p:cNvPr id="398" name="c"/>
          <p:cNvSpPr txBox="1"/>
          <p:nvPr/>
        </p:nvSpPr>
        <p:spPr>
          <a:xfrm>
            <a:off x="8803657" y="3828410"/>
            <a:ext cx="125273" cy="2294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399" name="K"/>
          <p:cNvSpPr txBox="1"/>
          <p:nvPr/>
        </p:nvSpPr>
        <p:spPr>
          <a:xfrm>
            <a:off x="8874981" y="3874496"/>
            <a:ext cx="136188" cy="16058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87" b="0" i="0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400" name="Ellipsis dot"/>
          <p:cNvSpPr/>
          <p:nvPr/>
        </p:nvSpPr>
        <p:spPr>
          <a:xfrm>
            <a:off x="6830568" y="1410462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Ellipsis dot"/>
          <p:cNvSpPr/>
          <p:nvPr/>
        </p:nvSpPr>
        <p:spPr>
          <a:xfrm>
            <a:off x="6954926" y="1410462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Ellipsis dot"/>
          <p:cNvSpPr/>
          <p:nvPr/>
        </p:nvSpPr>
        <p:spPr>
          <a:xfrm>
            <a:off x="7079285" y="1410462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Ellipsis dot"/>
          <p:cNvSpPr/>
          <p:nvPr/>
        </p:nvSpPr>
        <p:spPr>
          <a:xfrm>
            <a:off x="6830568" y="2498598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Ellipsis dot"/>
          <p:cNvSpPr/>
          <p:nvPr/>
        </p:nvSpPr>
        <p:spPr>
          <a:xfrm>
            <a:off x="6954926" y="2498598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Ellipsis dot"/>
          <p:cNvSpPr/>
          <p:nvPr/>
        </p:nvSpPr>
        <p:spPr>
          <a:xfrm>
            <a:off x="7079285" y="2498598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Ellipsis dot"/>
          <p:cNvSpPr/>
          <p:nvPr/>
        </p:nvSpPr>
        <p:spPr>
          <a:xfrm>
            <a:off x="6830568" y="4016502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Ellipsis dot"/>
          <p:cNvSpPr/>
          <p:nvPr/>
        </p:nvSpPr>
        <p:spPr>
          <a:xfrm>
            <a:off x="6954926" y="4016502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Ellipsis dot"/>
          <p:cNvSpPr/>
          <p:nvPr/>
        </p:nvSpPr>
        <p:spPr>
          <a:xfrm>
            <a:off x="7079285" y="4016502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Information Compression Module"/>
          <p:cNvSpPr/>
          <p:nvPr/>
        </p:nvSpPr>
        <p:spPr>
          <a:xfrm>
            <a:off x="2852928" y="3172968"/>
            <a:ext cx="6300216" cy="384048"/>
          </a:xfrm>
          <a:prstGeom prst="roundRect">
            <a:avLst>
              <a:gd name="adj" fmla="val 16666"/>
            </a:avLst>
          </a:prstGeom>
          <a:solidFill>
            <a:srgbClr val="EBFAF5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Information Compression Module (ICM)"/>
          <p:cNvSpPr txBox="1"/>
          <p:nvPr/>
        </p:nvSpPr>
        <p:spPr>
          <a:xfrm>
            <a:off x="2935224" y="3163824"/>
            <a:ext cx="6126480" cy="39209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11" b="0" i="0">
                <a:solidFill>
                  <a:srgbClr val="000000"/>
                </a:solidFill>
                <a:latin typeface="Arial"/>
              </a:rPr>
              <a:t>Information Compression Module (ICM)</a:t>
            </a:r>
          </a:p>
        </p:txBody>
      </p:sp>
      <p:cxnSp>
        <p:nvCxnSpPr>
          <p:cNvPr id="411" name="Flow connector"/>
          <p:cNvCxnSpPr/>
          <p:nvPr/>
        </p:nvCxnSpPr>
        <p:spPr>
          <a:xfrm>
            <a:off x="4773168" y="4379976"/>
            <a:ext cx="0" cy="18288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2" name="Arrowhead"/>
          <p:cNvSpPr/>
          <p:nvPr/>
        </p:nvSpPr>
        <p:spPr>
          <a:xfrm>
            <a:off x="4732020" y="448056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Large Language Model block"/>
          <p:cNvSpPr/>
          <p:nvPr/>
        </p:nvSpPr>
        <p:spPr>
          <a:xfrm>
            <a:off x="219456" y="4562856"/>
            <a:ext cx="8942832" cy="438912"/>
          </a:xfrm>
          <a:prstGeom prst="roundRect">
            <a:avLst>
              <a:gd name="adj" fmla="val 16666"/>
            </a:avLst>
          </a:prstGeom>
          <a:solidFill>
            <a:srgbClr val="FDF3E7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14" name="Pipeline robot ic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15" name="Pipeline robot icon color 0"/>
            <p:cNvSpPr/>
            <p:nvPr/>
          </p:nvSpPr>
          <p:spPr>
            <a:xfrm>
              <a:off x="3048427" y="4639483"/>
              <a:ext cx="349667" cy="349667"/>
            </a:xfrm>
            <a:custGeom>
              <a:avLst/>
              <a:gdLst/>
              <a:ahLst/>
              <a:cxnLst/>
              <a:rect l="l" t="t" r="r" b="b"/>
              <a:pathLst>
                <a:path w="3824" h="3824">
                  <a:moveTo>
                    <a:pt x="2200" y="3700"/>
                  </a:moveTo>
                  <a:lnTo>
                    <a:pt x="2200" y="3824"/>
                  </a:lnTo>
                  <a:lnTo>
                    <a:pt x="3824" y="3824"/>
                  </a:lnTo>
                  <a:lnTo>
                    <a:pt x="3824" y="3700"/>
                  </a:lnTo>
                  <a:close/>
                  <a:moveTo>
                    <a:pt x="0" y="3700"/>
                  </a:moveTo>
                  <a:lnTo>
                    <a:pt x="0" y="3824"/>
                  </a:lnTo>
                  <a:lnTo>
                    <a:pt x="1224" y="3824"/>
                  </a:lnTo>
                  <a:lnTo>
                    <a:pt x="1224" y="3700"/>
                  </a:lnTo>
                  <a:close/>
                  <a:moveTo>
                    <a:pt x="2200" y="3500"/>
                  </a:moveTo>
                  <a:lnTo>
                    <a:pt x="2200" y="3624"/>
                  </a:lnTo>
                  <a:lnTo>
                    <a:pt x="2324" y="3624"/>
                  </a:lnTo>
                  <a:lnTo>
                    <a:pt x="2324" y="3500"/>
                  </a:lnTo>
                  <a:close/>
                  <a:moveTo>
                    <a:pt x="2700" y="2200"/>
                  </a:moveTo>
                  <a:lnTo>
                    <a:pt x="2700" y="2324"/>
                  </a:lnTo>
                  <a:lnTo>
                    <a:pt x="2824" y="2324"/>
                  </a:lnTo>
                  <a:lnTo>
                    <a:pt x="2824" y="2200"/>
                  </a:lnTo>
                  <a:close/>
                  <a:moveTo>
                    <a:pt x="2200" y="0"/>
                  </a:moveTo>
                  <a:lnTo>
                    <a:pt x="2200" y="124"/>
                  </a:lnTo>
                  <a:lnTo>
                    <a:pt x="2324" y="124"/>
                  </a:lnTo>
                  <a:lnTo>
                    <a:pt x="2324" y="0"/>
                  </a:lnTo>
                  <a:close/>
                  <a:moveTo>
                    <a:pt x="1500" y="0"/>
                  </a:moveTo>
                  <a:lnTo>
                    <a:pt x="1500" y="124"/>
                  </a:lnTo>
                  <a:lnTo>
                    <a:pt x="1624" y="124"/>
                  </a:lnTo>
                  <a:lnTo>
                    <a:pt x="1624" y="0"/>
                  </a:lnTo>
                  <a:close/>
                </a:path>
              </a:pathLst>
            </a:custGeom>
            <a:solidFill>
              <a:srgbClr val="01232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6" name="Pipeline robot icon color 2"/>
            <p:cNvSpPr/>
            <p:nvPr/>
          </p:nvSpPr>
          <p:spPr>
            <a:xfrm>
              <a:off x="3085003" y="4593763"/>
              <a:ext cx="285659" cy="367955"/>
            </a:xfrm>
            <a:custGeom>
              <a:avLst/>
              <a:gdLst/>
              <a:ahLst/>
              <a:cxnLst/>
              <a:rect l="l" t="t" r="r" b="b"/>
              <a:pathLst>
                <a:path w="3124" h="4024">
                  <a:moveTo>
                    <a:pt x="2000" y="3900"/>
                  </a:moveTo>
                  <a:lnTo>
                    <a:pt x="2000" y="4024"/>
                  </a:lnTo>
                  <a:lnTo>
                    <a:pt x="2124" y="4024"/>
                  </a:lnTo>
                  <a:lnTo>
                    <a:pt x="2124" y="3900"/>
                  </a:lnTo>
                  <a:close/>
                  <a:moveTo>
                    <a:pt x="0" y="3300"/>
                  </a:moveTo>
                  <a:lnTo>
                    <a:pt x="0" y="3424"/>
                  </a:lnTo>
                  <a:lnTo>
                    <a:pt x="224" y="3424"/>
                  </a:lnTo>
                  <a:lnTo>
                    <a:pt x="224" y="3300"/>
                  </a:lnTo>
                  <a:close/>
                  <a:moveTo>
                    <a:pt x="3000" y="1400"/>
                  </a:moveTo>
                  <a:lnTo>
                    <a:pt x="3000" y="1524"/>
                  </a:lnTo>
                  <a:lnTo>
                    <a:pt x="3124" y="1524"/>
                  </a:lnTo>
                  <a:lnTo>
                    <a:pt x="3124" y="140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938C8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7" name="Pipeline robot icon color 3"/>
            <p:cNvSpPr/>
            <p:nvPr/>
          </p:nvSpPr>
          <p:spPr>
            <a:xfrm>
              <a:off x="3075859" y="4593763"/>
              <a:ext cx="276515" cy="367955"/>
            </a:xfrm>
            <a:custGeom>
              <a:avLst/>
              <a:gdLst/>
              <a:ahLst/>
              <a:cxnLst/>
              <a:rect l="l" t="t" r="r" b="b"/>
              <a:pathLst>
                <a:path w="3024" h="4024">
                  <a:moveTo>
                    <a:pt x="1500" y="3900"/>
                  </a:moveTo>
                  <a:lnTo>
                    <a:pt x="1500" y="4024"/>
                  </a:lnTo>
                  <a:lnTo>
                    <a:pt x="1624" y="4024"/>
                  </a:lnTo>
                  <a:lnTo>
                    <a:pt x="1624" y="3900"/>
                  </a:lnTo>
                  <a:close/>
                  <a:moveTo>
                    <a:pt x="2000" y="3800"/>
                  </a:moveTo>
                  <a:lnTo>
                    <a:pt x="2000" y="3924"/>
                  </a:lnTo>
                  <a:lnTo>
                    <a:pt x="2124" y="3924"/>
                  </a:lnTo>
                  <a:lnTo>
                    <a:pt x="2124" y="3800"/>
                  </a:lnTo>
                  <a:close/>
                  <a:moveTo>
                    <a:pt x="1900" y="3500"/>
                  </a:moveTo>
                  <a:lnTo>
                    <a:pt x="1900" y="3624"/>
                  </a:lnTo>
                  <a:lnTo>
                    <a:pt x="2224" y="3624"/>
                  </a:lnTo>
                  <a:lnTo>
                    <a:pt x="2224" y="3500"/>
                  </a:lnTo>
                  <a:close/>
                  <a:moveTo>
                    <a:pt x="1700" y="3200"/>
                  </a:moveTo>
                  <a:lnTo>
                    <a:pt x="1700" y="3324"/>
                  </a:lnTo>
                  <a:lnTo>
                    <a:pt x="1824" y="3324"/>
                  </a:lnTo>
                  <a:lnTo>
                    <a:pt x="1824" y="3200"/>
                  </a:lnTo>
                  <a:close/>
                  <a:moveTo>
                    <a:pt x="2100" y="3100"/>
                  </a:moveTo>
                  <a:lnTo>
                    <a:pt x="2100" y="3224"/>
                  </a:lnTo>
                  <a:lnTo>
                    <a:pt x="2224" y="3224"/>
                  </a:lnTo>
                  <a:lnTo>
                    <a:pt x="2224" y="3100"/>
                  </a:lnTo>
                  <a:close/>
                  <a:moveTo>
                    <a:pt x="1400" y="3000"/>
                  </a:moveTo>
                  <a:lnTo>
                    <a:pt x="1400" y="3124"/>
                  </a:lnTo>
                  <a:lnTo>
                    <a:pt x="1524" y="3124"/>
                  </a:lnTo>
                  <a:lnTo>
                    <a:pt x="1524" y="3000"/>
                  </a:lnTo>
                  <a:close/>
                  <a:moveTo>
                    <a:pt x="1100" y="3000"/>
                  </a:moveTo>
                  <a:lnTo>
                    <a:pt x="1100" y="3124"/>
                  </a:lnTo>
                  <a:lnTo>
                    <a:pt x="1224" y="3124"/>
                  </a:lnTo>
                  <a:lnTo>
                    <a:pt x="1224" y="3000"/>
                  </a:lnTo>
                  <a:close/>
                  <a:moveTo>
                    <a:pt x="2100" y="2800"/>
                  </a:moveTo>
                  <a:lnTo>
                    <a:pt x="2100" y="2924"/>
                  </a:lnTo>
                  <a:lnTo>
                    <a:pt x="2224" y="2924"/>
                  </a:lnTo>
                  <a:lnTo>
                    <a:pt x="2224" y="2800"/>
                  </a:lnTo>
                  <a:close/>
                  <a:moveTo>
                    <a:pt x="0" y="2800"/>
                  </a:moveTo>
                  <a:lnTo>
                    <a:pt x="0" y="2924"/>
                  </a:lnTo>
                  <a:lnTo>
                    <a:pt x="124" y="2924"/>
                  </a:lnTo>
                  <a:lnTo>
                    <a:pt x="124" y="2800"/>
                  </a:lnTo>
                  <a:close/>
                  <a:moveTo>
                    <a:pt x="1824" y="2700"/>
                  </a:moveTo>
                  <a:lnTo>
                    <a:pt x="1700" y="2700"/>
                  </a:lnTo>
                  <a:lnTo>
                    <a:pt x="1700" y="2774"/>
                  </a:lnTo>
                  <a:lnTo>
                    <a:pt x="1600" y="2800"/>
                  </a:lnTo>
                  <a:lnTo>
                    <a:pt x="1600" y="2924"/>
                  </a:lnTo>
                  <a:lnTo>
                    <a:pt x="1724" y="2924"/>
                  </a:lnTo>
                  <a:lnTo>
                    <a:pt x="1724" y="2850"/>
                  </a:lnTo>
                  <a:lnTo>
                    <a:pt x="1824" y="2824"/>
                  </a:lnTo>
                  <a:close/>
                  <a:moveTo>
                    <a:pt x="2700" y="2400"/>
                  </a:moveTo>
                  <a:lnTo>
                    <a:pt x="2700" y="2524"/>
                  </a:lnTo>
                  <a:lnTo>
                    <a:pt x="2824" y="2524"/>
                  </a:lnTo>
                  <a:lnTo>
                    <a:pt x="2824" y="2400"/>
                  </a:lnTo>
                  <a:close/>
                  <a:moveTo>
                    <a:pt x="2900" y="2300"/>
                  </a:moveTo>
                  <a:lnTo>
                    <a:pt x="2900" y="2424"/>
                  </a:lnTo>
                  <a:lnTo>
                    <a:pt x="3024" y="2424"/>
                  </a:lnTo>
                  <a:lnTo>
                    <a:pt x="3024" y="2300"/>
                  </a:lnTo>
                  <a:close/>
                  <a:moveTo>
                    <a:pt x="2600" y="2200"/>
                  </a:moveTo>
                  <a:lnTo>
                    <a:pt x="2600" y="2324"/>
                  </a:lnTo>
                  <a:lnTo>
                    <a:pt x="2724" y="2324"/>
                  </a:lnTo>
                  <a:lnTo>
                    <a:pt x="2724" y="2200"/>
                  </a:lnTo>
                  <a:close/>
                  <a:moveTo>
                    <a:pt x="2000" y="2200"/>
                  </a:moveTo>
                  <a:lnTo>
                    <a:pt x="2000" y="2324"/>
                  </a:lnTo>
                  <a:lnTo>
                    <a:pt x="2074" y="2324"/>
                  </a:lnTo>
                  <a:lnTo>
                    <a:pt x="2100" y="2424"/>
                  </a:lnTo>
                  <a:lnTo>
                    <a:pt x="2224" y="2424"/>
                  </a:lnTo>
                  <a:lnTo>
                    <a:pt x="2224" y="2200"/>
                  </a:lnTo>
                  <a:close/>
                  <a:moveTo>
                    <a:pt x="1124" y="2200"/>
                  </a:moveTo>
                  <a:lnTo>
                    <a:pt x="1000" y="2200"/>
                  </a:lnTo>
                  <a:lnTo>
                    <a:pt x="1000" y="2274"/>
                  </a:lnTo>
                  <a:lnTo>
                    <a:pt x="900" y="2300"/>
                  </a:lnTo>
                  <a:lnTo>
                    <a:pt x="900" y="2424"/>
                  </a:lnTo>
                  <a:lnTo>
                    <a:pt x="1024" y="2424"/>
                  </a:lnTo>
                  <a:lnTo>
                    <a:pt x="1024" y="2350"/>
                  </a:lnTo>
                  <a:lnTo>
                    <a:pt x="1124" y="2324"/>
                  </a:lnTo>
                  <a:close/>
                  <a:moveTo>
                    <a:pt x="600" y="2100"/>
                  </a:moveTo>
                  <a:lnTo>
                    <a:pt x="600" y="3224"/>
                  </a:lnTo>
                  <a:lnTo>
                    <a:pt x="724" y="3224"/>
                  </a:lnTo>
                  <a:lnTo>
                    <a:pt x="724" y="2100"/>
                  </a:lnTo>
                  <a:close/>
                  <a:moveTo>
                    <a:pt x="800" y="2000"/>
                  </a:moveTo>
                  <a:lnTo>
                    <a:pt x="800" y="2124"/>
                  </a:lnTo>
                  <a:lnTo>
                    <a:pt x="924" y="2124"/>
                  </a:lnTo>
                  <a:lnTo>
                    <a:pt x="924" y="2000"/>
                  </a:lnTo>
                  <a:close/>
                  <a:moveTo>
                    <a:pt x="2800" y="1900"/>
                  </a:moveTo>
                  <a:lnTo>
                    <a:pt x="2800" y="2224"/>
                  </a:lnTo>
                  <a:lnTo>
                    <a:pt x="2924" y="2224"/>
                  </a:lnTo>
                  <a:lnTo>
                    <a:pt x="2924" y="1900"/>
                  </a:lnTo>
                  <a:close/>
                  <a:moveTo>
                    <a:pt x="1000" y="1800"/>
                  </a:moveTo>
                  <a:lnTo>
                    <a:pt x="1000" y="1924"/>
                  </a:lnTo>
                  <a:lnTo>
                    <a:pt x="1124" y="1924"/>
                  </a:lnTo>
                  <a:lnTo>
                    <a:pt x="1124" y="1800"/>
                  </a:lnTo>
                  <a:close/>
                  <a:moveTo>
                    <a:pt x="700" y="1800"/>
                  </a:moveTo>
                  <a:lnTo>
                    <a:pt x="700" y="1924"/>
                  </a:lnTo>
                  <a:lnTo>
                    <a:pt x="824" y="1924"/>
                  </a:lnTo>
                  <a:lnTo>
                    <a:pt x="824" y="1800"/>
                  </a:lnTo>
                  <a:close/>
                  <a:moveTo>
                    <a:pt x="2100" y="1700"/>
                  </a:moveTo>
                  <a:lnTo>
                    <a:pt x="2100" y="1824"/>
                  </a:lnTo>
                  <a:lnTo>
                    <a:pt x="2174" y="1824"/>
                  </a:lnTo>
                  <a:lnTo>
                    <a:pt x="2200" y="1924"/>
                  </a:lnTo>
                  <a:lnTo>
                    <a:pt x="2324" y="1924"/>
                  </a:lnTo>
                  <a:lnTo>
                    <a:pt x="2324" y="1800"/>
                  </a:lnTo>
                  <a:lnTo>
                    <a:pt x="2250" y="1800"/>
                  </a:lnTo>
                  <a:lnTo>
                    <a:pt x="2224" y="1700"/>
                  </a:lnTo>
                  <a:close/>
                  <a:moveTo>
                    <a:pt x="1700" y="1600"/>
                  </a:moveTo>
                  <a:lnTo>
                    <a:pt x="1700" y="1724"/>
                  </a:lnTo>
                  <a:lnTo>
                    <a:pt x="2024" y="1724"/>
                  </a:lnTo>
                  <a:lnTo>
                    <a:pt x="2024" y="1600"/>
                  </a:lnTo>
                  <a:close/>
                  <a:moveTo>
                    <a:pt x="1500" y="1600"/>
                  </a:moveTo>
                  <a:lnTo>
                    <a:pt x="1500" y="1724"/>
                  </a:lnTo>
                  <a:lnTo>
                    <a:pt x="1624" y="1724"/>
                  </a:lnTo>
                  <a:lnTo>
                    <a:pt x="1624" y="1600"/>
                  </a:lnTo>
                  <a:close/>
                  <a:moveTo>
                    <a:pt x="1000" y="1600"/>
                  </a:moveTo>
                  <a:lnTo>
                    <a:pt x="1000" y="1724"/>
                  </a:lnTo>
                  <a:lnTo>
                    <a:pt x="1324" y="1724"/>
                  </a:lnTo>
                  <a:lnTo>
                    <a:pt x="1324" y="1600"/>
                  </a:lnTo>
                  <a:close/>
                  <a:moveTo>
                    <a:pt x="2000" y="1200"/>
                  </a:moveTo>
                  <a:lnTo>
                    <a:pt x="2000" y="1324"/>
                  </a:lnTo>
                  <a:lnTo>
                    <a:pt x="2124" y="1324"/>
                  </a:lnTo>
                  <a:lnTo>
                    <a:pt x="2124" y="1200"/>
                  </a:lnTo>
                  <a:close/>
                  <a:moveTo>
                    <a:pt x="1100" y="1200"/>
                  </a:moveTo>
                  <a:lnTo>
                    <a:pt x="1100" y="1324"/>
                  </a:lnTo>
                  <a:lnTo>
                    <a:pt x="1224" y="1324"/>
                  </a:lnTo>
                  <a:lnTo>
                    <a:pt x="1224" y="1200"/>
                  </a:lnTo>
                  <a:close/>
                  <a:moveTo>
                    <a:pt x="2100" y="1000"/>
                  </a:moveTo>
                  <a:lnTo>
                    <a:pt x="2100" y="1124"/>
                  </a:lnTo>
                  <a:lnTo>
                    <a:pt x="2224" y="1124"/>
                  </a:lnTo>
                  <a:lnTo>
                    <a:pt x="2224" y="1000"/>
                  </a:lnTo>
                  <a:close/>
                  <a:moveTo>
                    <a:pt x="1000" y="1000"/>
                  </a:moveTo>
                  <a:lnTo>
                    <a:pt x="1000" y="1124"/>
                  </a:lnTo>
                  <a:lnTo>
                    <a:pt x="1124" y="1124"/>
                  </a:lnTo>
                  <a:lnTo>
                    <a:pt x="1124" y="1000"/>
                  </a:lnTo>
                  <a:close/>
                  <a:moveTo>
                    <a:pt x="2300" y="800"/>
                  </a:moveTo>
                  <a:lnTo>
                    <a:pt x="2300" y="924"/>
                  </a:lnTo>
                  <a:lnTo>
                    <a:pt x="2424" y="924"/>
                  </a:lnTo>
                  <a:lnTo>
                    <a:pt x="2424" y="800"/>
                  </a:lnTo>
                  <a:close/>
                  <a:moveTo>
                    <a:pt x="800" y="800"/>
                  </a:moveTo>
                  <a:lnTo>
                    <a:pt x="800" y="924"/>
                  </a:lnTo>
                  <a:lnTo>
                    <a:pt x="924" y="924"/>
                  </a:lnTo>
                  <a:lnTo>
                    <a:pt x="924" y="800"/>
                  </a:lnTo>
                  <a:close/>
                  <a:moveTo>
                    <a:pt x="2500" y="500"/>
                  </a:moveTo>
                  <a:lnTo>
                    <a:pt x="2500" y="724"/>
                  </a:lnTo>
                  <a:lnTo>
                    <a:pt x="2724" y="724"/>
                  </a:lnTo>
                  <a:lnTo>
                    <a:pt x="2724" y="600"/>
                  </a:lnTo>
                  <a:lnTo>
                    <a:pt x="2650" y="600"/>
                  </a:lnTo>
                  <a:lnTo>
                    <a:pt x="2624" y="500"/>
                  </a:lnTo>
                  <a:close/>
                  <a:moveTo>
                    <a:pt x="2100" y="500"/>
                  </a:moveTo>
                  <a:lnTo>
                    <a:pt x="2100" y="624"/>
                  </a:lnTo>
                  <a:lnTo>
                    <a:pt x="2224" y="624"/>
                  </a:lnTo>
                  <a:lnTo>
                    <a:pt x="2224" y="500"/>
                  </a:lnTo>
                  <a:close/>
                  <a:moveTo>
                    <a:pt x="600" y="500"/>
                  </a:moveTo>
                  <a:lnTo>
                    <a:pt x="600" y="624"/>
                  </a:lnTo>
                  <a:lnTo>
                    <a:pt x="724" y="624"/>
                  </a:lnTo>
                  <a:lnTo>
                    <a:pt x="724" y="500"/>
                  </a:lnTo>
                  <a:close/>
                  <a:moveTo>
                    <a:pt x="400" y="300"/>
                  </a:moveTo>
                  <a:lnTo>
                    <a:pt x="400" y="424"/>
                  </a:lnTo>
                  <a:lnTo>
                    <a:pt x="524" y="424"/>
                  </a:lnTo>
                  <a:lnTo>
                    <a:pt x="524" y="300"/>
                  </a:lnTo>
                  <a:close/>
                  <a:moveTo>
                    <a:pt x="2200" y="200"/>
                  </a:moveTo>
                  <a:lnTo>
                    <a:pt x="2200" y="324"/>
                  </a:lnTo>
                  <a:lnTo>
                    <a:pt x="2324" y="324"/>
                  </a:lnTo>
                  <a:lnTo>
                    <a:pt x="2324" y="200"/>
                  </a:lnTo>
                  <a:close/>
                  <a:moveTo>
                    <a:pt x="600" y="200"/>
                  </a:moveTo>
                  <a:lnTo>
                    <a:pt x="600" y="324"/>
                  </a:lnTo>
                  <a:lnTo>
                    <a:pt x="724" y="324"/>
                  </a:lnTo>
                  <a:lnTo>
                    <a:pt x="724" y="200"/>
                  </a:lnTo>
                  <a:close/>
                  <a:moveTo>
                    <a:pt x="2200" y="0"/>
                  </a:moveTo>
                  <a:lnTo>
                    <a:pt x="2200" y="124"/>
                  </a:lnTo>
                  <a:lnTo>
                    <a:pt x="2324" y="12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B7C4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8" name="Pipeline robot icon color 4"/>
            <p:cNvSpPr/>
            <p:nvPr/>
          </p:nvSpPr>
          <p:spPr>
            <a:xfrm>
              <a:off x="3048427" y="4593763"/>
              <a:ext cx="349667" cy="386243"/>
            </a:xfrm>
            <a:custGeom>
              <a:avLst/>
              <a:gdLst/>
              <a:ahLst/>
              <a:cxnLst/>
              <a:rect l="l" t="t" r="r" b="b"/>
              <a:pathLst>
                <a:path w="3824" h="4224">
                  <a:moveTo>
                    <a:pt x="2300" y="4100"/>
                  </a:moveTo>
                  <a:lnTo>
                    <a:pt x="2300" y="4224"/>
                  </a:lnTo>
                  <a:lnTo>
                    <a:pt x="3824" y="4224"/>
                  </a:lnTo>
                  <a:lnTo>
                    <a:pt x="3824" y="4100"/>
                  </a:lnTo>
                  <a:close/>
                  <a:moveTo>
                    <a:pt x="1300" y="4100"/>
                  </a:moveTo>
                  <a:lnTo>
                    <a:pt x="1300" y="4224"/>
                  </a:lnTo>
                  <a:lnTo>
                    <a:pt x="1424" y="4224"/>
                  </a:lnTo>
                  <a:lnTo>
                    <a:pt x="1424" y="4100"/>
                  </a:lnTo>
                  <a:close/>
                  <a:moveTo>
                    <a:pt x="0" y="4100"/>
                  </a:moveTo>
                  <a:lnTo>
                    <a:pt x="0" y="4224"/>
                  </a:lnTo>
                  <a:lnTo>
                    <a:pt x="1224" y="4224"/>
                  </a:lnTo>
                  <a:lnTo>
                    <a:pt x="1224" y="4100"/>
                  </a:lnTo>
                  <a:close/>
                  <a:moveTo>
                    <a:pt x="2200" y="3900"/>
                  </a:moveTo>
                  <a:lnTo>
                    <a:pt x="2200" y="4024"/>
                  </a:lnTo>
                  <a:lnTo>
                    <a:pt x="2324" y="4024"/>
                  </a:lnTo>
                  <a:lnTo>
                    <a:pt x="2324" y="3900"/>
                  </a:lnTo>
                  <a:close/>
                  <a:moveTo>
                    <a:pt x="1000" y="3900"/>
                  </a:moveTo>
                  <a:lnTo>
                    <a:pt x="1000" y="4024"/>
                  </a:lnTo>
                  <a:lnTo>
                    <a:pt x="1124" y="4024"/>
                  </a:lnTo>
                  <a:lnTo>
                    <a:pt x="1124" y="3900"/>
                  </a:lnTo>
                  <a:close/>
                  <a:moveTo>
                    <a:pt x="1500" y="3800"/>
                  </a:moveTo>
                  <a:lnTo>
                    <a:pt x="1500" y="3924"/>
                  </a:lnTo>
                  <a:lnTo>
                    <a:pt x="1824" y="3924"/>
                  </a:lnTo>
                  <a:lnTo>
                    <a:pt x="1824" y="3800"/>
                  </a:lnTo>
                  <a:close/>
                  <a:moveTo>
                    <a:pt x="2600" y="3600"/>
                  </a:moveTo>
                  <a:lnTo>
                    <a:pt x="2600" y="3724"/>
                  </a:lnTo>
                  <a:lnTo>
                    <a:pt x="2724" y="3724"/>
                  </a:lnTo>
                  <a:lnTo>
                    <a:pt x="2724" y="3600"/>
                  </a:lnTo>
                  <a:close/>
                  <a:moveTo>
                    <a:pt x="1800" y="3300"/>
                  </a:moveTo>
                  <a:lnTo>
                    <a:pt x="1800" y="3424"/>
                  </a:lnTo>
                  <a:lnTo>
                    <a:pt x="1924" y="3424"/>
                  </a:lnTo>
                  <a:lnTo>
                    <a:pt x="1924" y="3300"/>
                  </a:lnTo>
                  <a:close/>
                  <a:moveTo>
                    <a:pt x="500" y="3200"/>
                  </a:moveTo>
                  <a:lnTo>
                    <a:pt x="500" y="3324"/>
                  </a:lnTo>
                  <a:lnTo>
                    <a:pt x="624" y="3324"/>
                  </a:lnTo>
                  <a:lnTo>
                    <a:pt x="624" y="3200"/>
                  </a:lnTo>
                  <a:close/>
                  <a:moveTo>
                    <a:pt x="2700" y="3100"/>
                  </a:moveTo>
                  <a:lnTo>
                    <a:pt x="2700" y="3224"/>
                  </a:lnTo>
                  <a:lnTo>
                    <a:pt x="2824" y="3224"/>
                  </a:lnTo>
                  <a:lnTo>
                    <a:pt x="2824" y="3100"/>
                  </a:lnTo>
                  <a:close/>
                  <a:moveTo>
                    <a:pt x="700" y="3100"/>
                  </a:moveTo>
                  <a:lnTo>
                    <a:pt x="700" y="3224"/>
                  </a:lnTo>
                  <a:lnTo>
                    <a:pt x="824" y="3224"/>
                  </a:lnTo>
                  <a:lnTo>
                    <a:pt x="824" y="3100"/>
                  </a:lnTo>
                  <a:close/>
                  <a:moveTo>
                    <a:pt x="624" y="2900"/>
                  </a:moveTo>
                  <a:lnTo>
                    <a:pt x="300" y="2900"/>
                  </a:lnTo>
                  <a:lnTo>
                    <a:pt x="300" y="3224"/>
                  </a:lnTo>
                  <a:lnTo>
                    <a:pt x="424" y="3224"/>
                  </a:lnTo>
                  <a:lnTo>
                    <a:pt x="424" y="3050"/>
                  </a:lnTo>
                  <a:lnTo>
                    <a:pt x="450" y="3024"/>
                  </a:lnTo>
                  <a:lnTo>
                    <a:pt x="624" y="3024"/>
                  </a:lnTo>
                  <a:close/>
                  <a:moveTo>
                    <a:pt x="2000" y="2800"/>
                  </a:moveTo>
                  <a:lnTo>
                    <a:pt x="2000" y="2924"/>
                  </a:lnTo>
                  <a:lnTo>
                    <a:pt x="2124" y="2924"/>
                  </a:lnTo>
                  <a:lnTo>
                    <a:pt x="2124" y="2800"/>
                  </a:lnTo>
                  <a:close/>
                  <a:moveTo>
                    <a:pt x="700" y="2800"/>
                  </a:moveTo>
                  <a:lnTo>
                    <a:pt x="700" y="2924"/>
                  </a:lnTo>
                  <a:lnTo>
                    <a:pt x="824" y="2924"/>
                  </a:lnTo>
                  <a:lnTo>
                    <a:pt x="824" y="2800"/>
                  </a:lnTo>
                  <a:close/>
                  <a:moveTo>
                    <a:pt x="1600" y="2700"/>
                  </a:moveTo>
                  <a:lnTo>
                    <a:pt x="1600" y="2824"/>
                  </a:lnTo>
                  <a:lnTo>
                    <a:pt x="1824" y="2824"/>
                  </a:lnTo>
                  <a:lnTo>
                    <a:pt x="1824" y="2700"/>
                  </a:lnTo>
                  <a:close/>
                  <a:moveTo>
                    <a:pt x="3124" y="2700"/>
                  </a:moveTo>
                  <a:lnTo>
                    <a:pt x="2950" y="2700"/>
                  </a:lnTo>
                  <a:lnTo>
                    <a:pt x="2924" y="2600"/>
                  </a:lnTo>
                  <a:lnTo>
                    <a:pt x="2800" y="2600"/>
                  </a:lnTo>
                  <a:lnTo>
                    <a:pt x="2800" y="2774"/>
                  </a:lnTo>
                  <a:lnTo>
                    <a:pt x="2700" y="2800"/>
                  </a:lnTo>
                  <a:lnTo>
                    <a:pt x="2700" y="3024"/>
                  </a:lnTo>
                  <a:lnTo>
                    <a:pt x="2824" y="3024"/>
                  </a:lnTo>
                  <a:lnTo>
                    <a:pt x="2824" y="2850"/>
                  </a:lnTo>
                  <a:lnTo>
                    <a:pt x="2850" y="2824"/>
                  </a:lnTo>
                  <a:lnTo>
                    <a:pt x="3124" y="2824"/>
                  </a:lnTo>
                  <a:close/>
                  <a:moveTo>
                    <a:pt x="200" y="2600"/>
                  </a:moveTo>
                  <a:lnTo>
                    <a:pt x="200" y="2724"/>
                  </a:lnTo>
                  <a:lnTo>
                    <a:pt x="324" y="2724"/>
                  </a:lnTo>
                  <a:lnTo>
                    <a:pt x="324" y="2600"/>
                  </a:lnTo>
                  <a:close/>
                  <a:moveTo>
                    <a:pt x="3100" y="2300"/>
                  </a:moveTo>
                  <a:lnTo>
                    <a:pt x="3100" y="2424"/>
                  </a:lnTo>
                  <a:lnTo>
                    <a:pt x="3224" y="2424"/>
                  </a:lnTo>
                  <a:lnTo>
                    <a:pt x="3224" y="2300"/>
                  </a:lnTo>
                  <a:close/>
                  <a:moveTo>
                    <a:pt x="2600" y="2300"/>
                  </a:moveTo>
                  <a:lnTo>
                    <a:pt x="2600" y="2424"/>
                  </a:lnTo>
                  <a:lnTo>
                    <a:pt x="2724" y="2424"/>
                  </a:lnTo>
                  <a:lnTo>
                    <a:pt x="2724" y="2300"/>
                  </a:lnTo>
                  <a:close/>
                  <a:moveTo>
                    <a:pt x="1300" y="2300"/>
                  </a:moveTo>
                  <a:lnTo>
                    <a:pt x="1300" y="2424"/>
                  </a:lnTo>
                  <a:lnTo>
                    <a:pt x="1424" y="2424"/>
                  </a:lnTo>
                  <a:lnTo>
                    <a:pt x="1424" y="2300"/>
                  </a:lnTo>
                  <a:close/>
                  <a:moveTo>
                    <a:pt x="1700" y="2200"/>
                  </a:moveTo>
                  <a:lnTo>
                    <a:pt x="1700" y="2324"/>
                  </a:lnTo>
                  <a:lnTo>
                    <a:pt x="1824" y="2324"/>
                  </a:lnTo>
                  <a:lnTo>
                    <a:pt x="1824" y="2200"/>
                  </a:lnTo>
                  <a:close/>
                  <a:moveTo>
                    <a:pt x="1700" y="2000"/>
                  </a:moveTo>
                  <a:lnTo>
                    <a:pt x="1700" y="2124"/>
                  </a:lnTo>
                  <a:lnTo>
                    <a:pt x="1824" y="2124"/>
                  </a:lnTo>
                  <a:lnTo>
                    <a:pt x="1824" y="2000"/>
                  </a:lnTo>
                  <a:close/>
                  <a:moveTo>
                    <a:pt x="3100" y="1800"/>
                  </a:moveTo>
                  <a:lnTo>
                    <a:pt x="3100" y="1924"/>
                  </a:lnTo>
                  <a:lnTo>
                    <a:pt x="3224" y="1924"/>
                  </a:lnTo>
                  <a:lnTo>
                    <a:pt x="3224" y="1800"/>
                  </a:lnTo>
                  <a:close/>
                  <a:moveTo>
                    <a:pt x="3500" y="1700"/>
                  </a:moveTo>
                  <a:lnTo>
                    <a:pt x="3500" y="2524"/>
                  </a:lnTo>
                  <a:lnTo>
                    <a:pt x="3624" y="2524"/>
                  </a:lnTo>
                  <a:lnTo>
                    <a:pt x="3624" y="1700"/>
                  </a:lnTo>
                  <a:close/>
                  <a:moveTo>
                    <a:pt x="2424" y="1700"/>
                  </a:moveTo>
                  <a:lnTo>
                    <a:pt x="2300" y="1700"/>
                  </a:lnTo>
                  <a:lnTo>
                    <a:pt x="2300" y="1774"/>
                  </a:lnTo>
                  <a:lnTo>
                    <a:pt x="2200" y="1800"/>
                  </a:lnTo>
                  <a:lnTo>
                    <a:pt x="2200" y="2224"/>
                  </a:lnTo>
                  <a:lnTo>
                    <a:pt x="2324" y="2224"/>
                  </a:lnTo>
                  <a:lnTo>
                    <a:pt x="2324" y="1850"/>
                  </a:lnTo>
                  <a:lnTo>
                    <a:pt x="2424" y="1824"/>
                  </a:lnTo>
                  <a:close/>
                  <a:moveTo>
                    <a:pt x="1200" y="1700"/>
                  </a:moveTo>
                  <a:lnTo>
                    <a:pt x="1200" y="1824"/>
                  </a:lnTo>
                  <a:lnTo>
                    <a:pt x="1324" y="1824"/>
                  </a:lnTo>
                  <a:lnTo>
                    <a:pt x="1324" y="1700"/>
                  </a:lnTo>
                  <a:close/>
                  <a:moveTo>
                    <a:pt x="700" y="1700"/>
                  </a:moveTo>
                  <a:lnTo>
                    <a:pt x="700" y="1824"/>
                  </a:lnTo>
                  <a:lnTo>
                    <a:pt x="824" y="1824"/>
                  </a:lnTo>
                  <a:lnTo>
                    <a:pt x="824" y="1700"/>
                  </a:lnTo>
                  <a:close/>
                  <a:moveTo>
                    <a:pt x="300" y="1700"/>
                  </a:moveTo>
                  <a:lnTo>
                    <a:pt x="300" y="1824"/>
                  </a:lnTo>
                  <a:lnTo>
                    <a:pt x="424" y="1824"/>
                  </a:lnTo>
                  <a:lnTo>
                    <a:pt x="424" y="1700"/>
                  </a:lnTo>
                  <a:close/>
                  <a:moveTo>
                    <a:pt x="3200" y="1400"/>
                  </a:moveTo>
                  <a:lnTo>
                    <a:pt x="3200" y="1524"/>
                  </a:lnTo>
                  <a:lnTo>
                    <a:pt x="3324" y="1524"/>
                  </a:lnTo>
                  <a:lnTo>
                    <a:pt x="3324" y="1400"/>
                  </a:lnTo>
                  <a:close/>
                  <a:moveTo>
                    <a:pt x="3000" y="1400"/>
                  </a:moveTo>
                  <a:lnTo>
                    <a:pt x="3000" y="1524"/>
                  </a:lnTo>
                  <a:lnTo>
                    <a:pt x="3124" y="1524"/>
                  </a:lnTo>
                  <a:lnTo>
                    <a:pt x="3124" y="1400"/>
                  </a:lnTo>
                  <a:close/>
                  <a:moveTo>
                    <a:pt x="2800" y="1400"/>
                  </a:moveTo>
                  <a:lnTo>
                    <a:pt x="2800" y="1524"/>
                  </a:lnTo>
                  <a:lnTo>
                    <a:pt x="2924" y="1524"/>
                  </a:lnTo>
                  <a:lnTo>
                    <a:pt x="2924" y="1400"/>
                  </a:lnTo>
                  <a:close/>
                  <a:moveTo>
                    <a:pt x="700" y="1400"/>
                  </a:moveTo>
                  <a:lnTo>
                    <a:pt x="700" y="1524"/>
                  </a:lnTo>
                  <a:lnTo>
                    <a:pt x="824" y="1524"/>
                  </a:lnTo>
                  <a:lnTo>
                    <a:pt x="824" y="1400"/>
                  </a:lnTo>
                  <a:close/>
                  <a:moveTo>
                    <a:pt x="500" y="1400"/>
                  </a:moveTo>
                  <a:lnTo>
                    <a:pt x="500" y="1524"/>
                  </a:lnTo>
                  <a:lnTo>
                    <a:pt x="624" y="1524"/>
                  </a:lnTo>
                  <a:lnTo>
                    <a:pt x="624" y="1400"/>
                  </a:lnTo>
                  <a:close/>
                  <a:moveTo>
                    <a:pt x="2600" y="1300"/>
                  </a:moveTo>
                  <a:lnTo>
                    <a:pt x="2600" y="1424"/>
                  </a:lnTo>
                  <a:lnTo>
                    <a:pt x="2724" y="1424"/>
                  </a:lnTo>
                  <a:lnTo>
                    <a:pt x="2724" y="1300"/>
                  </a:lnTo>
                  <a:close/>
                  <a:moveTo>
                    <a:pt x="2400" y="1300"/>
                  </a:moveTo>
                  <a:lnTo>
                    <a:pt x="2400" y="1424"/>
                  </a:lnTo>
                  <a:lnTo>
                    <a:pt x="2524" y="1424"/>
                  </a:lnTo>
                  <a:lnTo>
                    <a:pt x="2524" y="1300"/>
                  </a:lnTo>
                  <a:close/>
                  <a:moveTo>
                    <a:pt x="1100" y="1300"/>
                  </a:moveTo>
                  <a:lnTo>
                    <a:pt x="1100" y="1424"/>
                  </a:lnTo>
                  <a:lnTo>
                    <a:pt x="1324" y="1424"/>
                  </a:lnTo>
                  <a:lnTo>
                    <a:pt x="1324" y="1300"/>
                  </a:lnTo>
                  <a:close/>
                  <a:moveTo>
                    <a:pt x="2100" y="1200"/>
                  </a:moveTo>
                  <a:lnTo>
                    <a:pt x="21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1000" y="900"/>
                  </a:moveTo>
                  <a:lnTo>
                    <a:pt x="1000" y="1024"/>
                  </a:lnTo>
                  <a:lnTo>
                    <a:pt x="1124" y="1024"/>
                  </a:lnTo>
                  <a:lnTo>
                    <a:pt x="1124" y="900"/>
                  </a:lnTo>
                  <a:close/>
                  <a:moveTo>
                    <a:pt x="2900" y="700"/>
                  </a:moveTo>
                  <a:lnTo>
                    <a:pt x="2900" y="824"/>
                  </a:lnTo>
                  <a:lnTo>
                    <a:pt x="3024" y="824"/>
                  </a:lnTo>
                  <a:lnTo>
                    <a:pt x="3024" y="700"/>
                  </a:lnTo>
                  <a:close/>
                  <a:moveTo>
                    <a:pt x="700" y="700"/>
                  </a:moveTo>
                  <a:lnTo>
                    <a:pt x="700" y="824"/>
                  </a:lnTo>
                  <a:lnTo>
                    <a:pt x="824" y="824"/>
                  </a:lnTo>
                  <a:lnTo>
                    <a:pt x="824" y="700"/>
                  </a:lnTo>
                  <a:close/>
                  <a:moveTo>
                    <a:pt x="2200" y="600"/>
                  </a:moveTo>
                  <a:lnTo>
                    <a:pt x="2200" y="724"/>
                  </a:lnTo>
                  <a:lnTo>
                    <a:pt x="2324" y="724"/>
                  </a:lnTo>
                  <a:lnTo>
                    <a:pt x="2324" y="600"/>
                  </a:lnTo>
                  <a:close/>
                  <a:moveTo>
                    <a:pt x="1500" y="600"/>
                  </a:moveTo>
                  <a:lnTo>
                    <a:pt x="1500" y="724"/>
                  </a:lnTo>
                  <a:lnTo>
                    <a:pt x="1624" y="724"/>
                  </a:lnTo>
                  <a:lnTo>
                    <a:pt x="1624" y="600"/>
                  </a:lnTo>
                  <a:close/>
                  <a:moveTo>
                    <a:pt x="700" y="500"/>
                  </a:moveTo>
                  <a:lnTo>
                    <a:pt x="700" y="624"/>
                  </a:lnTo>
                  <a:lnTo>
                    <a:pt x="824" y="624"/>
                  </a:lnTo>
                  <a:lnTo>
                    <a:pt x="824" y="500"/>
                  </a:lnTo>
                  <a:close/>
                  <a:moveTo>
                    <a:pt x="800" y="300"/>
                  </a:moveTo>
                  <a:lnTo>
                    <a:pt x="800" y="424"/>
                  </a:lnTo>
                  <a:lnTo>
                    <a:pt x="924" y="424"/>
                  </a:lnTo>
                  <a:lnTo>
                    <a:pt x="924" y="300"/>
                  </a:lnTo>
                  <a:close/>
                  <a:moveTo>
                    <a:pt x="1100" y="200"/>
                  </a:moveTo>
                  <a:lnTo>
                    <a:pt x="1100" y="324"/>
                  </a:lnTo>
                  <a:lnTo>
                    <a:pt x="1224" y="324"/>
                  </a:lnTo>
                  <a:lnTo>
                    <a:pt x="1224" y="200"/>
                  </a:lnTo>
                  <a:close/>
                  <a:moveTo>
                    <a:pt x="2300" y="0"/>
                  </a:moveTo>
                  <a:lnTo>
                    <a:pt x="2300" y="124"/>
                  </a:lnTo>
                  <a:lnTo>
                    <a:pt x="2424" y="124"/>
                  </a:lnTo>
                  <a:lnTo>
                    <a:pt x="2424" y="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425E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9" name="Pipeline robot icon color 5"/>
            <p:cNvSpPr/>
            <p:nvPr/>
          </p:nvSpPr>
          <p:spPr>
            <a:xfrm>
              <a:off x="3066715" y="4602907"/>
              <a:ext cx="276515" cy="294803"/>
            </a:xfrm>
            <a:custGeom>
              <a:avLst/>
              <a:gdLst/>
              <a:ahLst/>
              <a:cxnLst/>
              <a:rect l="l" t="t" r="r" b="b"/>
              <a:pathLst>
                <a:path w="3024" h="3224">
                  <a:moveTo>
                    <a:pt x="2600" y="3100"/>
                  </a:moveTo>
                  <a:lnTo>
                    <a:pt x="2600" y="3224"/>
                  </a:lnTo>
                  <a:lnTo>
                    <a:pt x="2824" y="3224"/>
                  </a:lnTo>
                  <a:lnTo>
                    <a:pt x="2824" y="3100"/>
                  </a:lnTo>
                  <a:close/>
                  <a:moveTo>
                    <a:pt x="0" y="2800"/>
                  </a:moveTo>
                  <a:lnTo>
                    <a:pt x="0" y="2924"/>
                  </a:lnTo>
                  <a:lnTo>
                    <a:pt x="124" y="2924"/>
                  </a:lnTo>
                  <a:lnTo>
                    <a:pt x="124" y="2800"/>
                  </a:lnTo>
                  <a:close/>
                  <a:moveTo>
                    <a:pt x="2800" y="2700"/>
                  </a:moveTo>
                  <a:lnTo>
                    <a:pt x="2800" y="2824"/>
                  </a:lnTo>
                  <a:lnTo>
                    <a:pt x="2924" y="2824"/>
                  </a:lnTo>
                  <a:lnTo>
                    <a:pt x="2924" y="2700"/>
                  </a:lnTo>
                  <a:close/>
                  <a:moveTo>
                    <a:pt x="1600" y="2700"/>
                  </a:moveTo>
                  <a:lnTo>
                    <a:pt x="1600" y="2824"/>
                  </a:lnTo>
                  <a:lnTo>
                    <a:pt x="1724" y="2824"/>
                  </a:lnTo>
                  <a:lnTo>
                    <a:pt x="1724" y="2700"/>
                  </a:lnTo>
                  <a:close/>
                  <a:moveTo>
                    <a:pt x="2800" y="1200"/>
                  </a:moveTo>
                  <a:lnTo>
                    <a:pt x="2800" y="1324"/>
                  </a:lnTo>
                  <a:lnTo>
                    <a:pt x="2924" y="1324"/>
                  </a:lnTo>
                  <a:lnTo>
                    <a:pt x="2924" y="1200"/>
                  </a:lnTo>
                  <a:close/>
                  <a:moveTo>
                    <a:pt x="500" y="1200"/>
                  </a:moveTo>
                  <a:lnTo>
                    <a:pt x="500" y="1324"/>
                  </a:lnTo>
                  <a:lnTo>
                    <a:pt x="624" y="1324"/>
                  </a:lnTo>
                  <a:lnTo>
                    <a:pt x="624" y="1200"/>
                  </a:lnTo>
                  <a:close/>
                  <a:moveTo>
                    <a:pt x="1100" y="1100"/>
                  </a:moveTo>
                  <a:lnTo>
                    <a:pt x="1100" y="1224"/>
                  </a:lnTo>
                  <a:lnTo>
                    <a:pt x="1224" y="1224"/>
                  </a:lnTo>
                  <a:lnTo>
                    <a:pt x="1224" y="1100"/>
                  </a:lnTo>
                  <a:close/>
                  <a:moveTo>
                    <a:pt x="2600" y="800"/>
                  </a:moveTo>
                  <a:lnTo>
                    <a:pt x="2600" y="924"/>
                  </a:lnTo>
                  <a:lnTo>
                    <a:pt x="2724" y="924"/>
                  </a:lnTo>
                  <a:lnTo>
                    <a:pt x="2724" y="800"/>
                  </a:lnTo>
                  <a:close/>
                  <a:moveTo>
                    <a:pt x="3024" y="600"/>
                  </a:moveTo>
                  <a:lnTo>
                    <a:pt x="2900" y="600"/>
                  </a:lnTo>
                  <a:lnTo>
                    <a:pt x="2900" y="674"/>
                  </a:lnTo>
                  <a:lnTo>
                    <a:pt x="2800" y="700"/>
                  </a:lnTo>
                  <a:lnTo>
                    <a:pt x="2800" y="824"/>
                  </a:lnTo>
                  <a:lnTo>
                    <a:pt x="2924" y="824"/>
                  </a:lnTo>
                  <a:lnTo>
                    <a:pt x="2924" y="750"/>
                  </a:lnTo>
                  <a:lnTo>
                    <a:pt x="3024" y="724"/>
                  </a:lnTo>
                  <a:close/>
                  <a:moveTo>
                    <a:pt x="400" y="600"/>
                  </a:moveTo>
                  <a:lnTo>
                    <a:pt x="400" y="724"/>
                  </a:lnTo>
                  <a:lnTo>
                    <a:pt x="524" y="724"/>
                  </a:lnTo>
                  <a:lnTo>
                    <a:pt x="524" y="600"/>
                  </a:lnTo>
                  <a:close/>
                  <a:moveTo>
                    <a:pt x="600" y="100"/>
                  </a:moveTo>
                  <a:lnTo>
                    <a:pt x="600" y="224"/>
                  </a:lnTo>
                  <a:lnTo>
                    <a:pt x="724" y="224"/>
                  </a:lnTo>
                  <a:lnTo>
                    <a:pt x="724" y="100"/>
                  </a:lnTo>
                  <a:close/>
                  <a:moveTo>
                    <a:pt x="2500" y="0"/>
                  </a:moveTo>
                  <a:lnTo>
                    <a:pt x="2500" y="124"/>
                  </a:lnTo>
                  <a:lnTo>
                    <a:pt x="2624" y="124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E8DD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0" name="Pipeline robot icon color 6"/>
            <p:cNvSpPr/>
            <p:nvPr/>
          </p:nvSpPr>
          <p:spPr>
            <a:xfrm>
              <a:off x="3094147" y="4593763"/>
              <a:ext cx="276515" cy="395387"/>
            </a:xfrm>
            <a:custGeom>
              <a:avLst/>
              <a:gdLst/>
              <a:ahLst/>
              <a:cxnLst/>
              <a:rect l="l" t="t" r="r" b="b"/>
              <a:pathLst>
                <a:path w="3024" h="4324">
                  <a:moveTo>
                    <a:pt x="900" y="4200"/>
                  </a:moveTo>
                  <a:lnTo>
                    <a:pt x="900" y="4324"/>
                  </a:lnTo>
                  <a:lnTo>
                    <a:pt x="1024" y="4324"/>
                  </a:lnTo>
                  <a:lnTo>
                    <a:pt x="1024" y="4200"/>
                  </a:lnTo>
                  <a:close/>
                  <a:moveTo>
                    <a:pt x="1724" y="4100"/>
                  </a:moveTo>
                  <a:lnTo>
                    <a:pt x="1600" y="4100"/>
                  </a:lnTo>
                  <a:lnTo>
                    <a:pt x="1600" y="4174"/>
                  </a:lnTo>
                  <a:lnTo>
                    <a:pt x="1500" y="4200"/>
                  </a:lnTo>
                  <a:lnTo>
                    <a:pt x="1500" y="4324"/>
                  </a:lnTo>
                  <a:lnTo>
                    <a:pt x="1624" y="4324"/>
                  </a:lnTo>
                  <a:lnTo>
                    <a:pt x="1624" y="4250"/>
                  </a:lnTo>
                  <a:lnTo>
                    <a:pt x="1724" y="4224"/>
                  </a:lnTo>
                  <a:close/>
                  <a:moveTo>
                    <a:pt x="700" y="4100"/>
                  </a:moveTo>
                  <a:lnTo>
                    <a:pt x="700" y="4324"/>
                  </a:lnTo>
                  <a:lnTo>
                    <a:pt x="824" y="4324"/>
                  </a:lnTo>
                  <a:lnTo>
                    <a:pt x="824" y="4100"/>
                  </a:lnTo>
                  <a:close/>
                  <a:moveTo>
                    <a:pt x="500" y="3700"/>
                  </a:moveTo>
                  <a:lnTo>
                    <a:pt x="500" y="3824"/>
                  </a:lnTo>
                  <a:lnTo>
                    <a:pt x="624" y="3824"/>
                  </a:lnTo>
                  <a:lnTo>
                    <a:pt x="624" y="3700"/>
                  </a:lnTo>
                  <a:close/>
                  <a:moveTo>
                    <a:pt x="1700" y="3600"/>
                  </a:moveTo>
                  <a:lnTo>
                    <a:pt x="1700" y="3724"/>
                  </a:lnTo>
                  <a:lnTo>
                    <a:pt x="1824" y="3724"/>
                  </a:lnTo>
                  <a:lnTo>
                    <a:pt x="1824" y="3600"/>
                  </a:lnTo>
                  <a:close/>
                  <a:moveTo>
                    <a:pt x="2224" y="3500"/>
                  </a:moveTo>
                  <a:lnTo>
                    <a:pt x="2100" y="3500"/>
                  </a:lnTo>
                  <a:lnTo>
                    <a:pt x="2100" y="3574"/>
                  </a:lnTo>
                  <a:lnTo>
                    <a:pt x="2000" y="3600"/>
                  </a:lnTo>
                  <a:lnTo>
                    <a:pt x="2000" y="3824"/>
                  </a:lnTo>
                  <a:lnTo>
                    <a:pt x="2124" y="3824"/>
                  </a:lnTo>
                  <a:lnTo>
                    <a:pt x="2124" y="3650"/>
                  </a:lnTo>
                  <a:lnTo>
                    <a:pt x="2224" y="3624"/>
                  </a:lnTo>
                  <a:close/>
                  <a:moveTo>
                    <a:pt x="500" y="3400"/>
                  </a:moveTo>
                  <a:lnTo>
                    <a:pt x="500" y="3524"/>
                  </a:lnTo>
                  <a:lnTo>
                    <a:pt x="624" y="3524"/>
                  </a:lnTo>
                  <a:lnTo>
                    <a:pt x="624" y="3400"/>
                  </a:lnTo>
                  <a:close/>
                  <a:moveTo>
                    <a:pt x="100" y="3200"/>
                  </a:moveTo>
                  <a:lnTo>
                    <a:pt x="100" y="3324"/>
                  </a:lnTo>
                  <a:lnTo>
                    <a:pt x="224" y="3324"/>
                  </a:lnTo>
                  <a:lnTo>
                    <a:pt x="224" y="3200"/>
                  </a:lnTo>
                  <a:close/>
                  <a:moveTo>
                    <a:pt x="1000" y="3000"/>
                  </a:moveTo>
                  <a:lnTo>
                    <a:pt x="1000" y="3074"/>
                  </a:lnTo>
                  <a:lnTo>
                    <a:pt x="900" y="3100"/>
                  </a:lnTo>
                  <a:lnTo>
                    <a:pt x="900" y="3274"/>
                  </a:lnTo>
                  <a:lnTo>
                    <a:pt x="800" y="3300"/>
                  </a:lnTo>
                  <a:lnTo>
                    <a:pt x="800" y="3424"/>
                  </a:lnTo>
                  <a:lnTo>
                    <a:pt x="874" y="3424"/>
                  </a:lnTo>
                  <a:lnTo>
                    <a:pt x="900" y="3524"/>
                  </a:lnTo>
                  <a:lnTo>
                    <a:pt x="1000" y="3550"/>
                  </a:lnTo>
                  <a:lnTo>
                    <a:pt x="1000" y="3624"/>
                  </a:lnTo>
                  <a:lnTo>
                    <a:pt x="1124" y="3624"/>
                  </a:lnTo>
                  <a:lnTo>
                    <a:pt x="1150" y="3524"/>
                  </a:lnTo>
                  <a:lnTo>
                    <a:pt x="1324" y="3524"/>
                  </a:lnTo>
                  <a:lnTo>
                    <a:pt x="1324" y="3100"/>
                  </a:lnTo>
                  <a:lnTo>
                    <a:pt x="1150" y="3100"/>
                  </a:lnTo>
                  <a:lnTo>
                    <a:pt x="1124" y="3000"/>
                  </a:lnTo>
                  <a:close/>
                  <a:moveTo>
                    <a:pt x="924" y="3350"/>
                  </a:moveTo>
                  <a:lnTo>
                    <a:pt x="1024" y="3324"/>
                  </a:lnTo>
                  <a:lnTo>
                    <a:pt x="1050" y="3224"/>
                  </a:lnTo>
                  <a:lnTo>
                    <a:pt x="1174" y="3224"/>
                  </a:lnTo>
                  <a:lnTo>
                    <a:pt x="1200" y="3250"/>
                  </a:lnTo>
                  <a:lnTo>
                    <a:pt x="1200" y="3374"/>
                  </a:lnTo>
                  <a:lnTo>
                    <a:pt x="1174" y="3400"/>
                  </a:lnTo>
                  <a:lnTo>
                    <a:pt x="950" y="3400"/>
                  </a:lnTo>
                  <a:close/>
                  <a:moveTo>
                    <a:pt x="1600" y="2800"/>
                  </a:moveTo>
                  <a:lnTo>
                    <a:pt x="1600" y="2874"/>
                  </a:lnTo>
                  <a:lnTo>
                    <a:pt x="1500" y="2900"/>
                  </a:lnTo>
                  <a:lnTo>
                    <a:pt x="1500" y="3224"/>
                  </a:lnTo>
                  <a:lnTo>
                    <a:pt x="1824" y="3224"/>
                  </a:lnTo>
                  <a:lnTo>
                    <a:pt x="1824" y="3150"/>
                  </a:lnTo>
                  <a:lnTo>
                    <a:pt x="1924" y="3124"/>
                  </a:lnTo>
                  <a:lnTo>
                    <a:pt x="1924" y="2900"/>
                  </a:lnTo>
                  <a:lnTo>
                    <a:pt x="1850" y="2900"/>
                  </a:lnTo>
                  <a:lnTo>
                    <a:pt x="1824" y="2800"/>
                  </a:lnTo>
                  <a:close/>
                  <a:moveTo>
                    <a:pt x="1624" y="2950"/>
                  </a:moveTo>
                  <a:lnTo>
                    <a:pt x="1650" y="2924"/>
                  </a:lnTo>
                  <a:lnTo>
                    <a:pt x="1774" y="2924"/>
                  </a:lnTo>
                  <a:lnTo>
                    <a:pt x="1800" y="2950"/>
                  </a:lnTo>
                  <a:lnTo>
                    <a:pt x="1800" y="3074"/>
                  </a:lnTo>
                  <a:lnTo>
                    <a:pt x="1774" y="3100"/>
                  </a:lnTo>
                  <a:lnTo>
                    <a:pt x="1650" y="3100"/>
                  </a:lnTo>
                  <a:lnTo>
                    <a:pt x="1624" y="3074"/>
                  </a:lnTo>
                  <a:close/>
                  <a:moveTo>
                    <a:pt x="100" y="2700"/>
                  </a:moveTo>
                  <a:lnTo>
                    <a:pt x="100" y="2774"/>
                  </a:lnTo>
                  <a:lnTo>
                    <a:pt x="0" y="2800"/>
                  </a:lnTo>
                  <a:lnTo>
                    <a:pt x="0" y="2924"/>
                  </a:lnTo>
                  <a:lnTo>
                    <a:pt x="74" y="2924"/>
                  </a:lnTo>
                  <a:lnTo>
                    <a:pt x="100" y="3024"/>
                  </a:lnTo>
                  <a:lnTo>
                    <a:pt x="224" y="3024"/>
                  </a:lnTo>
                  <a:lnTo>
                    <a:pt x="224" y="2900"/>
                  </a:lnTo>
                  <a:lnTo>
                    <a:pt x="124" y="2874"/>
                  </a:lnTo>
                  <a:lnTo>
                    <a:pt x="150" y="2824"/>
                  </a:lnTo>
                  <a:lnTo>
                    <a:pt x="224" y="2824"/>
                  </a:lnTo>
                  <a:lnTo>
                    <a:pt x="224" y="2700"/>
                  </a:lnTo>
                  <a:close/>
                  <a:moveTo>
                    <a:pt x="2400" y="2600"/>
                  </a:moveTo>
                  <a:lnTo>
                    <a:pt x="2400" y="2724"/>
                  </a:lnTo>
                  <a:lnTo>
                    <a:pt x="2524" y="2724"/>
                  </a:lnTo>
                  <a:lnTo>
                    <a:pt x="2524" y="2600"/>
                  </a:lnTo>
                  <a:close/>
                  <a:moveTo>
                    <a:pt x="2000" y="2600"/>
                  </a:moveTo>
                  <a:lnTo>
                    <a:pt x="2000" y="2724"/>
                  </a:lnTo>
                  <a:lnTo>
                    <a:pt x="2074" y="2724"/>
                  </a:lnTo>
                  <a:lnTo>
                    <a:pt x="2100" y="2824"/>
                  </a:lnTo>
                  <a:lnTo>
                    <a:pt x="2224" y="2824"/>
                  </a:lnTo>
                  <a:lnTo>
                    <a:pt x="2224" y="2700"/>
                  </a:lnTo>
                  <a:lnTo>
                    <a:pt x="2150" y="2700"/>
                  </a:lnTo>
                  <a:lnTo>
                    <a:pt x="2124" y="2600"/>
                  </a:lnTo>
                  <a:close/>
                  <a:moveTo>
                    <a:pt x="1400" y="2600"/>
                  </a:moveTo>
                  <a:lnTo>
                    <a:pt x="1400" y="2724"/>
                  </a:lnTo>
                  <a:lnTo>
                    <a:pt x="1524" y="2724"/>
                  </a:lnTo>
                  <a:lnTo>
                    <a:pt x="1524" y="2600"/>
                  </a:lnTo>
                  <a:close/>
                  <a:moveTo>
                    <a:pt x="900" y="2600"/>
                  </a:moveTo>
                  <a:lnTo>
                    <a:pt x="900" y="2724"/>
                  </a:lnTo>
                  <a:lnTo>
                    <a:pt x="1024" y="2724"/>
                  </a:lnTo>
                  <a:lnTo>
                    <a:pt x="1024" y="2600"/>
                  </a:lnTo>
                  <a:close/>
                  <a:moveTo>
                    <a:pt x="1500" y="2400"/>
                  </a:moveTo>
                  <a:lnTo>
                    <a:pt x="1500" y="2524"/>
                  </a:lnTo>
                  <a:lnTo>
                    <a:pt x="1624" y="2524"/>
                  </a:lnTo>
                  <a:lnTo>
                    <a:pt x="1624" y="2400"/>
                  </a:lnTo>
                  <a:close/>
                  <a:moveTo>
                    <a:pt x="800" y="2400"/>
                  </a:moveTo>
                  <a:lnTo>
                    <a:pt x="800" y="2524"/>
                  </a:lnTo>
                  <a:lnTo>
                    <a:pt x="924" y="2524"/>
                  </a:lnTo>
                  <a:lnTo>
                    <a:pt x="924" y="2400"/>
                  </a:lnTo>
                  <a:close/>
                  <a:moveTo>
                    <a:pt x="500" y="2400"/>
                  </a:moveTo>
                  <a:lnTo>
                    <a:pt x="500" y="2524"/>
                  </a:lnTo>
                  <a:lnTo>
                    <a:pt x="624" y="2524"/>
                  </a:lnTo>
                  <a:lnTo>
                    <a:pt x="624" y="2400"/>
                  </a:lnTo>
                  <a:close/>
                  <a:moveTo>
                    <a:pt x="500" y="2200"/>
                  </a:moveTo>
                  <a:lnTo>
                    <a:pt x="500" y="2324"/>
                  </a:lnTo>
                  <a:lnTo>
                    <a:pt x="624" y="2324"/>
                  </a:lnTo>
                  <a:lnTo>
                    <a:pt x="624" y="2200"/>
                  </a:lnTo>
                  <a:close/>
                  <a:moveTo>
                    <a:pt x="1400" y="2100"/>
                  </a:moveTo>
                  <a:lnTo>
                    <a:pt x="1400" y="2224"/>
                  </a:lnTo>
                  <a:lnTo>
                    <a:pt x="1524" y="2224"/>
                  </a:lnTo>
                  <a:lnTo>
                    <a:pt x="1524" y="2100"/>
                  </a:lnTo>
                  <a:close/>
                  <a:moveTo>
                    <a:pt x="900" y="2100"/>
                  </a:moveTo>
                  <a:lnTo>
                    <a:pt x="900" y="2224"/>
                  </a:lnTo>
                  <a:lnTo>
                    <a:pt x="1024" y="2224"/>
                  </a:lnTo>
                  <a:lnTo>
                    <a:pt x="1024" y="2100"/>
                  </a:lnTo>
                  <a:close/>
                  <a:moveTo>
                    <a:pt x="2624" y="1900"/>
                  </a:moveTo>
                  <a:lnTo>
                    <a:pt x="2500" y="1900"/>
                  </a:lnTo>
                  <a:lnTo>
                    <a:pt x="2500" y="2374"/>
                  </a:lnTo>
                  <a:lnTo>
                    <a:pt x="2450" y="2400"/>
                  </a:lnTo>
                  <a:lnTo>
                    <a:pt x="2424" y="2300"/>
                  </a:lnTo>
                  <a:lnTo>
                    <a:pt x="2300" y="2300"/>
                  </a:lnTo>
                  <a:lnTo>
                    <a:pt x="2300" y="2424"/>
                  </a:lnTo>
                  <a:lnTo>
                    <a:pt x="2374" y="2424"/>
                  </a:lnTo>
                  <a:lnTo>
                    <a:pt x="2400" y="2524"/>
                  </a:lnTo>
                  <a:lnTo>
                    <a:pt x="2524" y="2524"/>
                  </a:lnTo>
                  <a:lnTo>
                    <a:pt x="2524" y="2450"/>
                  </a:lnTo>
                  <a:lnTo>
                    <a:pt x="2624" y="2424"/>
                  </a:lnTo>
                  <a:close/>
                  <a:moveTo>
                    <a:pt x="1800" y="2100"/>
                  </a:moveTo>
                  <a:lnTo>
                    <a:pt x="1800" y="2224"/>
                  </a:lnTo>
                  <a:lnTo>
                    <a:pt x="2224" y="2224"/>
                  </a:lnTo>
                  <a:lnTo>
                    <a:pt x="2224" y="2000"/>
                  </a:lnTo>
                  <a:lnTo>
                    <a:pt x="2150" y="2000"/>
                  </a:lnTo>
                  <a:lnTo>
                    <a:pt x="2124" y="1900"/>
                  </a:lnTo>
                  <a:lnTo>
                    <a:pt x="2000" y="1900"/>
                  </a:lnTo>
                  <a:lnTo>
                    <a:pt x="2000" y="2024"/>
                  </a:lnTo>
                  <a:lnTo>
                    <a:pt x="2074" y="2024"/>
                  </a:lnTo>
                  <a:lnTo>
                    <a:pt x="2100" y="2050"/>
                  </a:lnTo>
                  <a:lnTo>
                    <a:pt x="2074" y="2100"/>
                  </a:lnTo>
                  <a:close/>
                  <a:moveTo>
                    <a:pt x="800" y="1700"/>
                  </a:moveTo>
                  <a:lnTo>
                    <a:pt x="800" y="1824"/>
                  </a:lnTo>
                  <a:lnTo>
                    <a:pt x="1824" y="1824"/>
                  </a:lnTo>
                  <a:lnTo>
                    <a:pt x="1824" y="1700"/>
                  </a:lnTo>
                  <a:close/>
                  <a:moveTo>
                    <a:pt x="2500" y="1600"/>
                  </a:moveTo>
                  <a:lnTo>
                    <a:pt x="2500" y="1824"/>
                  </a:lnTo>
                  <a:lnTo>
                    <a:pt x="2624" y="1824"/>
                  </a:lnTo>
                  <a:lnTo>
                    <a:pt x="2624" y="1600"/>
                  </a:lnTo>
                  <a:close/>
                  <a:moveTo>
                    <a:pt x="2900" y="1500"/>
                  </a:moveTo>
                  <a:lnTo>
                    <a:pt x="2900" y="1624"/>
                  </a:lnTo>
                  <a:lnTo>
                    <a:pt x="3024" y="1624"/>
                  </a:lnTo>
                  <a:lnTo>
                    <a:pt x="3024" y="1500"/>
                  </a:lnTo>
                  <a:close/>
                  <a:moveTo>
                    <a:pt x="2600" y="1400"/>
                  </a:moveTo>
                  <a:lnTo>
                    <a:pt x="2600" y="1524"/>
                  </a:lnTo>
                  <a:lnTo>
                    <a:pt x="2724" y="1524"/>
                  </a:lnTo>
                  <a:lnTo>
                    <a:pt x="2724" y="1400"/>
                  </a:lnTo>
                  <a:close/>
                  <a:moveTo>
                    <a:pt x="424" y="1400"/>
                  </a:moveTo>
                  <a:lnTo>
                    <a:pt x="300" y="1400"/>
                  </a:lnTo>
                  <a:lnTo>
                    <a:pt x="300" y="1474"/>
                  </a:lnTo>
                  <a:lnTo>
                    <a:pt x="200" y="1500"/>
                  </a:lnTo>
                  <a:lnTo>
                    <a:pt x="200" y="1624"/>
                  </a:lnTo>
                  <a:lnTo>
                    <a:pt x="324" y="1624"/>
                  </a:lnTo>
                  <a:lnTo>
                    <a:pt x="324" y="1550"/>
                  </a:lnTo>
                  <a:lnTo>
                    <a:pt x="424" y="1524"/>
                  </a:lnTo>
                  <a:close/>
                  <a:moveTo>
                    <a:pt x="1600" y="1300"/>
                  </a:moveTo>
                  <a:lnTo>
                    <a:pt x="1600" y="1424"/>
                  </a:lnTo>
                  <a:lnTo>
                    <a:pt x="1824" y="1424"/>
                  </a:lnTo>
                  <a:lnTo>
                    <a:pt x="1824" y="1300"/>
                  </a:lnTo>
                  <a:close/>
                  <a:moveTo>
                    <a:pt x="1000" y="1300"/>
                  </a:moveTo>
                  <a:lnTo>
                    <a:pt x="1000" y="1424"/>
                  </a:lnTo>
                  <a:lnTo>
                    <a:pt x="1224" y="1424"/>
                  </a:lnTo>
                  <a:lnTo>
                    <a:pt x="1224" y="1300"/>
                  </a:lnTo>
                  <a:close/>
                  <a:moveTo>
                    <a:pt x="1800" y="1100"/>
                  </a:moveTo>
                  <a:lnTo>
                    <a:pt x="1800" y="1224"/>
                  </a:lnTo>
                  <a:lnTo>
                    <a:pt x="1924" y="1224"/>
                  </a:lnTo>
                  <a:lnTo>
                    <a:pt x="1924" y="1100"/>
                  </a:lnTo>
                  <a:close/>
                  <a:moveTo>
                    <a:pt x="1000" y="1100"/>
                  </a:moveTo>
                  <a:lnTo>
                    <a:pt x="1000" y="1224"/>
                  </a:lnTo>
                  <a:lnTo>
                    <a:pt x="1724" y="1224"/>
                  </a:lnTo>
                  <a:lnTo>
                    <a:pt x="1724" y="11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500" y="700"/>
                  </a:moveTo>
                  <a:lnTo>
                    <a:pt x="500" y="924"/>
                  </a:lnTo>
                  <a:lnTo>
                    <a:pt x="624" y="924"/>
                  </a:lnTo>
                  <a:lnTo>
                    <a:pt x="624" y="700"/>
                  </a:lnTo>
                  <a:close/>
                  <a:moveTo>
                    <a:pt x="2500" y="500"/>
                  </a:moveTo>
                  <a:lnTo>
                    <a:pt x="2500" y="724"/>
                  </a:lnTo>
                  <a:lnTo>
                    <a:pt x="2624" y="724"/>
                  </a:lnTo>
                  <a:lnTo>
                    <a:pt x="2624" y="500"/>
                  </a:lnTo>
                  <a:close/>
                  <a:moveTo>
                    <a:pt x="1800" y="500"/>
                  </a:moveTo>
                  <a:lnTo>
                    <a:pt x="1800" y="624"/>
                  </a:lnTo>
                  <a:lnTo>
                    <a:pt x="1924" y="624"/>
                  </a:lnTo>
                  <a:lnTo>
                    <a:pt x="1924" y="500"/>
                  </a:lnTo>
                  <a:close/>
                  <a:moveTo>
                    <a:pt x="900" y="500"/>
                  </a:moveTo>
                  <a:lnTo>
                    <a:pt x="900" y="624"/>
                  </a:lnTo>
                  <a:lnTo>
                    <a:pt x="1024" y="624"/>
                  </a:lnTo>
                  <a:lnTo>
                    <a:pt x="1024" y="500"/>
                  </a:lnTo>
                  <a:close/>
                  <a:moveTo>
                    <a:pt x="2200" y="300"/>
                  </a:moveTo>
                  <a:lnTo>
                    <a:pt x="2200" y="924"/>
                  </a:lnTo>
                  <a:lnTo>
                    <a:pt x="2324" y="924"/>
                  </a:lnTo>
                  <a:lnTo>
                    <a:pt x="2324" y="300"/>
                  </a:lnTo>
                  <a:close/>
                  <a:moveTo>
                    <a:pt x="500" y="300"/>
                  </a:moveTo>
                  <a:lnTo>
                    <a:pt x="500" y="624"/>
                  </a:lnTo>
                  <a:lnTo>
                    <a:pt x="624" y="624"/>
                  </a:lnTo>
                  <a:lnTo>
                    <a:pt x="624" y="3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2B3D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1" name="Pipeline robot icon color 7"/>
            <p:cNvSpPr/>
            <p:nvPr/>
          </p:nvSpPr>
          <p:spPr>
            <a:xfrm>
              <a:off x="3075859" y="4602907"/>
              <a:ext cx="303947" cy="377099"/>
            </a:xfrm>
            <a:custGeom>
              <a:avLst/>
              <a:gdLst/>
              <a:ahLst/>
              <a:cxnLst/>
              <a:rect l="l" t="t" r="r" b="b"/>
              <a:pathLst>
                <a:path w="3324" h="4124">
                  <a:moveTo>
                    <a:pt x="1200" y="4000"/>
                  </a:moveTo>
                  <a:lnTo>
                    <a:pt x="1200" y="4124"/>
                  </a:lnTo>
                  <a:lnTo>
                    <a:pt x="1824" y="4124"/>
                  </a:lnTo>
                  <a:lnTo>
                    <a:pt x="1824" y="4000"/>
                  </a:lnTo>
                  <a:close/>
                  <a:moveTo>
                    <a:pt x="1000" y="3700"/>
                  </a:moveTo>
                  <a:lnTo>
                    <a:pt x="1000" y="3824"/>
                  </a:lnTo>
                  <a:lnTo>
                    <a:pt x="1124" y="3824"/>
                  </a:lnTo>
                  <a:lnTo>
                    <a:pt x="1124" y="3700"/>
                  </a:lnTo>
                  <a:close/>
                  <a:moveTo>
                    <a:pt x="1800" y="3500"/>
                  </a:moveTo>
                  <a:lnTo>
                    <a:pt x="1800" y="3924"/>
                  </a:lnTo>
                  <a:lnTo>
                    <a:pt x="1924" y="3924"/>
                  </a:lnTo>
                  <a:lnTo>
                    <a:pt x="1924" y="3500"/>
                  </a:lnTo>
                  <a:close/>
                  <a:moveTo>
                    <a:pt x="1300" y="3400"/>
                  </a:moveTo>
                  <a:lnTo>
                    <a:pt x="1300" y="3524"/>
                  </a:lnTo>
                  <a:lnTo>
                    <a:pt x="1424" y="3524"/>
                  </a:lnTo>
                  <a:lnTo>
                    <a:pt x="1424" y="3400"/>
                  </a:lnTo>
                  <a:close/>
                  <a:moveTo>
                    <a:pt x="2300" y="3300"/>
                  </a:moveTo>
                  <a:lnTo>
                    <a:pt x="2300" y="3424"/>
                  </a:lnTo>
                  <a:lnTo>
                    <a:pt x="2524" y="3424"/>
                  </a:lnTo>
                  <a:lnTo>
                    <a:pt x="2524" y="3300"/>
                  </a:lnTo>
                  <a:close/>
                  <a:moveTo>
                    <a:pt x="1000" y="3300"/>
                  </a:moveTo>
                  <a:lnTo>
                    <a:pt x="1000" y="3424"/>
                  </a:lnTo>
                  <a:lnTo>
                    <a:pt x="1124" y="3424"/>
                  </a:lnTo>
                  <a:lnTo>
                    <a:pt x="1124" y="3300"/>
                  </a:lnTo>
                  <a:close/>
                  <a:moveTo>
                    <a:pt x="1800" y="3100"/>
                  </a:moveTo>
                  <a:lnTo>
                    <a:pt x="1800" y="3224"/>
                  </a:lnTo>
                  <a:lnTo>
                    <a:pt x="1924" y="3224"/>
                  </a:lnTo>
                  <a:lnTo>
                    <a:pt x="1924" y="3100"/>
                  </a:lnTo>
                  <a:close/>
                  <a:moveTo>
                    <a:pt x="1300" y="3100"/>
                  </a:moveTo>
                  <a:lnTo>
                    <a:pt x="1300" y="3224"/>
                  </a:lnTo>
                  <a:lnTo>
                    <a:pt x="1424" y="3224"/>
                  </a:lnTo>
                  <a:lnTo>
                    <a:pt x="1424" y="3100"/>
                  </a:lnTo>
                  <a:close/>
                  <a:moveTo>
                    <a:pt x="1300" y="2900"/>
                  </a:moveTo>
                  <a:lnTo>
                    <a:pt x="1300" y="3024"/>
                  </a:lnTo>
                  <a:lnTo>
                    <a:pt x="1424" y="3024"/>
                  </a:lnTo>
                  <a:lnTo>
                    <a:pt x="1424" y="2900"/>
                  </a:lnTo>
                  <a:close/>
                  <a:moveTo>
                    <a:pt x="300" y="2900"/>
                  </a:moveTo>
                  <a:lnTo>
                    <a:pt x="300" y="3124"/>
                  </a:lnTo>
                  <a:lnTo>
                    <a:pt x="424" y="3124"/>
                  </a:lnTo>
                  <a:lnTo>
                    <a:pt x="424" y="2900"/>
                  </a:lnTo>
                  <a:close/>
                  <a:moveTo>
                    <a:pt x="1800" y="2600"/>
                  </a:moveTo>
                  <a:lnTo>
                    <a:pt x="1800" y="2724"/>
                  </a:lnTo>
                  <a:lnTo>
                    <a:pt x="1924" y="2724"/>
                  </a:lnTo>
                  <a:lnTo>
                    <a:pt x="1924" y="2600"/>
                  </a:lnTo>
                  <a:close/>
                  <a:moveTo>
                    <a:pt x="2700" y="2500"/>
                  </a:moveTo>
                  <a:lnTo>
                    <a:pt x="2700" y="2624"/>
                  </a:lnTo>
                  <a:lnTo>
                    <a:pt x="3024" y="2624"/>
                  </a:lnTo>
                  <a:lnTo>
                    <a:pt x="3024" y="2500"/>
                  </a:lnTo>
                  <a:close/>
                  <a:moveTo>
                    <a:pt x="0" y="2500"/>
                  </a:moveTo>
                  <a:lnTo>
                    <a:pt x="0" y="2624"/>
                  </a:lnTo>
                  <a:lnTo>
                    <a:pt x="124" y="2624"/>
                  </a:lnTo>
                  <a:lnTo>
                    <a:pt x="124" y="2500"/>
                  </a:lnTo>
                  <a:close/>
                  <a:moveTo>
                    <a:pt x="2100" y="2300"/>
                  </a:moveTo>
                  <a:lnTo>
                    <a:pt x="2100" y="2524"/>
                  </a:lnTo>
                  <a:lnTo>
                    <a:pt x="2324" y="2524"/>
                  </a:lnTo>
                  <a:lnTo>
                    <a:pt x="2324" y="2400"/>
                  </a:lnTo>
                  <a:lnTo>
                    <a:pt x="2250" y="2400"/>
                  </a:lnTo>
                  <a:lnTo>
                    <a:pt x="2224" y="2300"/>
                  </a:lnTo>
                  <a:close/>
                  <a:moveTo>
                    <a:pt x="2400" y="2200"/>
                  </a:moveTo>
                  <a:lnTo>
                    <a:pt x="2400" y="2324"/>
                  </a:lnTo>
                  <a:lnTo>
                    <a:pt x="2524" y="2324"/>
                  </a:lnTo>
                  <a:lnTo>
                    <a:pt x="2524" y="2200"/>
                  </a:lnTo>
                  <a:close/>
                  <a:moveTo>
                    <a:pt x="1100" y="2300"/>
                  </a:moveTo>
                  <a:lnTo>
                    <a:pt x="1100" y="2424"/>
                  </a:lnTo>
                  <a:lnTo>
                    <a:pt x="1200" y="2450"/>
                  </a:lnTo>
                  <a:lnTo>
                    <a:pt x="1200" y="2624"/>
                  </a:lnTo>
                  <a:lnTo>
                    <a:pt x="1324" y="2624"/>
                  </a:lnTo>
                  <a:lnTo>
                    <a:pt x="1350" y="2524"/>
                  </a:lnTo>
                  <a:lnTo>
                    <a:pt x="1474" y="2524"/>
                  </a:lnTo>
                  <a:lnTo>
                    <a:pt x="1500" y="2624"/>
                  </a:lnTo>
                  <a:lnTo>
                    <a:pt x="1624" y="2624"/>
                  </a:lnTo>
                  <a:lnTo>
                    <a:pt x="1624" y="2550"/>
                  </a:lnTo>
                  <a:lnTo>
                    <a:pt x="1724" y="2524"/>
                  </a:lnTo>
                  <a:lnTo>
                    <a:pt x="1724" y="2400"/>
                  </a:lnTo>
                  <a:lnTo>
                    <a:pt x="1624" y="2374"/>
                  </a:lnTo>
                  <a:lnTo>
                    <a:pt x="1624" y="2200"/>
                  </a:lnTo>
                  <a:lnTo>
                    <a:pt x="1500" y="2200"/>
                  </a:lnTo>
                  <a:lnTo>
                    <a:pt x="1500" y="2374"/>
                  </a:lnTo>
                  <a:lnTo>
                    <a:pt x="1474" y="2400"/>
                  </a:lnTo>
                  <a:lnTo>
                    <a:pt x="1350" y="2400"/>
                  </a:lnTo>
                  <a:lnTo>
                    <a:pt x="1324" y="2374"/>
                  </a:lnTo>
                  <a:lnTo>
                    <a:pt x="1324" y="2200"/>
                  </a:lnTo>
                  <a:lnTo>
                    <a:pt x="1200" y="2200"/>
                  </a:lnTo>
                  <a:lnTo>
                    <a:pt x="1200" y="2274"/>
                  </a:lnTo>
                  <a:close/>
                  <a:moveTo>
                    <a:pt x="2400" y="2000"/>
                  </a:moveTo>
                  <a:lnTo>
                    <a:pt x="2400" y="2124"/>
                  </a:lnTo>
                  <a:lnTo>
                    <a:pt x="2524" y="2124"/>
                  </a:lnTo>
                  <a:lnTo>
                    <a:pt x="2524" y="2000"/>
                  </a:lnTo>
                  <a:close/>
                  <a:moveTo>
                    <a:pt x="1500" y="2000"/>
                  </a:moveTo>
                  <a:lnTo>
                    <a:pt x="1500" y="2124"/>
                  </a:lnTo>
                  <a:lnTo>
                    <a:pt x="1624" y="2124"/>
                  </a:lnTo>
                  <a:lnTo>
                    <a:pt x="1624" y="2000"/>
                  </a:lnTo>
                  <a:close/>
                  <a:moveTo>
                    <a:pt x="3100" y="1900"/>
                  </a:moveTo>
                  <a:lnTo>
                    <a:pt x="3100" y="2424"/>
                  </a:lnTo>
                  <a:lnTo>
                    <a:pt x="3224" y="2424"/>
                  </a:lnTo>
                  <a:lnTo>
                    <a:pt x="3224" y="1900"/>
                  </a:lnTo>
                  <a:close/>
                  <a:moveTo>
                    <a:pt x="1024" y="1700"/>
                  </a:moveTo>
                  <a:lnTo>
                    <a:pt x="900" y="1700"/>
                  </a:lnTo>
                  <a:lnTo>
                    <a:pt x="900" y="1774"/>
                  </a:lnTo>
                  <a:lnTo>
                    <a:pt x="800" y="1800"/>
                  </a:lnTo>
                  <a:lnTo>
                    <a:pt x="800" y="1924"/>
                  </a:lnTo>
                  <a:lnTo>
                    <a:pt x="924" y="1924"/>
                  </a:lnTo>
                  <a:lnTo>
                    <a:pt x="924" y="1850"/>
                  </a:lnTo>
                  <a:lnTo>
                    <a:pt x="1024" y="1824"/>
                  </a:lnTo>
                  <a:close/>
                  <a:moveTo>
                    <a:pt x="2900" y="1600"/>
                  </a:moveTo>
                  <a:lnTo>
                    <a:pt x="2900" y="1724"/>
                  </a:lnTo>
                  <a:lnTo>
                    <a:pt x="3124" y="1724"/>
                  </a:lnTo>
                  <a:lnTo>
                    <a:pt x="3124" y="1600"/>
                  </a:lnTo>
                  <a:close/>
                  <a:moveTo>
                    <a:pt x="3200" y="1500"/>
                  </a:moveTo>
                  <a:lnTo>
                    <a:pt x="3200" y="1624"/>
                  </a:lnTo>
                  <a:lnTo>
                    <a:pt x="3324" y="1624"/>
                  </a:lnTo>
                  <a:lnTo>
                    <a:pt x="3324" y="15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74" y="1624"/>
                  </a:lnTo>
                  <a:lnTo>
                    <a:pt x="100" y="1724"/>
                  </a:lnTo>
                  <a:lnTo>
                    <a:pt x="224" y="1724"/>
                  </a:lnTo>
                  <a:lnTo>
                    <a:pt x="224" y="1600"/>
                  </a:lnTo>
                  <a:lnTo>
                    <a:pt x="150" y="1600"/>
                  </a:lnTo>
                  <a:lnTo>
                    <a:pt x="124" y="1500"/>
                  </a:lnTo>
                  <a:close/>
                  <a:moveTo>
                    <a:pt x="600" y="1300"/>
                  </a:moveTo>
                  <a:lnTo>
                    <a:pt x="600" y="1424"/>
                  </a:lnTo>
                  <a:lnTo>
                    <a:pt x="724" y="1424"/>
                  </a:lnTo>
                  <a:lnTo>
                    <a:pt x="724" y="1300"/>
                  </a:lnTo>
                  <a:close/>
                  <a:moveTo>
                    <a:pt x="2424" y="800"/>
                  </a:moveTo>
                  <a:lnTo>
                    <a:pt x="2300" y="800"/>
                  </a:lnTo>
                  <a:lnTo>
                    <a:pt x="2300" y="874"/>
                  </a:lnTo>
                  <a:lnTo>
                    <a:pt x="2200" y="900"/>
                  </a:lnTo>
                  <a:lnTo>
                    <a:pt x="2200" y="1024"/>
                  </a:lnTo>
                  <a:lnTo>
                    <a:pt x="2324" y="1024"/>
                  </a:lnTo>
                  <a:lnTo>
                    <a:pt x="2324" y="950"/>
                  </a:lnTo>
                  <a:lnTo>
                    <a:pt x="2424" y="924"/>
                  </a:lnTo>
                  <a:close/>
                  <a:moveTo>
                    <a:pt x="800" y="800"/>
                  </a:moveTo>
                  <a:lnTo>
                    <a:pt x="800" y="924"/>
                  </a:lnTo>
                  <a:lnTo>
                    <a:pt x="874" y="924"/>
                  </a:lnTo>
                  <a:lnTo>
                    <a:pt x="900" y="1024"/>
                  </a:lnTo>
                  <a:lnTo>
                    <a:pt x="1024" y="1024"/>
                  </a:lnTo>
                  <a:lnTo>
                    <a:pt x="1024" y="900"/>
                  </a:lnTo>
                  <a:lnTo>
                    <a:pt x="950" y="900"/>
                  </a:lnTo>
                  <a:lnTo>
                    <a:pt x="924" y="800"/>
                  </a:lnTo>
                  <a:close/>
                  <a:moveTo>
                    <a:pt x="1700" y="700"/>
                  </a:moveTo>
                  <a:lnTo>
                    <a:pt x="1700" y="824"/>
                  </a:lnTo>
                  <a:lnTo>
                    <a:pt x="1824" y="824"/>
                  </a:lnTo>
                  <a:lnTo>
                    <a:pt x="1824" y="700"/>
                  </a:lnTo>
                  <a:close/>
                  <a:moveTo>
                    <a:pt x="1400" y="700"/>
                  </a:moveTo>
                  <a:lnTo>
                    <a:pt x="1400" y="824"/>
                  </a:lnTo>
                  <a:lnTo>
                    <a:pt x="1524" y="824"/>
                  </a:lnTo>
                  <a:lnTo>
                    <a:pt x="1524" y="700"/>
                  </a:lnTo>
                  <a:close/>
                  <a:moveTo>
                    <a:pt x="2300" y="0"/>
                  </a:moveTo>
                  <a:lnTo>
                    <a:pt x="2300" y="124"/>
                  </a:lnTo>
                  <a:lnTo>
                    <a:pt x="2424" y="124"/>
                  </a:lnTo>
                  <a:lnTo>
                    <a:pt x="2424" y="0"/>
                  </a:lnTo>
                  <a:close/>
                  <a:moveTo>
                    <a:pt x="1700" y="0"/>
                  </a:moveTo>
                  <a:lnTo>
                    <a:pt x="1700" y="124"/>
                  </a:lnTo>
                  <a:lnTo>
                    <a:pt x="2224" y="124"/>
                  </a:lnTo>
                  <a:lnTo>
                    <a:pt x="2224" y="0"/>
                  </a:lnTo>
                  <a:close/>
                  <a:moveTo>
                    <a:pt x="1500" y="0"/>
                  </a:moveTo>
                  <a:lnTo>
                    <a:pt x="1500" y="124"/>
                  </a:lnTo>
                  <a:lnTo>
                    <a:pt x="1624" y="124"/>
                  </a:lnTo>
                  <a:lnTo>
                    <a:pt x="1624" y="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6076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2" name="Pipeline robot icon color 8"/>
            <p:cNvSpPr/>
            <p:nvPr/>
          </p:nvSpPr>
          <p:spPr>
            <a:xfrm>
              <a:off x="3048427" y="4575475"/>
              <a:ext cx="349667" cy="395387"/>
            </a:xfrm>
            <a:custGeom>
              <a:avLst/>
              <a:gdLst/>
              <a:ahLst/>
              <a:cxnLst/>
              <a:rect l="l" t="t" r="r" b="b"/>
              <a:pathLst>
                <a:path w="3824" h="4324">
                  <a:moveTo>
                    <a:pt x="1000" y="4200"/>
                  </a:moveTo>
                  <a:lnTo>
                    <a:pt x="1000" y="4324"/>
                  </a:lnTo>
                  <a:lnTo>
                    <a:pt x="1124" y="4324"/>
                  </a:lnTo>
                  <a:lnTo>
                    <a:pt x="1124" y="4200"/>
                  </a:lnTo>
                  <a:close/>
                  <a:moveTo>
                    <a:pt x="1200" y="4324"/>
                  </a:moveTo>
                  <a:lnTo>
                    <a:pt x="1324" y="4324"/>
                  </a:lnTo>
                  <a:lnTo>
                    <a:pt x="1350" y="4224"/>
                  </a:lnTo>
                  <a:lnTo>
                    <a:pt x="1824" y="4224"/>
                  </a:lnTo>
                  <a:lnTo>
                    <a:pt x="1824" y="4100"/>
                  </a:lnTo>
                  <a:lnTo>
                    <a:pt x="1300" y="4100"/>
                  </a:lnTo>
                  <a:lnTo>
                    <a:pt x="1300" y="4174"/>
                  </a:lnTo>
                  <a:lnTo>
                    <a:pt x="1200" y="4200"/>
                  </a:lnTo>
                  <a:close/>
                  <a:moveTo>
                    <a:pt x="2400" y="3900"/>
                  </a:moveTo>
                  <a:lnTo>
                    <a:pt x="2400" y="4024"/>
                  </a:lnTo>
                  <a:lnTo>
                    <a:pt x="2524" y="4024"/>
                  </a:lnTo>
                  <a:lnTo>
                    <a:pt x="2524" y="3900"/>
                  </a:lnTo>
                  <a:close/>
                  <a:moveTo>
                    <a:pt x="1500" y="3800"/>
                  </a:moveTo>
                  <a:lnTo>
                    <a:pt x="1500" y="3924"/>
                  </a:lnTo>
                  <a:lnTo>
                    <a:pt x="1624" y="3924"/>
                  </a:lnTo>
                  <a:lnTo>
                    <a:pt x="1624" y="3800"/>
                  </a:lnTo>
                  <a:close/>
                  <a:moveTo>
                    <a:pt x="2500" y="3700"/>
                  </a:moveTo>
                  <a:lnTo>
                    <a:pt x="2500" y="3824"/>
                  </a:lnTo>
                  <a:lnTo>
                    <a:pt x="2624" y="3824"/>
                  </a:lnTo>
                  <a:lnTo>
                    <a:pt x="2624" y="3700"/>
                  </a:lnTo>
                  <a:close/>
                  <a:moveTo>
                    <a:pt x="1800" y="3600"/>
                  </a:moveTo>
                  <a:lnTo>
                    <a:pt x="1800" y="3724"/>
                  </a:lnTo>
                  <a:lnTo>
                    <a:pt x="1924" y="3724"/>
                  </a:lnTo>
                  <a:lnTo>
                    <a:pt x="1924" y="3600"/>
                  </a:lnTo>
                  <a:close/>
                  <a:moveTo>
                    <a:pt x="1500" y="3400"/>
                  </a:moveTo>
                  <a:lnTo>
                    <a:pt x="1500" y="3524"/>
                  </a:lnTo>
                  <a:lnTo>
                    <a:pt x="1624" y="3524"/>
                  </a:lnTo>
                  <a:lnTo>
                    <a:pt x="1624" y="3400"/>
                  </a:lnTo>
                  <a:close/>
                  <a:moveTo>
                    <a:pt x="1800" y="3300"/>
                  </a:moveTo>
                  <a:lnTo>
                    <a:pt x="1800" y="3524"/>
                  </a:lnTo>
                  <a:lnTo>
                    <a:pt x="1924" y="3524"/>
                  </a:lnTo>
                  <a:lnTo>
                    <a:pt x="1924" y="3450"/>
                  </a:lnTo>
                  <a:lnTo>
                    <a:pt x="2024" y="3424"/>
                  </a:lnTo>
                  <a:lnTo>
                    <a:pt x="2024" y="3300"/>
                  </a:lnTo>
                  <a:close/>
                  <a:moveTo>
                    <a:pt x="2400" y="3200"/>
                  </a:moveTo>
                  <a:lnTo>
                    <a:pt x="2400" y="3324"/>
                  </a:lnTo>
                  <a:lnTo>
                    <a:pt x="2524" y="3324"/>
                  </a:lnTo>
                  <a:lnTo>
                    <a:pt x="2524" y="3200"/>
                  </a:lnTo>
                  <a:close/>
                  <a:moveTo>
                    <a:pt x="2100" y="3100"/>
                  </a:moveTo>
                  <a:lnTo>
                    <a:pt x="2100" y="3324"/>
                  </a:lnTo>
                  <a:lnTo>
                    <a:pt x="2224" y="3324"/>
                  </a:lnTo>
                  <a:lnTo>
                    <a:pt x="2224" y="3100"/>
                  </a:lnTo>
                  <a:close/>
                  <a:moveTo>
                    <a:pt x="1900" y="2900"/>
                  </a:moveTo>
                  <a:lnTo>
                    <a:pt x="1900" y="3024"/>
                  </a:lnTo>
                  <a:lnTo>
                    <a:pt x="2024" y="3024"/>
                  </a:lnTo>
                  <a:lnTo>
                    <a:pt x="2024" y="2900"/>
                  </a:lnTo>
                  <a:close/>
                  <a:moveTo>
                    <a:pt x="2400" y="2800"/>
                  </a:moveTo>
                  <a:lnTo>
                    <a:pt x="2400" y="2924"/>
                  </a:lnTo>
                  <a:lnTo>
                    <a:pt x="2524" y="2924"/>
                  </a:lnTo>
                  <a:lnTo>
                    <a:pt x="2524" y="2800"/>
                  </a:lnTo>
                  <a:close/>
                  <a:moveTo>
                    <a:pt x="2924" y="2700"/>
                  </a:moveTo>
                  <a:lnTo>
                    <a:pt x="2800" y="2700"/>
                  </a:lnTo>
                  <a:lnTo>
                    <a:pt x="2800" y="2774"/>
                  </a:lnTo>
                  <a:lnTo>
                    <a:pt x="2700" y="2800"/>
                  </a:lnTo>
                  <a:lnTo>
                    <a:pt x="2700" y="2924"/>
                  </a:lnTo>
                  <a:lnTo>
                    <a:pt x="2824" y="2924"/>
                  </a:lnTo>
                  <a:lnTo>
                    <a:pt x="2824" y="2850"/>
                  </a:lnTo>
                  <a:lnTo>
                    <a:pt x="2924" y="2824"/>
                  </a:lnTo>
                  <a:close/>
                  <a:moveTo>
                    <a:pt x="1300" y="2700"/>
                  </a:moveTo>
                  <a:lnTo>
                    <a:pt x="1300" y="2824"/>
                  </a:lnTo>
                  <a:lnTo>
                    <a:pt x="1424" y="2824"/>
                  </a:lnTo>
                  <a:lnTo>
                    <a:pt x="1424" y="2700"/>
                  </a:lnTo>
                  <a:close/>
                  <a:moveTo>
                    <a:pt x="2100" y="2600"/>
                  </a:moveTo>
                  <a:lnTo>
                    <a:pt x="2100" y="2724"/>
                  </a:lnTo>
                  <a:lnTo>
                    <a:pt x="2224" y="2724"/>
                  </a:lnTo>
                  <a:lnTo>
                    <a:pt x="2224" y="2600"/>
                  </a:lnTo>
                  <a:close/>
                  <a:moveTo>
                    <a:pt x="2800" y="2400"/>
                  </a:moveTo>
                  <a:lnTo>
                    <a:pt x="2800" y="2524"/>
                  </a:lnTo>
                  <a:lnTo>
                    <a:pt x="2924" y="2524"/>
                  </a:lnTo>
                  <a:lnTo>
                    <a:pt x="2924" y="2400"/>
                  </a:lnTo>
                  <a:close/>
                  <a:moveTo>
                    <a:pt x="1700" y="2300"/>
                  </a:moveTo>
                  <a:lnTo>
                    <a:pt x="1700" y="2424"/>
                  </a:lnTo>
                  <a:lnTo>
                    <a:pt x="1824" y="2424"/>
                  </a:lnTo>
                  <a:lnTo>
                    <a:pt x="1824" y="2300"/>
                  </a:lnTo>
                  <a:close/>
                  <a:moveTo>
                    <a:pt x="3300" y="1700"/>
                  </a:moveTo>
                  <a:lnTo>
                    <a:pt x="3300" y="1824"/>
                  </a:lnTo>
                  <a:lnTo>
                    <a:pt x="3424" y="1824"/>
                  </a:lnTo>
                  <a:lnTo>
                    <a:pt x="3424" y="1700"/>
                  </a:lnTo>
                  <a:close/>
                  <a:moveTo>
                    <a:pt x="1600" y="1600"/>
                  </a:moveTo>
                  <a:lnTo>
                    <a:pt x="1600" y="1724"/>
                  </a:lnTo>
                  <a:lnTo>
                    <a:pt x="2224" y="1724"/>
                  </a:lnTo>
                  <a:lnTo>
                    <a:pt x="2224" y="1600"/>
                  </a:lnTo>
                  <a:close/>
                  <a:moveTo>
                    <a:pt x="1100" y="1600"/>
                  </a:moveTo>
                  <a:lnTo>
                    <a:pt x="1100" y="1724"/>
                  </a:lnTo>
                  <a:lnTo>
                    <a:pt x="1224" y="1724"/>
                  </a:lnTo>
                  <a:lnTo>
                    <a:pt x="1224" y="1600"/>
                  </a:lnTo>
                  <a:close/>
                  <a:moveTo>
                    <a:pt x="500" y="1500"/>
                  </a:moveTo>
                  <a:lnTo>
                    <a:pt x="500" y="1624"/>
                  </a:lnTo>
                  <a:lnTo>
                    <a:pt x="624" y="1624"/>
                  </a:lnTo>
                  <a:lnTo>
                    <a:pt x="624" y="1500"/>
                  </a:lnTo>
                  <a:close/>
                  <a:moveTo>
                    <a:pt x="1900" y="1400"/>
                  </a:moveTo>
                  <a:lnTo>
                    <a:pt x="19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1700" y="1400"/>
                  </a:moveTo>
                  <a:lnTo>
                    <a:pt x="1700" y="1524"/>
                  </a:lnTo>
                  <a:lnTo>
                    <a:pt x="1824" y="1524"/>
                  </a:lnTo>
                  <a:lnTo>
                    <a:pt x="1824" y="1400"/>
                  </a:lnTo>
                  <a:close/>
                  <a:moveTo>
                    <a:pt x="2000" y="900"/>
                  </a:moveTo>
                  <a:lnTo>
                    <a:pt x="2000" y="1024"/>
                  </a:lnTo>
                  <a:lnTo>
                    <a:pt x="2124" y="1024"/>
                  </a:lnTo>
                  <a:lnTo>
                    <a:pt x="2124" y="900"/>
                  </a:lnTo>
                  <a:close/>
                  <a:moveTo>
                    <a:pt x="1700" y="900"/>
                  </a:moveTo>
                  <a:lnTo>
                    <a:pt x="1700" y="1024"/>
                  </a:lnTo>
                  <a:lnTo>
                    <a:pt x="1824" y="1024"/>
                  </a:lnTo>
                  <a:lnTo>
                    <a:pt x="1824" y="900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2300" y="600"/>
                  </a:moveTo>
                  <a:lnTo>
                    <a:pt x="2300" y="724"/>
                  </a:lnTo>
                  <a:lnTo>
                    <a:pt x="2424" y="724"/>
                  </a:lnTo>
                  <a:lnTo>
                    <a:pt x="2424" y="600"/>
                  </a:lnTo>
                  <a:close/>
                  <a:moveTo>
                    <a:pt x="1400" y="600"/>
                  </a:moveTo>
                  <a:lnTo>
                    <a:pt x="1400" y="724"/>
                  </a:lnTo>
                  <a:lnTo>
                    <a:pt x="1524" y="724"/>
                  </a:lnTo>
                  <a:lnTo>
                    <a:pt x="1524" y="600"/>
                  </a:lnTo>
                  <a:close/>
                  <a:moveTo>
                    <a:pt x="2600" y="500"/>
                  </a:moveTo>
                  <a:lnTo>
                    <a:pt x="2600" y="624"/>
                  </a:lnTo>
                  <a:lnTo>
                    <a:pt x="2724" y="624"/>
                  </a:lnTo>
                  <a:lnTo>
                    <a:pt x="2724" y="50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3824" y="124"/>
                  </a:lnTo>
                  <a:lnTo>
                    <a:pt x="3824" y="0"/>
                  </a:lnTo>
                  <a:close/>
                </a:path>
              </a:pathLst>
            </a:custGeom>
            <a:solidFill>
              <a:srgbClr val="9AA9A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3" name="Pipeline robot icon color 9"/>
            <p:cNvSpPr/>
            <p:nvPr/>
          </p:nvSpPr>
          <p:spPr>
            <a:xfrm>
              <a:off x="3085003" y="4630339"/>
              <a:ext cx="267371" cy="331379"/>
            </a:xfrm>
            <a:custGeom>
              <a:avLst/>
              <a:gdLst/>
              <a:ahLst/>
              <a:cxnLst/>
              <a:rect l="l" t="t" r="r" b="b"/>
              <a:pathLst>
                <a:path w="2924" h="3624">
                  <a:moveTo>
                    <a:pt x="800" y="3400"/>
                  </a:moveTo>
                  <a:lnTo>
                    <a:pt x="800" y="3624"/>
                  </a:lnTo>
                  <a:lnTo>
                    <a:pt x="924" y="3624"/>
                  </a:lnTo>
                  <a:lnTo>
                    <a:pt x="924" y="3400"/>
                  </a:lnTo>
                  <a:close/>
                  <a:moveTo>
                    <a:pt x="1900" y="3300"/>
                  </a:moveTo>
                  <a:lnTo>
                    <a:pt x="1900" y="3424"/>
                  </a:lnTo>
                  <a:lnTo>
                    <a:pt x="2024" y="3424"/>
                  </a:lnTo>
                  <a:lnTo>
                    <a:pt x="2024" y="3300"/>
                  </a:lnTo>
                  <a:close/>
                  <a:moveTo>
                    <a:pt x="1700" y="3100"/>
                  </a:moveTo>
                  <a:lnTo>
                    <a:pt x="1700" y="3224"/>
                  </a:lnTo>
                  <a:lnTo>
                    <a:pt x="1824" y="3224"/>
                  </a:lnTo>
                  <a:lnTo>
                    <a:pt x="1824" y="3100"/>
                  </a:lnTo>
                  <a:close/>
                  <a:moveTo>
                    <a:pt x="800" y="3000"/>
                  </a:moveTo>
                  <a:lnTo>
                    <a:pt x="800" y="3124"/>
                  </a:lnTo>
                  <a:lnTo>
                    <a:pt x="924" y="3124"/>
                  </a:lnTo>
                  <a:lnTo>
                    <a:pt x="924" y="3000"/>
                  </a:lnTo>
                  <a:close/>
                  <a:moveTo>
                    <a:pt x="1500" y="2800"/>
                  </a:moveTo>
                  <a:lnTo>
                    <a:pt x="1500" y="3024"/>
                  </a:lnTo>
                  <a:lnTo>
                    <a:pt x="1624" y="3024"/>
                  </a:lnTo>
                  <a:lnTo>
                    <a:pt x="1624" y="2800"/>
                  </a:lnTo>
                  <a:close/>
                  <a:moveTo>
                    <a:pt x="800" y="2800"/>
                  </a:moveTo>
                  <a:lnTo>
                    <a:pt x="800" y="2924"/>
                  </a:lnTo>
                  <a:lnTo>
                    <a:pt x="924" y="2924"/>
                  </a:lnTo>
                  <a:lnTo>
                    <a:pt x="924" y="2800"/>
                  </a:lnTo>
                  <a:close/>
                  <a:moveTo>
                    <a:pt x="0" y="2600"/>
                  </a:moveTo>
                  <a:lnTo>
                    <a:pt x="0" y="2724"/>
                  </a:lnTo>
                  <a:lnTo>
                    <a:pt x="74" y="2724"/>
                  </a:lnTo>
                  <a:lnTo>
                    <a:pt x="100" y="2824"/>
                  </a:lnTo>
                  <a:lnTo>
                    <a:pt x="224" y="2824"/>
                  </a:lnTo>
                  <a:lnTo>
                    <a:pt x="224" y="2700"/>
                  </a:lnTo>
                  <a:lnTo>
                    <a:pt x="150" y="2700"/>
                  </a:lnTo>
                  <a:lnTo>
                    <a:pt x="124" y="2600"/>
                  </a:lnTo>
                  <a:close/>
                  <a:moveTo>
                    <a:pt x="2500" y="2400"/>
                  </a:moveTo>
                  <a:lnTo>
                    <a:pt x="2500" y="2524"/>
                  </a:lnTo>
                  <a:lnTo>
                    <a:pt x="2624" y="2524"/>
                  </a:lnTo>
                  <a:lnTo>
                    <a:pt x="2624" y="2400"/>
                  </a:lnTo>
                  <a:close/>
                  <a:moveTo>
                    <a:pt x="2000" y="2300"/>
                  </a:moveTo>
                  <a:lnTo>
                    <a:pt x="2000" y="2424"/>
                  </a:lnTo>
                  <a:lnTo>
                    <a:pt x="2124" y="2424"/>
                  </a:lnTo>
                  <a:lnTo>
                    <a:pt x="2124" y="2300"/>
                  </a:lnTo>
                  <a:close/>
                  <a:moveTo>
                    <a:pt x="1200" y="1900"/>
                  </a:moveTo>
                  <a:lnTo>
                    <a:pt x="1200" y="2024"/>
                  </a:lnTo>
                  <a:lnTo>
                    <a:pt x="1424" y="2024"/>
                  </a:lnTo>
                  <a:lnTo>
                    <a:pt x="1424" y="1900"/>
                  </a:lnTo>
                  <a:close/>
                  <a:moveTo>
                    <a:pt x="900" y="1600"/>
                  </a:moveTo>
                  <a:lnTo>
                    <a:pt x="900" y="1724"/>
                  </a:lnTo>
                  <a:lnTo>
                    <a:pt x="1024" y="1724"/>
                  </a:lnTo>
                  <a:lnTo>
                    <a:pt x="1024" y="1600"/>
                  </a:lnTo>
                  <a:close/>
                  <a:moveTo>
                    <a:pt x="1400" y="1500"/>
                  </a:moveTo>
                  <a:lnTo>
                    <a:pt x="1400" y="1624"/>
                  </a:lnTo>
                  <a:lnTo>
                    <a:pt x="1524" y="1624"/>
                  </a:lnTo>
                  <a:lnTo>
                    <a:pt x="1524" y="1500"/>
                  </a:lnTo>
                  <a:close/>
                  <a:moveTo>
                    <a:pt x="400" y="1200"/>
                  </a:moveTo>
                  <a:lnTo>
                    <a:pt x="400" y="1324"/>
                  </a:lnTo>
                  <a:lnTo>
                    <a:pt x="524" y="1324"/>
                  </a:lnTo>
                  <a:lnTo>
                    <a:pt x="524" y="1200"/>
                  </a:lnTo>
                  <a:close/>
                  <a:moveTo>
                    <a:pt x="2800" y="1100"/>
                  </a:moveTo>
                  <a:lnTo>
                    <a:pt x="2800" y="1224"/>
                  </a:lnTo>
                  <a:lnTo>
                    <a:pt x="2924" y="1224"/>
                  </a:lnTo>
                  <a:lnTo>
                    <a:pt x="2924" y="1100"/>
                  </a:lnTo>
                  <a:close/>
                  <a:moveTo>
                    <a:pt x="2400" y="1100"/>
                  </a:moveTo>
                  <a:lnTo>
                    <a:pt x="2400" y="1224"/>
                  </a:lnTo>
                  <a:lnTo>
                    <a:pt x="2524" y="1224"/>
                  </a:lnTo>
                  <a:lnTo>
                    <a:pt x="2524" y="1100"/>
                  </a:lnTo>
                  <a:close/>
                  <a:moveTo>
                    <a:pt x="100" y="1100"/>
                  </a:moveTo>
                  <a:lnTo>
                    <a:pt x="100" y="1224"/>
                  </a:lnTo>
                  <a:lnTo>
                    <a:pt x="224" y="1224"/>
                  </a:lnTo>
                  <a:lnTo>
                    <a:pt x="224" y="1100"/>
                  </a:lnTo>
                  <a:close/>
                  <a:moveTo>
                    <a:pt x="1700" y="400"/>
                  </a:moveTo>
                  <a:lnTo>
                    <a:pt x="1700" y="524"/>
                  </a:lnTo>
                  <a:lnTo>
                    <a:pt x="1824" y="524"/>
                  </a:lnTo>
                  <a:lnTo>
                    <a:pt x="1824" y="400"/>
                  </a:lnTo>
                  <a:close/>
                  <a:moveTo>
                    <a:pt x="1200" y="400"/>
                  </a:moveTo>
                  <a:lnTo>
                    <a:pt x="1200" y="524"/>
                  </a:lnTo>
                  <a:lnTo>
                    <a:pt x="1324" y="524"/>
                  </a:lnTo>
                  <a:lnTo>
                    <a:pt x="1324" y="400"/>
                  </a:lnTo>
                  <a:close/>
                  <a:moveTo>
                    <a:pt x="2000" y="200"/>
                  </a:moveTo>
                  <a:lnTo>
                    <a:pt x="2000" y="324"/>
                  </a:lnTo>
                  <a:lnTo>
                    <a:pt x="2124" y="324"/>
                  </a:lnTo>
                  <a:lnTo>
                    <a:pt x="2124" y="200"/>
                  </a:lnTo>
                  <a:close/>
                  <a:moveTo>
                    <a:pt x="400" y="100"/>
                  </a:moveTo>
                  <a:lnTo>
                    <a:pt x="400" y="324"/>
                  </a:lnTo>
                  <a:lnTo>
                    <a:pt x="524" y="324"/>
                  </a:lnTo>
                  <a:lnTo>
                    <a:pt x="524" y="100"/>
                  </a:lnTo>
                  <a:close/>
                  <a:moveTo>
                    <a:pt x="1700" y="0"/>
                  </a:moveTo>
                  <a:lnTo>
                    <a:pt x="1700" y="124"/>
                  </a:lnTo>
                  <a:lnTo>
                    <a:pt x="1824" y="124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DCE9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4" name="Pipeline robot icon color 10"/>
            <p:cNvSpPr/>
            <p:nvPr/>
          </p:nvSpPr>
          <p:spPr>
            <a:xfrm>
              <a:off x="3075859" y="4593763"/>
              <a:ext cx="276515" cy="358811"/>
            </a:xfrm>
            <a:custGeom>
              <a:avLst/>
              <a:gdLst/>
              <a:ahLst/>
              <a:cxnLst/>
              <a:rect l="l" t="t" r="r" b="b"/>
              <a:pathLst>
                <a:path w="3024" h="3924">
                  <a:moveTo>
                    <a:pt x="2200" y="3800"/>
                  </a:moveTo>
                  <a:lnTo>
                    <a:pt x="2200" y="3924"/>
                  </a:lnTo>
                  <a:lnTo>
                    <a:pt x="2324" y="3924"/>
                  </a:lnTo>
                  <a:lnTo>
                    <a:pt x="2324" y="3800"/>
                  </a:lnTo>
                  <a:close/>
                  <a:moveTo>
                    <a:pt x="1900" y="3700"/>
                  </a:moveTo>
                  <a:lnTo>
                    <a:pt x="1900" y="3924"/>
                  </a:lnTo>
                  <a:lnTo>
                    <a:pt x="2024" y="3924"/>
                  </a:lnTo>
                  <a:lnTo>
                    <a:pt x="2024" y="3700"/>
                  </a:lnTo>
                  <a:close/>
                  <a:moveTo>
                    <a:pt x="1900" y="3200"/>
                  </a:moveTo>
                  <a:lnTo>
                    <a:pt x="1900" y="3324"/>
                  </a:lnTo>
                  <a:lnTo>
                    <a:pt x="2024" y="3324"/>
                  </a:lnTo>
                  <a:lnTo>
                    <a:pt x="2024" y="3200"/>
                  </a:lnTo>
                  <a:close/>
                  <a:moveTo>
                    <a:pt x="1000" y="3200"/>
                  </a:moveTo>
                  <a:lnTo>
                    <a:pt x="1000" y="3324"/>
                  </a:lnTo>
                  <a:lnTo>
                    <a:pt x="1124" y="3324"/>
                  </a:lnTo>
                  <a:lnTo>
                    <a:pt x="1124" y="3200"/>
                  </a:lnTo>
                  <a:close/>
                  <a:moveTo>
                    <a:pt x="2100" y="2900"/>
                  </a:moveTo>
                  <a:lnTo>
                    <a:pt x="2100" y="3024"/>
                  </a:lnTo>
                  <a:lnTo>
                    <a:pt x="2224" y="3024"/>
                  </a:lnTo>
                  <a:lnTo>
                    <a:pt x="2224" y="2900"/>
                  </a:lnTo>
                  <a:close/>
                  <a:moveTo>
                    <a:pt x="1600" y="2900"/>
                  </a:moveTo>
                  <a:lnTo>
                    <a:pt x="1600" y="3124"/>
                  </a:lnTo>
                  <a:lnTo>
                    <a:pt x="1724" y="3124"/>
                  </a:lnTo>
                  <a:lnTo>
                    <a:pt x="1724" y="2900"/>
                  </a:lnTo>
                  <a:close/>
                  <a:moveTo>
                    <a:pt x="2300" y="2800"/>
                  </a:moveTo>
                  <a:lnTo>
                    <a:pt x="2300" y="3424"/>
                  </a:lnTo>
                  <a:lnTo>
                    <a:pt x="2424" y="3424"/>
                  </a:lnTo>
                  <a:lnTo>
                    <a:pt x="2424" y="2800"/>
                  </a:lnTo>
                  <a:close/>
                  <a:moveTo>
                    <a:pt x="2800" y="2700"/>
                  </a:moveTo>
                  <a:lnTo>
                    <a:pt x="2800" y="2824"/>
                  </a:lnTo>
                  <a:lnTo>
                    <a:pt x="3024" y="2824"/>
                  </a:lnTo>
                  <a:lnTo>
                    <a:pt x="3024" y="2700"/>
                  </a:lnTo>
                  <a:close/>
                  <a:moveTo>
                    <a:pt x="1900" y="2700"/>
                  </a:moveTo>
                  <a:lnTo>
                    <a:pt x="1900" y="2824"/>
                  </a:lnTo>
                  <a:lnTo>
                    <a:pt x="2024" y="2824"/>
                  </a:lnTo>
                  <a:lnTo>
                    <a:pt x="2024" y="2700"/>
                  </a:lnTo>
                  <a:close/>
                  <a:moveTo>
                    <a:pt x="1100" y="2300"/>
                  </a:moveTo>
                  <a:lnTo>
                    <a:pt x="1100" y="2424"/>
                  </a:lnTo>
                  <a:lnTo>
                    <a:pt x="1224" y="2424"/>
                  </a:lnTo>
                  <a:lnTo>
                    <a:pt x="1224" y="2300"/>
                  </a:lnTo>
                  <a:close/>
                  <a:moveTo>
                    <a:pt x="2200" y="2200"/>
                  </a:moveTo>
                  <a:lnTo>
                    <a:pt x="2200" y="2324"/>
                  </a:lnTo>
                  <a:lnTo>
                    <a:pt x="2324" y="2324"/>
                  </a:lnTo>
                  <a:lnTo>
                    <a:pt x="2324" y="2200"/>
                  </a:lnTo>
                  <a:close/>
                  <a:moveTo>
                    <a:pt x="1500" y="2200"/>
                  </a:moveTo>
                  <a:lnTo>
                    <a:pt x="1500" y="2324"/>
                  </a:lnTo>
                  <a:lnTo>
                    <a:pt x="1574" y="2324"/>
                  </a:lnTo>
                  <a:lnTo>
                    <a:pt x="1600" y="2424"/>
                  </a:lnTo>
                  <a:lnTo>
                    <a:pt x="1724" y="2424"/>
                  </a:lnTo>
                  <a:lnTo>
                    <a:pt x="1724" y="2300"/>
                  </a:lnTo>
                  <a:lnTo>
                    <a:pt x="1650" y="2300"/>
                  </a:lnTo>
                  <a:lnTo>
                    <a:pt x="1624" y="2200"/>
                  </a:lnTo>
                  <a:close/>
                  <a:moveTo>
                    <a:pt x="1700" y="2100"/>
                  </a:moveTo>
                  <a:lnTo>
                    <a:pt x="1700" y="2224"/>
                  </a:lnTo>
                  <a:lnTo>
                    <a:pt x="1824" y="2224"/>
                  </a:lnTo>
                  <a:lnTo>
                    <a:pt x="1824" y="2100"/>
                  </a:lnTo>
                  <a:close/>
                  <a:moveTo>
                    <a:pt x="2100" y="1900"/>
                  </a:moveTo>
                  <a:lnTo>
                    <a:pt x="2100" y="2024"/>
                  </a:lnTo>
                  <a:lnTo>
                    <a:pt x="2224" y="2024"/>
                  </a:lnTo>
                  <a:lnTo>
                    <a:pt x="2224" y="1900"/>
                  </a:lnTo>
                  <a:close/>
                  <a:moveTo>
                    <a:pt x="1300" y="1900"/>
                  </a:moveTo>
                  <a:lnTo>
                    <a:pt x="1300" y="2024"/>
                  </a:lnTo>
                  <a:lnTo>
                    <a:pt x="1524" y="2024"/>
                  </a:lnTo>
                  <a:lnTo>
                    <a:pt x="1524" y="1900"/>
                  </a:lnTo>
                  <a:close/>
                  <a:moveTo>
                    <a:pt x="0" y="1900"/>
                  </a:moveTo>
                  <a:lnTo>
                    <a:pt x="0" y="2624"/>
                  </a:lnTo>
                  <a:lnTo>
                    <a:pt x="124" y="2624"/>
                  </a:lnTo>
                  <a:lnTo>
                    <a:pt x="124" y="1900"/>
                  </a:lnTo>
                  <a:close/>
                  <a:moveTo>
                    <a:pt x="200" y="1700"/>
                  </a:moveTo>
                  <a:lnTo>
                    <a:pt x="200" y="1824"/>
                  </a:lnTo>
                  <a:lnTo>
                    <a:pt x="324" y="1824"/>
                  </a:lnTo>
                  <a:lnTo>
                    <a:pt x="324" y="1700"/>
                  </a:lnTo>
                  <a:close/>
                  <a:moveTo>
                    <a:pt x="500" y="1500"/>
                  </a:moveTo>
                  <a:lnTo>
                    <a:pt x="500" y="1624"/>
                  </a:lnTo>
                  <a:lnTo>
                    <a:pt x="624" y="1624"/>
                  </a:lnTo>
                  <a:lnTo>
                    <a:pt x="624" y="1500"/>
                  </a:lnTo>
                  <a:close/>
                  <a:moveTo>
                    <a:pt x="2624" y="1300"/>
                  </a:moveTo>
                  <a:lnTo>
                    <a:pt x="2500" y="1300"/>
                  </a:lnTo>
                  <a:lnTo>
                    <a:pt x="2500" y="1374"/>
                  </a:lnTo>
                  <a:lnTo>
                    <a:pt x="2400" y="1400"/>
                  </a:lnTo>
                  <a:lnTo>
                    <a:pt x="2400" y="1524"/>
                  </a:lnTo>
                  <a:lnTo>
                    <a:pt x="2524" y="1524"/>
                  </a:lnTo>
                  <a:lnTo>
                    <a:pt x="2524" y="1450"/>
                  </a:lnTo>
                  <a:lnTo>
                    <a:pt x="2624" y="1424"/>
                  </a:lnTo>
                  <a:close/>
                  <a:moveTo>
                    <a:pt x="600" y="1300"/>
                  </a:moveTo>
                  <a:lnTo>
                    <a:pt x="600" y="1424"/>
                  </a:lnTo>
                  <a:lnTo>
                    <a:pt x="724" y="1424"/>
                  </a:lnTo>
                  <a:lnTo>
                    <a:pt x="724" y="1300"/>
                  </a:lnTo>
                  <a:close/>
                  <a:moveTo>
                    <a:pt x="2500" y="700"/>
                  </a:moveTo>
                  <a:lnTo>
                    <a:pt x="2500" y="824"/>
                  </a:lnTo>
                  <a:lnTo>
                    <a:pt x="2574" y="824"/>
                  </a:lnTo>
                  <a:lnTo>
                    <a:pt x="2600" y="924"/>
                  </a:lnTo>
                  <a:lnTo>
                    <a:pt x="2724" y="924"/>
                  </a:lnTo>
                  <a:lnTo>
                    <a:pt x="2724" y="800"/>
                  </a:lnTo>
                  <a:lnTo>
                    <a:pt x="2650" y="800"/>
                  </a:lnTo>
                  <a:lnTo>
                    <a:pt x="2624" y="700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2400" y="200"/>
                  </a:moveTo>
                  <a:lnTo>
                    <a:pt x="2400" y="324"/>
                  </a:lnTo>
                  <a:lnTo>
                    <a:pt x="2524" y="324"/>
                  </a:lnTo>
                  <a:lnTo>
                    <a:pt x="2524" y="200"/>
                  </a:lnTo>
                  <a:close/>
                  <a:moveTo>
                    <a:pt x="700" y="200"/>
                  </a:moveTo>
                  <a:lnTo>
                    <a:pt x="700" y="324"/>
                  </a:lnTo>
                  <a:lnTo>
                    <a:pt x="824" y="324"/>
                  </a:lnTo>
                  <a:lnTo>
                    <a:pt x="824" y="200"/>
                  </a:lnTo>
                  <a:close/>
                  <a:moveTo>
                    <a:pt x="1600" y="100"/>
                  </a:moveTo>
                  <a:lnTo>
                    <a:pt x="1600" y="224"/>
                  </a:lnTo>
                  <a:lnTo>
                    <a:pt x="1724" y="224"/>
                  </a:lnTo>
                  <a:lnTo>
                    <a:pt x="1724" y="100"/>
                  </a:lnTo>
                  <a:close/>
                  <a:moveTo>
                    <a:pt x="1400" y="100"/>
                  </a:moveTo>
                  <a:lnTo>
                    <a:pt x="1400" y="224"/>
                  </a:lnTo>
                  <a:lnTo>
                    <a:pt x="1524" y="224"/>
                  </a:lnTo>
                  <a:lnTo>
                    <a:pt x="1524" y="100"/>
                  </a:lnTo>
                  <a:close/>
                  <a:moveTo>
                    <a:pt x="1100" y="100"/>
                  </a:moveTo>
                  <a:lnTo>
                    <a:pt x="1100" y="224"/>
                  </a:lnTo>
                  <a:lnTo>
                    <a:pt x="1324" y="224"/>
                  </a:lnTo>
                  <a:lnTo>
                    <a:pt x="1324" y="100"/>
                  </a:lnTo>
                  <a:close/>
                  <a:moveTo>
                    <a:pt x="2100" y="0"/>
                  </a:moveTo>
                  <a:lnTo>
                    <a:pt x="2100" y="124"/>
                  </a:lnTo>
                  <a:lnTo>
                    <a:pt x="2224" y="1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748D9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5" name="Pipeline robot icon color 11"/>
            <p:cNvSpPr/>
            <p:nvPr/>
          </p:nvSpPr>
          <p:spPr>
            <a:xfrm>
              <a:off x="3066715" y="4612051"/>
              <a:ext cx="313091" cy="340523"/>
            </a:xfrm>
            <a:custGeom>
              <a:avLst/>
              <a:gdLst/>
              <a:ahLst/>
              <a:cxnLst/>
              <a:rect l="l" t="t" r="r" b="b"/>
              <a:pathLst>
                <a:path w="3424" h="3724">
                  <a:moveTo>
                    <a:pt x="700" y="3500"/>
                  </a:moveTo>
                  <a:lnTo>
                    <a:pt x="700" y="3724"/>
                  </a:lnTo>
                  <a:lnTo>
                    <a:pt x="824" y="3724"/>
                  </a:lnTo>
                  <a:lnTo>
                    <a:pt x="824" y="3500"/>
                  </a:lnTo>
                  <a:close/>
                  <a:moveTo>
                    <a:pt x="1400" y="3400"/>
                  </a:moveTo>
                  <a:lnTo>
                    <a:pt x="1400" y="3524"/>
                  </a:lnTo>
                  <a:lnTo>
                    <a:pt x="1524" y="3524"/>
                  </a:lnTo>
                  <a:lnTo>
                    <a:pt x="1524" y="3400"/>
                  </a:lnTo>
                  <a:close/>
                  <a:moveTo>
                    <a:pt x="1600" y="3300"/>
                  </a:moveTo>
                  <a:lnTo>
                    <a:pt x="1600" y="3424"/>
                  </a:lnTo>
                  <a:lnTo>
                    <a:pt x="1724" y="3424"/>
                  </a:lnTo>
                  <a:lnTo>
                    <a:pt x="1724" y="3300"/>
                  </a:lnTo>
                  <a:close/>
                  <a:moveTo>
                    <a:pt x="700" y="3300"/>
                  </a:moveTo>
                  <a:lnTo>
                    <a:pt x="700" y="3424"/>
                  </a:lnTo>
                  <a:lnTo>
                    <a:pt x="824" y="3424"/>
                  </a:lnTo>
                  <a:lnTo>
                    <a:pt x="824" y="3300"/>
                  </a:lnTo>
                  <a:close/>
                  <a:moveTo>
                    <a:pt x="700" y="3100"/>
                  </a:moveTo>
                  <a:lnTo>
                    <a:pt x="700" y="3224"/>
                  </a:lnTo>
                  <a:lnTo>
                    <a:pt x="824" y="3224"/>
                  </a:lnTo>
                  <a:lnTo>
                    <a:pt x="824" y="3100"/>
                  </a:lnTo>
                  <a:close/>
                  <a:moveTo>
                    <a:pt x="0" y="3000"/>
                  </a:moveTo>
                  <a:lnTo>
                    <a:pt x="0" y="3124"/>
                  </a:lnTo>
                  <a:lnTo>
                    <a:pt x="74" y="3124"/>
                  </a:lnTo>
                  <a:lnTo>
                    <a:pt x="100" y="3224"/>
                  </a:lnTo>
                  <a:lnTo>
                    <a:pt x="224" y="3224"/>
                  </a:lnTo>
                  <a:lnTo>
                    <a:pt x="224" y="3100"/>
                  </a:lnTo>
                  <a:lnTo>
                    <a:pt x="150" y="3100"/>
                  </a:lnTo>
                  <a:lnTo>
                    <a:pt x="124" y="3000"/>
                  </a:lnTo>
                  <a:close/>
                  <a:moveTo>
                    <a:pt x="3424" y="2400"/>
                  </a:moveTo>
                  <a:lnTo>
                    <a:pt x="3300" y="2400"/>
                  </a:lnTo>
                  <a:lnTo>
                    <a:pt x="3300" y="2474"/>
                  </a:lnTo>
                  <a:lnTo>
                    <a:pt x="3200" y="2500"/>
                  </a:lnTo>
                  <a:lnTo>
                    <a:pt x="3200" y="2624"/>
                  </a:lnTo>
                  <a:lnTo>
                    <a:pt x="3324" y="2624"/>
                  </a:lnTo>
                  <a:lnTo>
                    <a:pt x="3324" y="2550"/>
                  </a:lnTo>
                  <a:lnTo>
                    <a:pt x="3424" y="2524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3100" y="1100"/>
                  </a:moveTo>
                  <a:lnTo>
                    <a:pt x="3100" y="1224"/>
                  </a:lnTo>
                  <a:lnTo>
                    <a:pt x="3224" y="1224"/>
                  </a:lnTo>
                  <a:lnTo>
                    <a:pt x="3224" y="1100"/>
                  </a:lnTo>
                  <a:close/>
                  <a:moveTo>
                    <a:pt x="2700" y="1100"/>
                  </a:moveTo>
                  <a:lnTo>
                    <a:pt x="2700" y="1224"/>
                  </a:lnTo>
                  <a:lnTo>
                    <a:pt x="2824" y="1224"/>
                  </a:lnTo>
                  <a:lnTo>
                    <a:pt x="2824" y="1100"/>
                  </a:lnTo>
                  <a:close/>
                  <a:moveTo>
                    <a:pt x="600" y="1100"/>
                  </a:moveTo>
                  <a:lnTo>
                    <a:pt x="600" y="1224"/>
                  </a:lnTo>
                  <a:lnTo>
                    <a:pt x="724" y="1224"/>
                  </a:lnTo>
                  <a:lnTo>
                    <a:pt x="724" y="1100"/>
                  </a:lnTo>
                  <a:close/>
                  <a:moveTo>
                    <a:pt x="200" y="1100"/>
                  </a:moveTo>
                  <a:lnTo>
                    <a:pt x="200" y="1224"/>
                  </a:lnTo>
                  <a:lnTo>
                    <a:pt x="324" y="1224"/>
                  </a:lnTo>
                  <a:lnTo>
                    <a:pt x="324" y="1100"/>
                  </a:lnTo>
                  <a:close/>
                  <a:moveTo>
                    <a:pt x="700" y="700"/>
                  </a:moveTo>
                  <a:lnTo>
                    <a:pt x="700" y="824"/>
                  </a:lnTo>
                  <a:lnTo>
                    <a:pt x="824" y="824"/>
                  </a:lnTo>
                  <a:lnTo>
                    <a:pt x="824" y="700"/>
                  </a:lnTo>
                  <a:close/>
                  <a:moveTo>
                    <a:pt x="500" y="600"/>
                  </a:moveTo>
                  <a:lnTo>
                    <a:pt x="500" y="724"/>
                  </a:lnTo>
                  <a:lnTo>
                    <a:pt x="624" y="724"/>
                  </a:lnTo>
                  <a:lnTo>
                    <a:pt x="624" y="600"/>
                  </a:lnTo>
                  <a:close/>
                  <a:moveTo>
                    <a:pt x="2900" y="300"/>
                  </a:moveTo>
                  <a:lnTo>
                    <a:pt x="2900" y="524"/>
                  </a:lnTo>
                  <a:lnTo>
                    <a:pt x="3024" y="524"/>
                  </a:lnTo>
                  <a:lnTo>
                    <a:pt x="3024" y="300"/>
                  </a:lnTo>
                  <a:close/>
                  <a:moveTo>
                    <a:pt x="400" y="200"/>
                  </a:moveTo>
                  <a:lnTo>
                    <a:pt x="400" y="324"/>
                  </a:lnTo>
                  <a:lnTo>
                    <a:pt x="524" y="324"/>
                  </a:lnTo>
                  <a:lnTo>
                    <a:pt x="524" y="200"/>
                  </a:lnTo>
                  <a:close/>
                  <a:moveTo>
                    <a:pt x="2800" y="100"/>
                  </a:moveTo>
                  <a:lnTo>
                    <a:pt x="2800" y="224"/>
                  </a:lnTo>
                  <a:lnTo>
                    <a:pt x="2924" y="224"/>
                  </a:lnTo>
                  <a:lnTo>
                    <a:pt x="2924" y="100"/>
                  </a:lnTo>
                  <a:close/>
                  <a:moveTo>
                    <a:pt x="2600" y="0"/>
                  </a:moveTo>
                  <a:lnTo>
                    <a:pt x="2600" y="124"/>
                  </a:lnTo>
                  <a:lnTo>
                    <a:pt x="2724" y="124"/>
                  </a:lnTo>
                  <a:lnTo>
                    <a:pt x="2724" y="0"/>
                  </a:lnTo>
                  <a:close/>
                </a:path>
              </a:pathLst>
            </a:custGeom>
            <a:solidFill>
              <a:srgbClr val="D4C6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6" name="Pipeline robot icon color 13"/>
            <p:cNvSpPr/>
            <p:nvPr/>
          </p:nvSpPr>
          <p:spPr>
            <a:xfrm>
              <a:off x="3066715" y="4593763"/>
              <a:ext cx="313091" cy="349667"/>
            </a:xfrm>
            <a:custGeom>
              <a:avLst/>
              <a:gdLst/>
              <a:ahLst/>
              <a:cxnLst/>
              <a:rect l="l" t="t" r="r" b="b"/>
              <a:pathLst>
                <a:path w="3424" h="3824">
                  <a:moveTo>
                    <a:pt x="2400" y="3700"/>
                  </a:moveTo>
                  <a:lnTo>
                    <a:pt x="2400" y="3824"/>
                  </a:lnTo>
                  <a:lnTo>
                    <a:pt x="2524" y="3824"/>
                  </a:lnTo>
                  <a:lnTo>
                    <a:pt x="2524" y="3700"/>
                  </a:lnTo>
                  <a:close/>
                  <a:moveTo>
                    <a:pt x="700" y="3600"/>
                  </a:moveTo>
                  <a:lnTo>
                    <a:pt x="700" y="3724"/>
                  </a:lnTo>
                  <a:lnTo>
                    <a:pt x="824" y="3724"/>
                  </a:lnTo>
                  <a:lnTo>
                    <a:pt x="824" y="3600"/>
                  </a:lnTo>
                  <a:close/>
                  <a:moveTo>
                    <a:pt x="700" y="3400"/>
                  </a:moveTo>
                  <a:lnTo>
                    <a:pt x="700" y="3524"/>
                  </a:lnTo>
                  <a:lnTo>
                    <a:pt x="824" y="3524"/>
                  </a:lnTo>
                  <a:lnTo>
                    <a:pt x="824" y="3400"/>
                  </a:lnTo>
                  <a:close/>
                  <a:moveTo>
                    <a:pt x="1000" y="3300"/>
                  </a:moveTo>
                  <a:lnTo>
                    <a:pt x="1000" y="3424"/>
                  </a:lnTo>
                  <a:lnTo>
                    <a:pt x="1124" y="3424"/>
                  </a:lnTo>
                  <a:lnTo>
                    <a:pt x="1124" y="3300"/>
                  </a:lnTo>
                  <a:close/>
                  <a:moveTo>
                    <a:pt x="400" y="3300"/>
                  </a:moveTo>
                  <a:lnTo>
                    <a:pt x="400" y="3424"/>
                  </a:lnTo>
                  <a:lnTo>
                    <a:pt x="524" y="3424"/>
                  </a:lnTo>
                  <a:lnTo>
                    <a:pt x="524" y="3300"/>
                  </a:lnTo>
                  <a:close/>
                  <a:moveTo>
                    <a:pt x="700" y="3200"/>
                  </a:moveTo>
                  <a:lnTo>
                    <a:pt x="700" y="3324"/>
                  </a:lnTo>
                  <a:lnTo>
                    <a:pt x="824" y="3324"/>
                  </a:lnTo>
                  <a:lnTo>
                    <a:pt x="824" y="3200"/>
                  </a:lnTo>
                  <a:close/>
                  <a:moveTo>
                    <a:pt x="0" y="27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2700"/>
                  </a:lnTo>
                  <a:close/>
                  <a:moveTo>
                    <a:pt x="1000" y="2400"/>
                  </a:moveTo>
                  <a:lnTo>
                    <a:pt x="1000" y="2524"/>
                  </a:lnTo>
                  <a:lnTo>
                    <a:pt x="1124" y="2524"/>
                  </a:lnTo>
                  <a:lnTo>
                    <a:pt x="1124" y="2400"/>
                  </a:lnTo>
                  <a:close/>
                  <a:moveTo>
                    <a:pt x="1500" y="1600"/>
                  </a:moveTo>
                  <a:lnTo>
                    <a:pt x="1500" y="1724"/>
                  </a:lnTo>
                  <a:lnTo>
                    <a:pt x="1624" y="1724"/>
                  </a:lnTo>
                  <a:lnTo>
                    <a:pt x="1624" y="1600"/>
                  </a:lnTo>
                  <a:close/>
                  <a:moveTo>
                    <a:pt x="3300" y="1500"/>
                  </a:moveTo>
                  <a:lnTo>
                    <a:pt x="3300" y="1624"/>
                  </a:lnTo>
                  <a:lnTo>
                    <a:pt x="3424" y="1624"/>
                  </a:lnTo>
                  <a:lnTo>
                    <a:pt x="3424" y="1500"/>
                  </a:lnTo>
                  <a:close/>
                  <a:moveTo>
                    <a:pt x="2900" y="1300"/>
                  </a:moveTo>
                  <a:lnTo>
                    <a:pt x="2900" y="1424"/>
                  </a:lnTo>
                  <a:lnTo>
                    <a:pt x="3024" y="1424"/>
                  </a:lnTo>
                  <a:lnTo>
                    <a:pt x="3024" y="1300"/>
                  </a:lnTo>
                  <a:close/>
                  <a:moveTo>
                    <a:pt x="400" y="1300"/>
                  </a:moveTo>
                  <a:lnTo>
                    <a:pt x="400" y="1424"/>
                  </a:lnTo>
                  <a:lnTo>
                    <a:pt x="524" y="1424"/>
                  </a:lnTo>
                  <a:lnTo>
                    <a:pt x="524" y="1300"/>
                  </a:lnTo>
                  <a:close/>
                  <a:moveTo>
                    <a:pt x="2624" y="1000"/>
                  </a:moveTo>
                  <a:lnTo>
                    <a:pt x="2500" y="1000"/>
                  </a:lnTo>
                  <a:lnTo>
                    <a:pt x="2500" y="1074"/>
                  </a:lnTo>
                  <a:lnTo>
                    <a:pt x="2400" y="1100"/>
                  </a:lnTo>
                  <a:lnTo>
                    <a:pt x="2400" y="1224"/>
                  </a:lnTo>
                  <a:lnTo>
                    <a:pt x="2524" y="1224"/>
                  </a:lnTo>
                  <a:lnTo>
                    <a:pt x="2524" y="1150"/>
                  </a:lnTo>
                  <a:lnTo>
                    <a:pt x="2624" y="1124"/>
                  </a:lnTo>
                  <a:close/>
                  <a:moveTo>
                    <a:pt x="800" y="1000"/>
                  </a:moveTo>
                  <a:lnTo>
                    <a:pt x="800" y="1124"/>
                  </a:lnTo>
                  <a:lnTo>
                    <a:pt x="874" y="1124"/>
                  </a:lnTo>
                  <a:lnTo>
                    <a:pt x="900" y="1224"/>
                  </a:lnTo>
                  <a:lnTo>
                    <a:pt x="1024" y="1224"/>
                  </a:lnTo>
                  <a:lnTo>
                    <a:pt x="1024" y="1100"/>
                  </a:lnTo>
                  <a:lnTo>
                    <a:pt x="950" y="1100"/>
                  </a:lnTo>
                  <a:lnTo>
                    <a:pt x="924" y="1000"/>
                  </a:lnTo>
                  <a:close/>
                  <a:moveTo>
                    <a:pt x="700" y="600"/>
                  </a:moveTo>
                  <a:lnTo>
                    <a:pt x="700" y="724"/>
                  </a:lnTo>
                  <a:lnTo>
                    <a:pt x="824" y="724"/>
                  </a:lnTo>
                  <a:lnTo>
                    <a:pt x="824" y="60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BABFA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7" name="Pipeline robot icon color 14"/>
            <p:cNvSpPr/>
            <p:nvPr/>
          </p:nvSpPr>
          <p:spPr>
            <a:xfrm>
              <a:off x="3085003" y="4612051"/>
              <a:ext cx="276515" cy="340523"/>
            </a:xfrm>
            <a:custGeom>
              <a:avLst/>
              <a:gdLst/>
              <a:ahLst/>
              <a:cxnLst/>
              <a:rect l="l" t="t" r="r" b="b"/>
              <a:pathLst>
                <a:path w="3024" h="3724">
                  <a:moveTo>
                    <a:pt x="2300" y="3400"/>
                  </a:moveTo>
                  <a:lnTo>
                    <a:pt x="2300" y="3524"/>
                  </a:lnTo>
                  <a:lnTo>
                    <a:pt x="2424" y="3524"/>
                  </a:lnTo>
                  <a:lnTo>
                    <a:pt x="2424" y="3400"/>
                  </a:lnTo>
                  <a:close/>
                  <a:moveTo>
                    <a:pt x="1100" y="3100"/>
                  </a:moveTo>
                  <a:lnTo>
                    <a:pt x="1100" y="3224"/>
                  </a:lnTo>
                  <a:lnTo>
                    <a:pt x="1224" y="3224"/>
                  </a:lnTo>
                  <a:lnTo>
                    <a:pt x="1224" y="3100"/>
                  </a:lnTo>
                  <a:close/>
                  <a:moveTo>
                    <a:pt x="1900" y="3000"/>
                  </a:moveTo>
                  <a:lnTo>
                    <a:pt x="1900" y="3124"/>
                  </a:lnTo>
                  <a:lnTo>
                    <a:pt x="2024" y="3124"/>
                  </a:lnTo>
                  <a:lnTo>
                    <a:pt x="2024" y="3000"/>
                  </a:lnTo>
                  <a:close/>
                  <a:moveTo>
                    <a:pt x="0" y="2900"/>
                  </a:moveTo>
                  <a:lnTo>
                    <a:pt x="0" y="3024"/>
                  </a:lnTo>
                  <a:lnTo>
                    <a:pt x="124" y="3024"/>
                  </a:lnTo>
                  <a:lnTo>
                    <a:pt x="124" y="2900"/>
                  </a:lnTo>
                  <a:close/>
                  <a:moveTo>
                    <a:pt x="1400" y="2800"/>
                  </a:moveTo>
                  <a:lnTo>
                    <a:pt x="1400" y="2924"/>
                  </a:lnTo>
                  <a:lnTo>
                    <a:pt x="1524" y="2924"/>
                  </a:lnTo>
                  <a:lnTo>
                    <a:pt x="1524" y="2800"/>
                  </a:lnTo>
                  <a:close/>
                  <a:moveTo>
                    <a:pt x="900" y="2800"/>
                  </a:moveTo>
                  <a:lnTo>
                    <a:pt x="900" y="2924"/>
                  </a:lnTo>
                  <a:lnTo>
                    <a:pt x="1024" y="2924"/>
                  </a:lnTo>
                  <a:lnTo>
                    <a:pt x="1024" y="2800"/>
                  </a:lnTo>
                  <a:close/>
                  <a:moveTo>
                    <a:pt x="1100" y="2700"/>
                  </a:moveTo>
                  <a:lnTo>
                    <a:pt x="1100" y="2824"/>
                  </a:lnTo>
                  <a:lnTo>
                    <a:pt x="1324" y="2824"/>
                  </a:lnTo>
                  <a:lnTo>
                    <a:pt x="1324" y="2700"/>
                  </a:lnTo>
                  <a:close/>
                  <a:moveTo>
                    <a:pt x="2400" y="2600"/>
                  </a:moveTo>
                  <a:lnTo>
                    <a:pt x="2400" y="2724"/>
                  </a:lnTo>
                  <a:lnTo>
                    <a:pt x="2524" y="2724"/>
                  </a:lnTo>
                  <a:lnTo>
                    <a:pt x="2524" y="2600"/>
                  </a:lnTo>
                  <a:close/>
                  <a:moveTo>
                    <a:pt x="1900" y="2500"/>
                  </a:moveTo>
                  <a:lnTo>
                    <a:pt x="1900" y="2624"/>
                  </a:lnTo>
                  <a:lnTo>
                    <a:pt x="2024" y="2624"/>
                  </a:lnTo>
                  <a:lnTo>
                    <a:pt x="2024" y="2500"/>
                  </a:lnTo>
                  <a:close/>
                  <a:moveTo>
                    <a:pt x="900" y="2500"/>
                  </a:moveTo>
                  <a:lnTo>
                    <a:pt x="900" y="2624"/>
                  </a:lnTo>
                  <a:lnTo>
                    <a:pt x="1024" y="2624"/>
                  </a:lnTo>
                  <a:lnTo>
                    <a:pt x="1024" y="2500"/>
                  </a:lnTo>
                  <a:close/>
                  <a:moveTo>
                    <a:pt x="0" y="2400"/>
                  </a:moveTo>
                  <a:lnTo>
                    <a:pt x="0" y="2524"/>
                  </a:lnTo>
                  <a:lnTo>
                    <a:pt x="224" y="2524"/>
                  </a:lnTo>
                  <a:lnTo>
                    <a:pt x="224" y="2400"/>
                  </a:lnTo>
                  <a:close/>
                  <a:moveTo>
                    <a:pt x="2900" y="2300"/>
                  </a:moveTo>
                  <a:lnTo>
                    <a:pt x="2900" y="2424"/>
                  </a:lnTo>
                  <a:lnTo>
                    <a:pt x="3024" y="2424"/>
                  </a:lnTo>
                  <a:lnTo>
                    <a:pt x="3024" y="2300"/>
                  </a:lnTo>
                  <a:close/>
                  <a:moveTo>
                    <a:pt x="2700" y="2200"/>
                  </a:moveTo>
                  <a:lnTo>
                    <a:pt x="2700" y="2324"/>
                  </a:lnTo>
                  <a:lnTo>
                    <a:pt x="2824" y="2324"/>
                  </a:lnTo>
                  <a:lnTo>
                    <a:pt x="2824" y="2200"/>
                  </a:lnTo>
                  <a:close/>
                  <a:moveTo>
                    <a:pt x="1800" y="2000"/>
                  </a:moveTo>
                  <a:lnTo>
                    <a:pt x="1800" y="2124"/>
                  </a:lnTo>
                  <a:lnTo>
                    <a:pt x="1924" y="2124"/>
                  </a:lnTo>
                  <a:lnTo>
                    <a:pt x="1924" y="2000"/>
                  </a:lnTo>
                  <a:close/>
                  <a:moveTo>
                    <a:pt x="700" y="1900"/>
                  </a:moveTo>
                  <a:lnTo>
                    <a:pt x="700" y="3724"/>
                  </a:lnTo>
                  <a:lnTo>
                    <a:pt x="824" y="3724"/>
                  </a:lnTo>
                  <a:lnTo>
                    <a:pt x="824" y="1900"/>
                  </a:lnTo>
                  <a:close/>
                  <a:moveTo>
                    <a:pt x="2300" y="1800"/>
                  </a:moveTo>
                  <a:lnTo>
                    <a:pt x="2300" y="1924"/>
                  </a:lnTo>
                  <a:lnTo>
                    <a:pt x="2424" y="1924"/>
                  </a:lnTo>
                  <a:lnTo>
                    <a:pt x="2424" y="1800"/>
                  </a:lnTo>
                  <a:close/>
                  <a:moveTo>
                    <a:pt x="2000" y="1800"/>
                  </a:moveTo>
                  <a:lnTo>
                    <a:pt x="2000" y="1924"/>
                  </a:lnTo>
                  <a:lnTo>
                    <a:pt x="2124" y="1924"/>
                  </a:lnTo>
                  <a:lnTo>
                    <a:pt x="2124" y="1800"/>
                  </a:lnTo>
                  <a:close/>
                  <a:moveTo>
                    <a:pt x="1600" y="1800"/>
                  </a:moveTo>
                  <a:lnTo>
                    <a:pt x="1600" y="1924"/>
                  </a:lnTo>
                  <a:lnTo>
                    <a:pt x="1724" y="1924"/>
                  </a:lnTo>
                  <a:lnTo>
                    <a:pt x="1724" y="1800"/>
                  </a:lnTo>
                  <a:close/>
                  <a:moveTo>
                    <a:pt x="500" y="1800"/>
                  </a:moveTo>
                  <a:lnTo>
                    <a:pt x="500" y="1924"/>
                  </a:lnTo>
                  <a:lnTo>
                    <a:pt x="624" y="1924"/>
                  </a:lnTo>
                  <a:lnTo>
                    <a:pt x="624" y="1800"/>
                  </a:lnTo>
                  <a:close/>
                  <a:moveTo>
                    <a:pt x="1000" y="1600"/>
                  </a:moveTo>
                  <a:lnTo>
                    <a:pt x="1000" y="1724"/>
                  </a:lnTo>
                  <a:lnTo>
                    <a:pt x="1824" y="1724"/>
                  </a:lnTo>
                  <a:lnTo>
                    <a:pt x="1824" y="1600"/>
                  </a:lnTo>
                  <a:close/>
                  <a:moveTo>
                    <a:pt x="2500" y="1500"/>
                  </a:moveTo>
                  <a:lnTo>
                    <a:pt x="2500" y="2024"/>
                  </a:lnTo>
                  <a:lnTo>
                    <a:pt x="2624" y="2024"/>
                  </a:lnTo>
                  <a:lnTo>
                    <a:pt x="2624" y="1500"/>
                  </a:lnTo>
                  <a:close/>
                  <a:moveTo>
                    <a:pt x="1900" y="1400"/>
                  </a:moveTo>
                  <a:lnTo>
                    <a:pt x="1900" y="1524"/>
                  </a:lnTo>
                  <a:lnTo>
                    <a:pt x="2024" y="1524"/>
                  </a:lnTo>
                  <a:lnTo>
                    <a:pt x="2024" y="1400"/>
                  </a:lnTo>
                  <a:close/>
                  <a:moveTo>
                    <a:pt x="2700" y="1300"/>
                  </a:moveTo>
                  <a:lnTo>
                    <a:pt x="2700" y="1524"/>
                  </a:lnTo>
                  <a:lnTo>
                    <a:pt x="2824" y="1524"/>
                  </a:lnTo>
                  <a:lnTo>
                    <a:pt x="2824" y="1300"/>
                  </a:lnTo>
                  <a:close/>
                  <a:moveTo>
                    <a:pt x="2000" y="1000"/>
                  </a:moveTo>
                  <a:lnTo>
                    <a:pt x="2000" y="1124"/>
                  </a:lnTo>
                  <a:lnTo>
                    <a:pt x="2124" y="1124"/>
                  </a:lnTo>
                  <a:lnTo>
                    <a:pt x="2124" y="1000"/>
                  </a:lnTo>
                  <a:close/>
                  <a:moveTo>
                    <a:pt x="1000" y="800"/>
                  </a:moveTo>
                  <a:lnTo>
                    <a:pt x="1000" y="924"/>
                  </a:lnTo>
                  <a:lnTo>
                    <a:pt x="2024" y="924"/>
                  </a:lnTo>
                  <a:lnTo>
                    <a:pt x="2024" y="800"/>
                  </a:lnTo>
                  <a:close/>
                  <a:moveTo>
                    <a:pt x="1700" y="400"/>
                  </a:moveTo>
                  <a:lnTo>
                    <a:pt x="1700" y="524"/>
                  </a:lnTo>
                  <a:lnTo>
                    <a:pt x="1824" y="524"/>
                  </a:lnTo>
                  <a:lnTo>
                    <a:pt x="1824" y="400"/>
                  </a:lnTo>
                  <a:close/>
                  <a:moveTo>
                    <a:pt x="1200" y="400"/>
                  </a:moveTo>
                  <a:lnTo>
                    <a:pt x="1200" y="524"/>
                  </a:lnTo>
                  <a:lnTo>
                    <a:pt x="1324" y="524"/>
                  </a:lnTo>
                  <a:lnTo>
                    <a:pt x="1324" y="400"/>
                  </a:lnTo>
                  <a:close/>
                  <a:moveTo>
                    <a:pt x="2500" y="300"/>
                  </a:moveTo>
                  <a:lnTo>
                    <a:pt x="2500" y="424"/>
                  </a:lnTo>
                  <a:lnTo>
                    <a:pt x="2624" y="424"/>
                  </a:lnTo>
                  <a:lnTo>
                    <a:pt x="2624" y="300"/>
                  </a:lnTo>
                  <a:close/>
                  <a:moveTo>
                    <a:pt x="900" y="300"/>
                  </a:moveTo>
                  <a:lnTo>
                    <a:pt x="900" y="424"/>
                  </a:lnTo>
                  <a:lnTo>
                    <a:pt x="1024" y="424"/>
                  </a:lnTo>
                  <a:lnTo>
                    <a:pt x="1024" y="300"/>
                  </a:lnTo>
                  <a:close/>
                  <a:moveTo>
                    <a:pt x="2200" y="200"/>
                  </a:moveTo>
                  <a:lnTo>
                    <a:pt x="2200" y="624"/>
                  </a:lnTo>
                  <a:lnTo>
                    <a:pt x="2324" y="624"/>
                  </a:lnTo>
                  <a:lnTo>
                    <a:pt x="2324" y="200"/>
                  </a:lnTo>
                  <a:close/>
                  <a:moveTo>
                    <a:pt x="700" y="200"/>
                  </a:moveTo>
                  <a:lnTo>
                    <a:pt x="700" y="624"/>
                  </a:lnTo>
                  <a:lnTo>
                    <a:pt x="824" y="624"/>
                  </a:lnTo>
                  <a:lnTo>
                    <a:pt x="824" y="20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924" y="124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CCDB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8" name="Pipeline robot icon color 15"/>
            <p:cNvSpPr/>
            <p:nvPr/>
          </p:nvSpPr>
          <p:spPr>
            <a:xfrm>
              <a:off x="3066715" y="4593763"/>
              <a:ext cx="303947" cy="395387"/>
            </a:xfrm>
            <a:custGeom>
              <a:avLst/>
              <a:gdLst/>
              <a:ahLst/>
              <a:cxnLst/>
              <a:rect l="l" t="t" r="r" b="b"/>
              <a:pathLst>
                <a:path w="3324" h="4324">
                  <a:moveTo>
                    <a:pt x="1300" y="4200"/>
                  </a:moveTo>
                  <a:lnTo>
                    <a:pt x="1300" y="4324"/>
                  </a:lnTo>
                  <a:lnTo>
                    <a:pt x="1824" y="4324"/>
                  </a:lnTo>
                  <a:lnTo>
                    <a:pt x="1824" y="4200"/>
                  </a:lnTo>
                  <a:close/>
                  <a:moveTo>
                    <a:pt x="1100" y="4200"/>
                  </a:moveTo>
                  <a:lnTo>
                    <a:pt x="1100" y="4324"/>
                  </a:lnTo>
                  <a:lnTo>
                    <a:pt x="1224" y="4324"/>
                  </a:lnTo>
                  <a:lnTo>
                    <a:pt x="1224" y="4200"/>
                  </a:lnTo>
                  <a:close/>
                  <a:moveTo>
                    <a:pt x="2124" y="4100"/>
                  </a:moveTo>
                  <a:lnTo>
                    <a:pt x="2000" y="4100"/>
                  </a:lnTo>
                  <a:lnTo>
                    <a:pt x="2000" y="4174"/>
                  </a:lnTo>
                  <a:lnTo>
                    <a:pt x="1900" y="4200"/>
                  </a:lnTo>
                  <a:lnTo>
                    <a:pt x="1900" y="4324"/>
                  </a:lnTo>
                  <a:lnTo>
                    <a:pt x="2024" y="4324"/>
                  </a:lnTo>
                  <a:lnTo>
                    <a:pt x="2024" y="4250"/>
                  </a:lnTo>
                  <a:lnTo>
                    <a:pt x="2124" y="4224"/>
                  </a:lnTo>
                  <a:close/>
                  <a:moveTo>
                    <a:pt x="900" y="4000"/>
                  </a:moveTo>
                  <a:lnTo>
                    <a:pt x="900" y="4124"/>
                  </a:lnTo>
                  <a:lnTo>
                    <a:pt x="1024" y="4124"/>
                  </a:lnTo>
                  <a:lnTo>
                    <a:pt x="1024" y="4000"/>
                  </a:lnTo>
                  <a:close/>
                  <a:moveTo>
                    <a:pt x="2324" y="3800"/>
                  </a:moveTo>
                  <a:lnTo>
                    <a:pt x="2200" y="3800"/>
                  </a:lnTo>
                  <a:lnTo>
                    <a:pt x="2200" y="3874"/>
                  </a:lnTo>
                  <a:lnTo>
                    <a:pt x="2100" y="3900"/>
                  </a:lnTo>
                  <a:lnTo>
                    <a:pt x="2100" y="4024"/>
                  </a:lnTo>
                  <a:lnTo>
                    <a:pt x="2224" y="4024"/>
                  </a:lnTo>
                  <a:lnTo>
                    <a:pt x="2224" y="3950"/>
                  </a:lnTo>
                  <a:lnTo>
                    <a:pt x="2324" y="3924"/>
                  </a:lnTo>
                  <a:close/>
                  <a:moveTo>
                    <a:pt x="800" y="3800"/>
                  </a:moveTo>
                  <a:lnTo>
                    <a:pt x="800" y="3924"/>
                  </a:lnTo>
                  <a:lnTo>
                    <a:pt x="924" y="3924"/>
                  </a:lnTo>
                  <a:lnTo>
                    <a:pt x="924" y="3800"/>
                  </a:lnTo>
                  <a:close/>
                  <a:moveTo>
                    <a:pt x="2100" y="3600"/>
                  </a:moveTo>
                  <a:lnTo>
                    <a:pt x="2100" y="3724"/>
                  </a:lnTo>
                  <a:lnTo>
                    <a:pt x="2324" y="3724"/>
                  </a:lnTo>
                  <a:lnTo>
                    <a:pt x="2324" y="3600"/>
                  </a:lnTo>
                  <a:close/>
                  <a:moveTo>
                    <a:pt x="800" y="3500"/>
                  </a:moveTo>
                  <a:lnTo>
                    <a:pt x="800" y="3724"/>
                  </a:lnTo>
                  <a:lnTo>
                    <a:pt x="924" y="3724"/>
                  </a:lnTo>
                  <a:lnTo>
                    <a:pt x="924" y="3500"/>
                  </a:lnTo>
                  <a:close/>
                  <a:moveTo>
                    <a:pt x="1200" y="3300"/>
                  </a:moveTo>
                  <a:lnTo>
                    <a:pt x="1200" y="3424"/>
                  </a:lnTo>
                  <a:lnTo>
                    <a:pt x="1324" y="3424"/>
                  </a:lnTo>
                  <a:lnTo>
                    <a:pt x="1324" y="3300"/>
                  </a:lnTo>
                  <a:close/>
                  <a:moveTo>
                    <a:pt x="100" y="3200"/>
                  </a:moveTo>
                  <a:lnTo>
                    <a:pt x="100" y="3324"/>
                  </a:lnTo>
                  <a:lnTo>
                    <a:pt x="324" y="3324"/>
                  </a:lnTo>
                  <a:lnTo>
                    <a:pt x="324" y="3200"/>
                  </a:lnTo>
                  <a:close/>
                  <a:moveTo>
                    <a:pt x="2100" y="3100"/>
                  </a:moveTo>
                  <a:lnTo>
                    <a:pt x="2100" y="3224"/>
                  </a:lnTo>
                  <a:lnTo>
                    <a:pt x="2224" y="3224"/>
                  </a:lnTo>
                  <a:lnTo>
                    <a:pt x="2224" y="3100"/>
                  </a:lnTo>
                  <a:close/>
                  <a:moveTo>
                    <a:pt x="2100" y="2800"/>
                  </a:moveTo>
                  <a:lnTo>
                    <a:pt x="2100" y="2924"/>
                  </a:lnTo>
                  <a:lnTo>
                    <a:pt x="2224" y="2924"/>
                  </a:lnTo>
                  <a:lnTo>
                    <a:pt x="2224" y="2800"/>
                  </a:lnTo>
                  <a:close/>
                  <a:moveTo>
                    <a:pt x="3200" y="2500"/>
                  </a:moveTo>
                  <a:lnTo>
                    <a:pt x="3200" y="2574"/>
                  </a:lnTo>
                  <a:lnTo>
                    <a:pt x="3100" y="2600"/>
                  </a:lnTo>
                  <a:lnTo>
                    <a:pt x="3100" y="2724"/>
                  </a:lnTo>
                  <a:lnTo>
                    <a:pt x="3324" y="2724"/>
                  </a:lnTo>
                  <a:lnTo>
                    <a:pt x="3324" y="2500"/>
                  </a:lnTo>
                  <a:close/>
                  <a:moveTo>
                    <a:pt x="2700" y="2500"/>
                  </a:moveTo>
                  <a:lnTo>
                    <a:pt x="2700" y="2624"/>
                  </a:lnTo>
                  <a:lnTo>
                    <a:pt x="2824" y="2624"/>
                  </a:lnTo>
                  <a:lnTo>
                    <a:pt x="2824" y="2500"/>
                  </a:lnTo>
                  <a:close/>
                  <a:moveTo>
                    <a:pt x="800" y="2500"/>
                  </a:moveTo>
                  <a:lnTo>
                    <a:pt x="800" y="3424"/>
                  </a:lnTo>
                  <a:lnTo>
                    <a:pt x="924" y="3424"/>
                  </a:lnTo>
                  <a:lnTo>
                    <a:pt x="924" y="2500"/>
                  </a:lnTo>
                  <a:close/>
                  <a:moveTo>
                    <a:pt x="2700" y="2300"/>
                  </a:moveTo>
                  <a:lnTo>
                    <a:pt x="2700" y="2424"/>
                  </a:lnTo>
                  <a:lnTo>
                    <a:pt x="2824" y="2424"/>
                  </a:lnTo>
                  <a:lnTo>
                    <a:pt x="2824" y="2300"/>
                  </a:lnTo>
                  <a:close/>
                  <a:moveTo>
                    <a:pt x="1800" y="2300"/>
                  </a:moveTo>
                  <a:lnTo>
                    <a:pt x="1800" y="2424"/>
                  </a:lnTo>
                  <a:lnTo>
                    <a:pt x="1924" y="2424"/>
                  </a:lnTo>
                  <a:lnTo>
                    <a:pt x="1924" y="2300"/>
                  </a:lnTo>
                  <a:close/>
                  <a:moveTo>
                    <a:pt x="800" y="2300"/>
                  </a:moveTo>
                  <a:lnTo>
                    <a:pt x="800" y="2424"/>
                  </a:lnTo>
                  <a:lnTo>
                    <a:pt x="924" y="2424"/>
                  </a:lnTo>
                  <a:lnTo>
                    <a:pt x="924" y="2300"/>
                  </a:lnTo>
                  <a:close/>
                  <a:moveTo>
                    <a:pt x="2300" y="2424"/>
                  </a:moveTo>
                  <a:lnTo>
                    <a:pt x="2424" y="2424"/>
                  </a:lnTo>
                  <a:lnTo>
                    <a:pt x="2450" y="2324"/>
                  </a:lnTo>
                  <a:lnTo>
                    <a:pt x="2624" y="2324"/>
                  </a:lnTo>
                  <a:lnTo>
                    <a:pt x="2624" y="2200"/>
                  </a:lnTo>
                  <a:lnTo>
                    <a:pt x="2400" y="2200"/>
                  </a:lnTo>
                  <a:lnTo>
                    <a:pt x="2400" y="2274"/>
                  </a:lnTo>
                  <a:lnTo>
                    <a:pt x="2300" y="2300"/>
                  </a:lnTo>
                  <a:close/>
                  <a:moveTo>
                    <a:pt x="1400" y="2000"/>
                  </a:moveTo>
                  <a:lnTo>
                    <a:pt x="1400" y="2124"/>
                  </a:lnTo>
                  <a:lnTo>
                    <a:pt x="1524" y="2124"/>
                  </a:lnTo>
                  <a:lnTo>
                    <a:pt x="1524" y="2000"/>
                  </a:lnTo>
                  <a:close/>
                  <a:moveTo>
                    <a:pt x="800" y="2000"/>
                  </a:moveTo>
                  <a:lnTo>
                    <a:pt x="800" y="2224"/>
                  </a:lnTo>
                  <a:lnTo>
                    <a:pt x="924" y="2224"/>
                  </a:lnTo>
                  <a:lnTo>
                    <a:pt x="924" y="2000"/>
                  </a:lnTo>
                  <a:close/>
                  <a:moveTo>
                    <a:pt x="2800" y="1800"/>
                  </a:moveTo>
                  <a:lnTo>
                    <a:pt x="2800" y="1924"/>
                  </a:lnTo>
                  <a:lnTo>
                    <a:pt x="2924" y="1924"/>
                  </a:lnTo>
                  <a:lnTo>
                    <a:pt x="2924" y="1800"/>
                  </a:lnTo>
                  <a:close/>
                  <a:moveTo>
                    <a:pt x="2100" y="1800"/>
                  </a:moveTo>
                  <a:lnTo>
                    <a:pt x="2100" y="1924"/>
                  </a:lnTo>
                  <a:lnTo>
                    <a:pt x="2324" y="1924"/>
                  </a:lnTo>
                  <a:lnTo>
                    <a:pt x="2324" y="1800"/>
                  </a:lnTo>
                  <a:close/>
                  <a:moveTo>
                    <a:pt x="900" y="1800"/>
                  </a:moveTo>
                  <a:lnTo>
                    <a:pt x="900" y="1924"/>
                  </a:lnTo>
                  <a:lnTo>
                    <a:pt x="1024" y="1924"/>
                  </a:lnTo>
                  <a:lnTo>
                    <a:pt x="1024" y="1800"/>
                  </a:lnTo>
                  <a:close/>
                  <a:moveTo>
                    <a:pt x="400" y="1800"/>
                  </a:moveTo>
                  <a:lnTo>
                    <a:pt x="400" y="1924"/>
                  </a:lnTo>
                  <a:lnTo>
                    <a:pt x="500" y="1950"/>
                  </a:lnTo>
                  <a:lnTo>
                    <a:pt x="500" y="2774"/>
                  </a:lnTo>
                  <a:lnTo>
                    <a:pt x="450" y="2800"/>
                  </a:lnTo>
                  <a:lnTo>
                    <a:pt x="424" y="2700"/>
                  </a:lnTo>
                  <a:lnTo>
                    <a:pt x="200" y="2700"/>
                  </a:lnTo>
                  <a:lnTo>
                    <a:pt x="200" y="2924"/>
                  </a:lnTo>
                  <a:lnTo>
                    <a:pt x="324" y="2924"/>
                  </a:lnTo>
                  <a:lnTo>
                    <a:pt x="324" y="2850"/>
                  </a:lnTo>
                  <a:lnTo>
                    <a:pt x="374" y="2824"/>
                  </a:lnTo>
                  <a:lnTo>
                    <a:pt x="400" y="2924"/>
                  </a:lnTo>
                  <a:lnTo>
                    <a:pt x="500" y="2950"/>
                  </a:lnTo>
                  <a:lnTo>
                    <a:pt x="500" y="3124"/>
                  </a:lnTo>
                  <a:lnTo>
                    <a:pt x="624" y="3124"/>
                  </a:lnTo>
                  <a:lnTo>
                    <a:pt x="624" y="2900"/>
                  </a:lnTo>
                  <a:lnTo>
                    <a:pt x="524" y="2874"/>
                  </a:lnTo>
                  <a:lnTo>
                    <a:pt x="550" y="2824"/>
                  </a:lnTo>
                  <a:lnTo>
                    <a:pt x="624" y="2824"/>
                  </a:lnTo>
                  <a:lnTo>
                    <a:pt x="624" y="1800"/>
                  </a:lnTo>
                  <a:close/>
                  <a:moveTo>
                    <a:pt x="3200" y="1700"/>
                  </a:moveTo>
                  <a:lnTo>
                    <a:pt x="3200" y="1924"/>
                  </a:lnTo>
                  <a:lnTo>
                    <a:pt x="3324" y="1924"/>
                  </a:lnTo>
                  <a:lnTo>
                    <a:pt x="3324" y="1700"/>
                  </a:lnTo>
                  <a:close/>
                  <a:moveTo>
                    <a:pt x="0" y="1700"/>
                  </a:moveTo>
                  <a:lnTo>
                    <a:pt x="0" y="2624"/>
                  </a:lnTo>
                  <a:lnTo>
                    <a:pt x="124" y="2624"/>
                  </a:lnTo>
                  <a:lnTo>
                    <a:pt x="124" y="1950"/>
                  </a:lnTo>
                  <a:lnTo>
                    <a:pt x="224" y="1924"/>
                  </a:lnTo>
                  <a:lnTo>
                    <a:pt x="224" y="1800"/>
                  </a:lnTo>
                  <a:lnTo>
                    <a:pt x="150" y="1800"/>
                  </a:lnTo>
                  <a:lnTo>
                    <a:pt x="124" y="1700"/>
                  </a:lnTo>
                  <a:close/>
                  <a:moveTo>
                    <a:pt x="500" y="1600"/>
                  </a:moveTo>
                  <a:lnTo>
                    <a:pt x="500" y="1724"/>
                  </a:lnTo>
                  <a:lnTo>
                    <a:pt x="624" y="1724"/>
                  </a:lnTo>
                  <a:lnTo>
                    <a:pt x="624" y="1600"/>
                  </a:lnTo>
                  <a:close/>
                  <a:moveTo>
                    <a:pt x="3100" y="1400"/>
                  </a:moveTo>
                  <a:lnTo>
                    <a:pt x="3100" y="1524"/>
                  </a:lnTo>
                  <a:lnTo>
                    <a:pt x="3224" y="1524"/>
                  </a:lnTo>
                  <a:lnTo>
                    <a:pt x="3224" y="1400"/>
                  </a:lnTo>
                  <a:close/>
                  <a:moveTo>
                    <a:pt x="2700" y="1400"/>
                  </a:moveTo>
                  <a:lnTo>
                    <a:pt x="2700" y="1524"/>
                  </a:lnTo>
                  <a:lnTo>
                    <a:pt x="2774" y="1524"/>
                  </a:lnTo>
                  <a:lnTo>
                    <a:pt x="2800" y="1624"/>
                  </a:lnTo>
                  <a:lnTo>
                    <a:pt x="2924" y="1624"/>
                  </a:lnTo>
                  <a:lnTo>
                    <a:pt x="2924" y="1500"/>
                  </a:lnTo>
                  <a:lnTo>
                    <a:pt x="2850" y="1500"/>
                  </a:lnTo>
                  <a:lnTo>
                    <a:pt x="2824" y="1400"/>
                  </a:lnTo>
                  <a:close/>
                  <a:moveTo>
                    <a:pt x="400" y="1400"/>
                  </a:moveTo>
                  <a:lnTo>
                    <a:pt x="400" y="1524"/>
                  </a:lnTo>
                  <a:lnTo>
                    <a:pt x="524" y="1524"/>
                  </a:lnTo>
                  <a:lnTo>
                    <a:pt x="524" y="1400"/>
                  </a:lnTo>
                  <a:close/>
                  <a:moveTo>
                    <a:pt x="324" y="1400"/>
                  </a:moveTo>
                  <a:lnTo>
                    <a:pt x="200" y="1400"/>
                  </a:lnTo>
                  <a:lnTo>
                    <a:pt x="200" y="1474"/>
                  </a:lnTo>
                  <a:lnTo>
                    <a:pt x="100" y="1500"/>
                  </a:lnTo>
                  <a:lnTo>
                    <a:pt x="100" y="1624"/>
                  </a:lnTo>
                  <a:lnTo>
                    <a:pt x="224" y="1624"/>
                  </a:lnTo>
                  <a:lnTo>
                    <a:pt x="224" y="1550"/>
                  </a:lnTo>
                  <a:lnTo>
                    <a:pt x="324" y="1524"/>
                  </a:lnTo>
                  <a:close/>
                  <a:moveTo>
                    <a:pt x="1400" y="1200"/>
                  </a:moveTo>
                  <a:lnTo>
                    <a:pt x="1400" y="1324"/>
                  </a:lnTo>
                  <a:lnTo>
                    <a:pt x="1474" y="1324"/>
                  </a:lnTo>
                  <a:lnTo>
                    <a:pt x="1500" y="1424"/>
                  </a:lnTo>
                  <a:lnTo>
                    <a:pt x="1924" y="1424"/>
                  </a:lnTo>
                  <a:lnTo>
                    <a:pt x="1924" y="1300"/>
                  </a:lnTo>
                  <a:lnTo>
                    <a:pt x="1550" y="1300"/>
                  </a:lnTo>
                  <a:lnTo>
                    <a:pt x="1524" y="1200"/>
                  </a:lnTo>
                  <a:close/>
                  <a:moveTo>
                    <a:pt x="2200" y="1100"/>
                  </a:moveTo>
                  <a:lnTo>
                    <a:pt x="2200" y="1224"/>
                  </a:lnTo>
                  <a:lnTo>
                    <a:pt x="2324" y="1224"/>
                  </a:lnTo>
                  <a:lnTo>
                    <a:pt x="2324" y="1100"/>
                  </a:lnTo>
                  <a:close/>
                  <a:moveTo>
                    <a:pt x="2000" y="11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1100"/>
                  </a:lnTo>
                  <a:close/>
                  <a:moveTo>
                    <a:pt x="1100" y="1100"/>
                  </a:moveTo>
                  <a:lnTo>
                    <a:pt x="1100" y="1224"/>
                  </a:lnTo>
                  <a:lnTo>
                    <a:pt x="1324" y="1224"/>
                  </a:lnTo>
                  <a:lnTo>
                    <a:pt x="1324" y="1100"/>
                  </a:lnTo>
                  <a:close/>
                  <a:moveTo>
                    <a:pt x="2400" y="1000"/>
                  </a:moveTo>
                  <a:lnTo>
                    <a:pt x="2400" y="1124"/>
                  </a:lnTo>
                  <a:lnTo>
                    <a:pt x="2524" y="1124"/>
                  </a:lnTo>
                  <a:lnTo>
                    <a:pt x="2524" y="1000"/>
                  </a:lnTo>
                  <a:close/>
                  <a:moveTo>
                    <a:pt x="2600" y="800"/>
                  </a:moveTo>
                  <a:lnTo>
                    <a:pt x="2600" y="924"/>
                  </a:lnTo>
                  <a:lnTo>
                    <a:pt x="2724" y="924"/>
                  </a:lnTo>
                  <a:lnTo>
                    <a:pt x="2724" y="800"/>
                  </a:lnTo>
                  <a:close/>
                  <a:moveTo>
                    <a:pt x="700" y="800"/>
                  </a:moveTo>
                  <a:lnTo>
                    <a:pt x="700" y="924"/>
                  </a:lnTo>
                  <a:lnTo>
                    <a:pt x="824" y="924"/>
                  </a:lnTo>
                  <a:lnTo>
                    <a:pt x="824" y="800"/>
                  </a:lnTo>
                  <a:close/>
                  <a:moveTo>
                    <a:pt x="800" y="600"/>
                  </a:moveTo>
                  <a:lnTo>
                    <a:pt x="800" y="724"/>
                  </a:lnTo>
                  <a:lnTo>
                    <a:pt x="924" y="724"/>
                  </a:lnTo>
                  <a:lnTo>
                    <a:pt x="924" y="600"/>
                  </a:lnTo>
                  <a:close/>
                  <a:moveTo>
                    <a:pt x="500" y="600"/>
                  </a:moveTo>
                  <a:lnTo>
                    <a:pt x="500" y="724"/>
                  </a:lnTo>
                  <a:lnTo>
                    <a:pt x="624" y="724"/>
                  </a:lnTo>
                  <a:lnTo>
                    <a:pt x="624" y="600"/>
                  </a:lnTo>
                  <a:close/>
                  <a:moveTo>
                    <a:pt x="500" y="400"/>
                  </a:moveTo>
                  <a:lnTo>
                    <a:pt x="500" y="524"/>
                  </a:lnTo>
                  <a:lnTo>
                    <a:pt x="624" y="524"/>
                  </a:lnTo>
                  <a:lnTo>
                    <a:pt x="624" y="400"/>
                  </a:lnTo>
                  <a:close/>
                  <a:moveTo>
                    <a:pt x="2600" y="300"/>
                  </a:moveTo>
                  <a:lnTo>
                    <a:pt x="2600" y="424"/>
                  </a:lnTo>
                  <a:lnTo>
                    <a:pt x="2724" y="424"/>
                  </a:lnTo>
                  <a:lnTo>
                    <a:pt x="2724" y="300"/>
                  </a:lnTo>
                  <a:close/>
                  <a:moveTo>
                    <a:pt x="700" y="300"/>
                  </a:moveTo>
                  <a:lnTo>
                    <a:pt x="700" y="424"/>
                  </a:lnTo>
                  <a:lnTo>
                    <a:pt x="824" y="424"/>
                  </a:lnTo>
                  <a:lnTo>
                    <a:pt x="824" y="300"/>
                  </a:lnTo>
                  <a:close/>
                  <a:moveTo>
                    <a:pt x="2300" y="100"/>
                  </a:moveTo>
                  <a:lnTo>
                    <a:pt x="2300" y="224"/>
                  </a:lnTo>
                  <a:lnTo>
                    <a:pt x="2374" y="224"/>
                  </a:lnTo>
                  <a:lnTo>
                    <a:pt x="2400" y="324"/>
                  </a:lnTo>
                  <a:lnTo>
                    <a:pt x="2524" y="324"/>
                  </a:lnTo>
                  <a:lnTo>
                    <a:pt x="2524" y="200"/>
                  </a:lnTo>
                  <a:lnTo>
                    <a:pt x="2450" y="200"/>
                  </a:lnTo>
                  <a:lnTo>
                    <a:pt x="2424" y="100"/>
                  </a:lnTo>
                  <a:close/>
                  <a:moveTo>
                    <a:pt x="1000" y="100"/>
                  </a:moveTo>
                  <a:lnTo>
                    <a:pt x="1000" y="224"/>
                  </a:lnTo>
                  <a:lnTo>
                    <a:pt x="1124" y="224"/>
                  </a:lnTo>
                  <a:lnTo>
                    <a:pt x="1124" y="100"/>
                  </a:lnTo>
                  <a:close/>
                  <a:moveTo>
                    <a:pt x="1500" y="0"/>
                  </a:moveTo>
                  <a:lnTo>
                    <a:pt x="1500" y="124"/>
                  </a:lnTo>
                  <a:lnTo>
                    <a:pt x="2124" y="124"/>
                  </a:lnTo>
                  <a:lnTo>
                    <a:pt x="2124" y="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33455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9" name="Pipeline robot icon color 16"/>
            <p:cNvSpPr/>
            <p:nvPr/>
          </p:nvSpPr>
          <p:spPr>
            <a:xfrm>
              <a:off x="3066715" y="4648627"/>
              <a:ext cx="285659" cy="276515"/>
            </a:xfrm>
            <a:custGeom>
              <a:avLst/>
              <a:gdLst/>
              <a:ahLst/>
              <a:cxnLst/>
              <a:rect l="l" t="t" r="r" b="b"/>
              <a:pathLst>
                <a:path w="3124" h="3024">
                  <a:moveTo>
                    <a:pt x="2500" y="2900"/>
                  </a:moveTo>
                  <a:lnTo>
                    <a:pt x="2500" y="3024"/>
                  </a:lnTo>
                  <a:lnTo>
                    <a:pt x="2624" y="3024"/>
                  </a:lnTo>
                  <a:lnTo>
                    <a:pt x="2624" y="2900"/>
                  </a:lnTo>
                  <a:close/>
                  <a:moveTo>
                    <a:pt x="0" y="2400"/>
                  </a:moveTo>
                  <a:lnTo>
                    <a:pt x="0" y="2524"/>
                  </a:lnTo>
                  <a:lnTo>
                    <a:pt x="124" y="2524"/>
                  </a:lnTo>
                  <a:lnTo>
                    <a:pt x="124" y="2400"/>
                  </a:lnTo>
                  <a:close/>
                  <a:moveTo>
                    <a:pt x="3000" y="700"/>
                  </a:moveTo>
                  <a:lnTo>
                    <a:pt x="3000" y="824"/>
                  </a:lnTo>
                  <a:lnTo>
                    <a:pt x="3124" y="824"/>
                  </a:lnTo>
                  <a:lnTo>
                    <a:pt x="3124" y="70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524" y="124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9AA69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0" name="Pipeline robot icon color 17"/>
            <p:cNvSpPr/>
            <p:nvPr/>
          </p:nvSpPr>
          <p:spPr>
            <a:xfrm>
              <a:off x="3066715" y="4602907"/>
              <a:ext cx="313091" cy="377099"/>
            </a:xfrm>
            <a:custGeom>
              <a:avLst/>
              <a:gdLst/>
              <a:ahLst/>
              <a:cxnLst/>
              <a:rect l="l" t="t" r="r" b="b"/>
              <a:pathLst>
                <a:path w="3424" h="4124">
                  <a:moveTo>
                    <a:pt x="1200" y="4000"/>
                  </a:moveTo>
                  <a:lnTo>
                    <a:pt x="1200" y="4124"/>
                  </a:lnTo>
                  <a:lnTo>
                    <a:pt x="1324" y="4124"/>
                  </a:lnTo>
                  <a:lnTo>
                    <a:pt x="1324" y="4000"/>
                  </a:lnTo>
                  <a:close/>
                  <a:moveTo>
                    <a:pt x="2100" y="3900"/>
                  </a:moveTo>
                  <a:lnTo>
                    <a:pt x="2100" y="4024"/>
                  </a:lnTo>
                  <a:lnTo>
                    <a:pt x="2224" y="4024"/>
                  </a:lnTo>
                  <a:lnTo>
                    <a:pt x="2224" y="3900"/>
                  </a:lnTo>
                  <a:close/>
                  <a:moveTo>
                    <a:pt x="1900" y="3900"/>
                  </a:moveTo>
                  <a:lnTo>
                    <a:pt x="1900" y="4024"/>
                  </a:lnTo>
                  <a:lnTo>
                    <a:pt x="2024" y="4024"/>
                  </a:lnTo>
                  <a:lnTo>
                    <a:pt x="2024" y="3900"/>
                  </a:lnTo>
                  <a:close/>
                  <a:moveTo>
                    <a:pt x="1200" y="3700"/>
                  </a:moveTo>
                  <a:lnTo>
                    <a:pt x="1200" y="3824"/>
                  </a:lnTo>
                  <a:lnTo>
                    <a:pt x="1324" y="3824"/>
                  </a:lnTo>
                  <a:lnTo>
                    <a:pt x="1324" y="3700"/>
                  </a:lnTo>
                  <a:close/>
                  <a:moveTo>
                    <a:pt x="2500" y="3100"/>
                  </a:moveTo>
                  <a:lnTo>
                    <a:pt x="2500" y="3324"/>
                  </a:lnTo>
                  <a:lnTo>
                    <a:pt x="2624" y="3324"/>
                  </a:lnTo>
                  <a:lnTo>
                    <a:pt x="2624" y="3100"/>
                  </a:lnTo>
                  <a:close/>
                  <a:moveTo>
                    <a:pt x="1100" y="3000"/>
                  </a:moveTo>
                  <a:lnTo>
                    <a:pt x="1100" y="3124"/>
                  </a:lnTo>
                  <a:lnTo>
                    <a:pt x="1224" y="3124"/>
                  </a:lnTo>
                  <a:lnTo>
                    <a:pt x="1224" y="3000"/>
                  </a:lnTo>
                  <a:close/>
                  <a:moveTo>
                    <a:pt x="2500" y="2900"/>
                  </a:moveTo>
                  <a:lnTo>
                    <a:pt x="2500" y="3024"/>
                  </a:lnTo>
                  <a:lnTo>
                    <a:pt x="2624" y="3024"/>
                  </a:lnTo>
                  <a:lnTo>
                    <a:pt x="2624" y="2900"/>
                  </a:lnTo>
                  <a:close/>
                  <a:moveTo>
                    <a:pt x="1400" y="2700"/>
                  </a:moveTo>
                  <a:lnTo>
                    <a:pt x="1400" y="2824"/>
                  </a:lnTo>
                  <a:lnTo>
                    <a:pt x="1624" y="2824"/>
                  </a:lnTo>
                  <a:lnTo>
                    <a:pt x="1624" y="2700"/>
                  </a:lnTo>
                  <a:close/>
                  <a:moveTo>
                    <a:pt x="100" y="2600"/>
                  </a:moveTo>
                  <a:lnTo>
                    <a:pt x="100" y="2724"/>
                  </a:lnTo>
                  <a:lnTo>
                    <a:pt x="224" y="2724"/>
                  </a:lnTo>
                  <a:lnTo>
                    <a:pt x="224" y="2600"/>
                  </a:lnTo>
                  <a:close/>
                  <a:moveTo>
                    <a:pt x="3300" y="2400"/>
                  </a:moveTo>
                  <a:lnTo>
                    <a:pt x="3300" y="2524"/>
                  </a:lnTo>
                  <a:lnTo>
                    <a:pt x="3424" y="2524"/>
                  </a:lnTo>
                  <a:lnTo>
                    <a:pt x="3424" y="2400"/>
                  </a:lnTo>
                  <a:close/>
                  <a:moveTo>
                    <a:pt x="1200" y="2400"/>
                  </a:moveTo>
                  <a:lnTo>
                    <a:pt x="1200" y="2524"/>
                  </a:lnTo>
                  <a:lnTo>
                    <a:pt x="1324" y="2524"/>
                  </a:lnTo>
                  <a:lnTo>
                    <a:pt x="1324" y="2400"/>
                  </a:lnTo>
                  <a:close/>
                  <a:moveTo>
                    <a:pt x="2300" y="2300"/>
                  </a:moveTo>
                  <a:lnTo>
                    <a:pt x="2300" y="2424"/>
                  </a:lnTo>
                  <a:lnTo>
                    <a:pt x="2424" y="2424"/>
                  </a:lnTo>
                  <a:lnTo>
                    <a:pt x="2424" y="2300"/>
                  </a:lnTo>
                  <a:close/>
                  <a:moveTo>
                    <a:pt x="1700" y="2100"/>
                  </a:moveTo>
                  <a:lnTo>
                    <a:pt x="1700" y="2224"/>
                  </a:lnTo>
                  <a:lnTo>
                    <a:pt x="1824" y="2224"/>
                  </a:lnTo>
                  <a:lnTo>
                    <a:pt x="1824" y="2100"/>
                  </a:lnTo>
                  <a:close/>
                  <a:moveTo>
                    <a:pt x="1200" y="2100"/>
                  </a:moveTo>
                  <a:lnTo>
                    <a:pt x="1200" y="2224"/>
                  </a:lnTo>
                  <a:lnTo>
                    <a:pt x="1324" y="2224"/>
                  </a:lnTo>
                  <a:lnTo>
                    <a:pt x="1350" y="2124"/>
                  </a:lnTo>
                  <a:lnTo>
                    <a:pt x="1400" y="2150"/>
                  </a:lnTo>
                  <a:lnTo>
                    <a:pt x="1400" y="2224"/>
                  </a:lnTo>
                  <a:lnTo>
                    <a:pt x="1524" y="2224"/>
                  </a:lnTo>
                  <a:lnTo>
                    <a:pt x="1524" y="2100"/>
                  </a:lnTo>
                  <a:lnTo>
                    <a:pt x="1450" y="2100"/>
                  </a:lnTo>
                  <a:lnTo>
                    <a:pt x="1424" y="2000"/>
                  </a:lnTo>
                  <a:lnTo>
                    <a:pt x="1300" y="2000"/>
                  </a:lnTo>
                  <a:lnTo>
                    <a:pt x="1300" y="2074"/>
                  </a:lnTo>
                  <a:close/>
                  <a:moveTo>
                    <a:pt x="2300" y="1900"/>
                  </a:moveTo>
                  <a:lnTo>
                    <a:pt x="2300" y="2024"/>
                  </a:lnTo>
                  <a:lnTo>
                    <a:pt x="2424" y="2024"/>
                  </a:lnTo>
                  <a:lnTo>
                    <a:pt x="2424" y="1900"/>
                  </a:lnTo>
                  <a:close/>
                  <a:moveTo>
                    <a:pt x="800" y="1800"/>
                  </a:moveTo>
                  <a:lnTo>
                    <a:pt x="800" y="1924"/>
                  </a:lnTo>
                  <a:lnTo>
                    <a:pt x="924" y="1924"/>
                  </a:lnTo>
                  <a:lnTo>
                    <a:pt x="924" y="1800"/>
                  </a:lnTo>
                  <a:close/>
                  <a:moveTo>
                    <a:pt x="2900" y="1600"/>
                  </a:moveTo>
                  <a:lnTo>
                    <a:pt x="2900" y="1724"/>
                  </a:lnTo>
                  <a:lnTo>
                    <a:pt x="2974" y="1724"/>
                  </a:lnTo>
                  <a:lnTo>
                    <a:pt x="3000" y="1824"/>
                  </a:lnTo>
                  <a:lnTo>
                    <a:pt x="3174" y="1824"/>
                  </a:lnTo>
                  <a:lnTo>
                    <a:pt x="3200" y="1924"/>
                  </a:lnTo>
                  <a:lnTo>
                    <a:pt x="3324" y="1924"/>
                  </a:lnTo>
                  <a:lnTo>
                    <a:pt x="3324" y="1800"/>
                  </a:lnTo>
                  <a:lnTo>
                    <a:pt x="3250" y="1800"/>
                  </a:lnTo>
                  <a:lnTo>
                    <a:pt x="3224" y="1700"/>
                  </a:lnTo>
                  <a:lnTo>
                    <a:pt x="3050" y="1700"/>
                  </a:lnTo>
                  <a:lnTo>
                    <a:pt x="3024" y="1600"/>
                  </a:lnTo>
                  <a:close/>
                  <a:moveTo>
                    <a:pt x="524" y="1600"/>
                  </a:moveTo>
                  <a:lnTo>
                    <a:pt x="400" y="1600"/>
                  </a:lnTo>
                  <a:lnTo>
                    <a:pt x="374" y="1700"/>
                  </a:lnTo>
                  <a:lnTo>
                    <a:pt x="200" y="1700"/>
                  </a:lnTo>
                  <a:lnTo>
                    <a:pt x="200" y="1824"/>
                  </a:lnTo>
                  <a:lnTo>
                    <a:pt x="424" y="1824"/>
                  </a:lnTo>
                  <a:lnTo>
                    <a:pt x="424" y="1750"/>
                  </a:lnTo>
                  <a:lnTo>
                    <a:pt x="524" y="1724"/>
                  </a:lnTo>
                  <a:close/>
                  <a:moveTo>
                    <a:pt x="3200" y="1500"/>
                  </a:moveTo>
                  <a:lnTo>
                    <a:pt x="3200" y="1624"/>
                  </a:lnTo>
                  <a:lnTo>
                    <a:pt x="3324" y="1624"/>
                  </a:lnTo>
                  <a:lnTo>
                    <a:pt x="3324" y="15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2700" y="1400"/>
                  </a:moveTo>
                  <a:lnTo>
                    <a:pt x="2700" y="1524"/>
                  </a:lnTo>
                  <a:lnTo>
                    <a:pt x="2824" y="1524"/>
                  </a:lnTo>
                  <a:lnTo>
                    <a:pt x="2824" y="1400"/>
                  </a:lnTo>
                  <a:close/>
                  <a:moveTo>
                    <a:pt x="2500" y="1200"/>
                  </a:moveTo>
                  <a:lnTo>
                    <a:pt x="2500" y="1324"/>
                  </a:lnTo>
                  <a:lnTo>
                    <a:pt x="2624" y="1324"/>
                  </a:lnTo>
                  <a:lnTo>
                    <a:pt x="2624" y="1200"/>
                  </a:lnTo>
                  <a:close/>
                  <a:moveTo>
                    <a:pt x="2300" y="1200"/>
                  </a:moveTo>
                  <a:lnTo>
                    <a:pt x="2300" y="1324"/>
                  </a:lnTo>
                  <a:lnTo>
                    <a:pt x="2424" y="1324"/>
                  </a:lnTo>
                  <a:lnTo>
                    <a:pt x="2424" y="1200"/>
                  </a:lnTo>
                  <a:close/>
                  <a:moveTo>
                    <a:pt x="2100" y="1200"/>
                  </a:moveTo>
                  <a:lnTo>
                    <a:pt x="2100" y="1324"/>
                  </a:lnTo>
                  <a:lnTo>
                    <a:pt x="2224" y="1324"/>
                  </a:lnTo>
                  <a:lnTo>
                    <a:pt x="2224" y="1200"/>
                  </a:lnTo>
                  <a:close/>
                  <a:moveTo>
                    <a:pt x="800" y="1200"/>
                  </a:moveTo>
                  <a:lnTo>
                    <a:pt x="800" y="1324"/>
                  </a:lnTo>
                  <a:lnTo>
                    <a:pt x="924" y="1324"/>
                  </a:lnTo>
                  <a:lnTo>
                    <a:pt x="924" y="1200"/>
                  </a:lnTo>
                  <a:close/>
                  <a:moveTo>
                    <a:pt x="1424" y="1100"/>
                  </a:moveTo>
                  <a:lnTo>
                    <a:pt x="1300" y="1100"/>
                  </a:lnTo>
                  <a:lnTo>
                    <a:pt x="1274" y="1200"/>
                  </a:lnTo>
                  <a:lnTo>
                    <a:pt x="1100" y="1200"/>
                  </a:lnTo>
                  <a:lnTo>
                    <a:pt x="1100" y="1324"/>
                  </a:lnTo>
                  <a:lnTo>
                    <a:pt x="1324" y="1324"/>
                  </a:lnTo>
                  <a:lnTo>
                    <a:pt x="1324" y="1250"/>
                  </a:lnTo>
                  <a:lnTo>
                    <a:pt x="1424" y="1224"/>
                  </a:lnTo>
                  <a:close/>
                  <a:moveTo>
                    <a:pt x="2300" y="1000"/>
                  </a:moveTo>
                  <a:lnTo>
                    <a:pt x="2300" y="1124"/>
                  </a:lnTo>
                  <a:lnTo>
                    <a:pt x="2424" y="1124"/>
                  </a:lnTo>
                  <a:lnTo>
                    <a:pt x="2424" y="1000"/>
                  </a:lnTo>
                  <a:close/>
                  <a:moveTo>
                    <a:pt x="1000" y="1000"/>
                  </a:moveTo>
                  <a:lnTo>
                    <a:pt x="1000" y="1124"/>
                  </a:lnTo>
                  <a:lnTo>
                    <a:pt x="1124" y="1124"/>
                  </a:lnTo>
                  <a:lnTo>
                    <a:pt x="1124" y="1000"/>
                  </a:lnTo>
                  <a:close/>
                  <a:moveTo>
                    <a:pt x="2500" y="800"/>
                  </a:moveTo>
                  <a:lnTo>
                    <a:pt x="2500" y="924"/>
                  </a:lnTo>
                  <a:lnTo>
                    <a:pt x="2624" y="924"/>
                  </a:lnTo>
                  <a:lnTo>
                    <a:pt x="2624" y="800"/>
                  </a:lnTo>
                  <a:close/>
                  <a:moveTo>
                    <a:pt x="1600" y="700"/>
                  </a:moveTo>
                  <a:lnTo>
                    <a:pt x="1600" y="824"/>
                  </a:lnTo>
                  <a:lnTo>
                    <a:pt x="1824" y="824"/>
                  </a:lnTo>
                  <a:lnTo>
                    <a:pt x="1824" y="700"/>
                  </a:lnTo>
                  <a:close/>
                  <a:moveTo>
                    <a:pt x="2800" y="600"/>
                  </a:moveTo>
                  <a:lnTo>
                    <a:pt x="2800" y="724"/>
                  </a:lnTo>
                  <a:lnTo>
                    <a:pt x="2924" y="724"/>
                  </a:lnTo>
                  <a:lnTo>
                    <a:pt x="2924" y="600"/>
                  </a:lnTo>
                  <a:close/>
                  <a:moveTo>
                    <a:pt x="600" y="6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600"/>
                  </a:lnTo>
                  <a:close/>
                  <a:moveTo>
                    <a:pt x="2100" y="500"/>
                  </a:moveTo>
                  <a:lnTo>
                    <a:pt x="2100" y="624"/>
                  </a:lnTo>
                  <a:lnTo>
                    <a:pt x="2224" y="624"/>
                  </a:lnTo>
                  <a:lnTo>
                    <a:pt x="2224" y="500"/>
                  </a:lnTo>
                  <a:close/>
                  <a:moveTo>
                    <a:pt x="1200" y="500"/>
                  </a:moveTo>
                  <a:lnTo>
                    <a:pt x="1200" y="624"/>
                  </a:lnTo>
                  <a:lnTo>
                    <a:pt x="1324" y="624"/>
                  </a:lnTo>
                  <a:lnTo>
                    <a:pt x="1324" y="500"/>
                  </a:lnTo>
                  <a:close/>
                  <a:moveTo>
                    <a:pt x="2700" y="200"/>
                  </a:moveTo>
                  <a:lnTo>
                    <a:pt x="2700" y="424"/>
                  </a:lnTo>
                  <a:lnTo>
                    <a:pt x="2924" y="424"/>
                  </a:lnTo>
                  <a:lnTo>
                    <a:pt x="2924" y="300"/>
                  </a:lnTo>
                  <a:lnTo>
                    <a:pt x="2850" y="300"/>
                  </a:lnTo>
                  <a:lnTo>
                    <a:pt x="2824" y="20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5E6A6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1" name="Pipeline robot icon color 18"/>
            <p:cNvSpPr/>
            <p:nvPr/>
          </p:nvSpPr>
          <p:spPr>
            <a:xfrm>
              <a:off x="3066715" y="4630339"/>
              <a:ext cx="294803" cy="331379"/>
            </a:xfrm>
            <a:custGeom>
              <a:avLst/>
              <a:gdLst/>
              <a:ahLst/>
              <a:cxnLst/>
              <a:rect l="l" t="t" r="r" b="b"/>
              <a:pathLst>
                <a:path w="3224" h="3624">
                  <a:moveTo>
                    <a:pt x="900" y="3500"/>
                  </a:moveTo>
                  <a:lnTo>
                    <a:pt x="900" y="3624"/>
                  </a:lnTo>
                  <a:lnTo>
                    <a:pt x="1024" y="3624"/>
                  </a:lnTo>
                  <a:lnTo>
                    <a:pt x="1024" y="3500"/>
                  </a:lnTo>
                  <a:close/>
                  <a:moveTo>
                    <a:pt x="1600" y="3400"/>
                  </a:moveTo>
                  <a:lnTo>
                    <a:pt x="1600" y="3524"/>
                  </a:lnTo>
                  <a:lnTo>
                    <a:pt x="1724" y="3524"/>
                  </a:lnTo>
                  <a:lnTo>
                    <a:pt x="1724" y="3400"/>
                  </a:lnTo>
                  <a:close/>
                  <a:moveTo>
                    <a:pt x="1500" y="3100"/>
                  </a:moveTo>
                  <a:lnTo>
                    <a:pt x="1500" y="3224"/>
                  </a:lnTo>
                  <a:lnTo>
                    <a:pt x="1624" y="3224"/>
                  </a:lnTo>
                  <a:lnTo>
                    <a:pt x="1624" y="3100"/>
                  </a:lnTo>
                  <a:close/>
                  <a:moveTo>
                    <a:pt x="1100" y="3100"/>
                  </a:moveTo>
                  <a:lnTo>
                    <a:pt x="1100" y="3224"/>
                  </a:lnTo>
                  <a:lnTo>
                    <a:pt x="1324" y="3224"/>
                  </a:lnTo>
                  <a:lnTo>
                    <a:pt x="1324" y="3100"/>
                  </a:lnTo>
                  <a:close/>
                  <a:moveTo>
                    <a:pt x="1400" y="2900"/>
                  </a:moveTo>
                  <a:lnTo>
                    <a:pt x="1400" y="3024"/>
                  </a:lnTo>
                  <a:lnTo>
                    <a:pt x="1524" y="3024"/>
                  </a:lnTo>
                  <a:lnTo>
                    <a:pt x="1524" y="2900"/>
                  </a:lnTo>
                  <a:close/>
                  <a:moveTo>
                    <a:pt x="500" y="2800"/>
                  </a:moveTo>
                  <a:lnTo>
                    <a:pt x="500" y="2924"/>
                  </a:lnTo>
                  <a:lnTo>
                    <a:pt x="624" y="2924"/>
                  </a:lnTo>
                  <a:lnTo>
                    <a:pt x="624" y="2800"/>
                  </a:lnTo>
                  <a:close/>
                  <a:moveTo>
                    <a:pt x="0" y="27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2700"/>
                  </a:lnTo>
                  <a:close/>
                  <a:moveTo>
                    <a:pt x="2000" y="2500"/>
                  </a:moveTo>
                  <a:lnTo>
                    <a:pt x="2000" y="2724"/>
                  </a:lnTo>
                  <a:lnTo>
                    <a:pt x="2124" y="2724"/>
                  </a:lnTo>
                  <a:lnTo>
                    <a:pt x="2124" y="2500"/>
                  </a:lnTo>
                  <a:close/>
                  <a:moveTo>
                    <a:pt x="3100" y="2300"/>
                  </a:moveTo>
                  <a:lnTo>
                    <a:pt x="3100" y="2424"/>
                  </a:lnTo>
                  <a:lnTo>
                    <a:pt x="3224" y="2424"/>
                  </a:lnTo>
                  <a:lnTo>
                    <a:pt x="3224" y="2300"/>
                  </a:lnTo>
                  <a:close/>
                  <a:moveTo>
                    <a:pt x="2524" y="2200"/>
                  </a:moveTo>
                  <a:lnTo>
                    <a:pt x="2400" y="2200"/>
                  </a:lnTo>
                  <a:lnTo>
                    <a:pt x="2400" y="2274"/>
                  </a:lnTo>
                  <a:lnTo>
                    <a:pt x="2300" y="2300"/>
                  </a:lnTo>
                  <a:lnTo>
                    <a:pt x="2300" y="2424"/>
                  </a:lnTo>
                  <a:lnTo>
                    <a:pt x="2424" y="2424"/>
                  </a:lnTo>
                  <a:lnTo>
                    <a:pt x="2424" y="2350"/>
                  </a:lnTo>
                  <a:lnTo>
                    <a:pt x="2524" y="2324"/>
                  </a:lnTo>
                  <a:close/>
                  <a:moveTo>
                    <a:pt x="1100" y="2200"/>
                  </a:moveTo>
                  <a:lnTo>
                    <a:pt x="1100" y="2324"/>
                  </a:lnTo>
                  <a:lnTo>
                    <a:pt x="1174" y="2324"/>
                  </a:lnTo>
                  <a:lnTo>
                    <a:pt x="1200" y="2424"/>
                  </a:lnTo>
                  <a:lnTo>
                    <a:pt x="1424" y="2424"/>
                  </a:lnTo>
                  <a:lnTo>
                    <a:pt x="1450" y="2324"/>
                  </a:lnTo>
                  <a:lnTo>
                    <a:pt x="1574" y="2324"/>
                  </a:lnTo>
                  <a:lnTo>
                    <a:pt x="1600" y="2424"/>
                  </a:lnTo>
                  <a:lnTo>
                    <a:pt x="1724" y="2424"/>
                  </a:lnTo>
                  <a:lnTo>
                    <a:pt x="1724" y="2300"/>
                  </a:lnTo>
                  <a:lnTo>
                    <a:pt x="1650" y="2300"/>
                  </a:lnTo>
                  <a:lnTo>
                    <a:pt x="1624" y="2200"/>
                  </a:lnTo>
                  <a:lnTo>
                    <a:pt x="1400" y="2200"/>
                  </a:lnTo>
                  <a:lnTo>
                    <a:pt x="1374" y="2300"/>
                  </a:lnTo>
                  <a:lnTo>
                    <a:pt x="1250" y="2300"/>
                  </a:lnTo>
                  <a:lnTo>
                    <a:pt x="1224" y="2200"/>
                  </a:lnTo>
                  <a:close/>
                  <a:moveTo>
                    <a:pt x="2600" y="2000"/>
                  </a:moveTo>
                  <a:lnTo>
                    <a:pt x="2600" y="2124"/>
                  </a:lnTo>
                  <a:lnTo>
                    <a:pt x="2724" y="2124"/>
                  </a:lnTo>
                  <a:lnTo>
                    <a:pt x="2724" y="2000"/>
                  </a:lnTo>
                  <a:close/>
                  <a:moveTo>
                    <a:pt x="1700" y="2000"/>
                  </a:moveTo>
                  <a:lnTo>
                    <a:pt x="1700" y="2124"/>
                  </a:lnTo>
                  <a:lnTo>
                    <a:pt x="1800" y="2150"/>
                  </a:lnTo>
                  <a:lnTo>
                    <a:pt x="1800" y="2324"/>
                  </a:lnTo>
                  <a:lnTo>
                    <a:pt x="1924" y="2324"/>
                  </a:lnTo>
                  <a:lnTo>
                    <a:pt x="1924" y="2100"/>
                  </a:lnTo>
                  <a:lnTo>
                    <a:pt x="1850" y="2100"/>
                  </a:lnTo>
                  <a:lnTo>
                    <a:pt x="1824" y="2000"/>
                  </a:lnTo>
                  <a:close/>
                  <a:moveTo>
                    <a:pt x="1524" y="1700"/>
                  </a:moveTo>
                  <a:lnTo>
                    <a:pt x="1400" y="1700"/>
                  </a:lnTo>
                  <a:lnTo>
                    <a:pt x="1400" y="1774"/>
                  </a:lnTo>
                  <a:lnTo>
                    <a:pt x="1300" y="1800"/>
                  </a:lnTo>
                  <a:lnTo>
                    <a:pt x="1300" y="1924"/>
                  </a:lnTo>
                  <a:lnTo>
                    <a:pt x="1424" y="1924"/>
                  </a:lnTo>
                  <a:lnTo>
                    <a:pt x="1424" y="1850"/>
                  </a:lnTo>
                  <a:lnTo>
                    <a:pt x="1524" y="1824"/>
                  </a:lnTo>
                  <a:close/>
                  <a:moveTo>
                    <a:pt x="1100" y="1700"/>
                  </a:moveTo>
                  <a:lnTo>
                    <a:pt x="1100" y="1824"/>
                  </a:lnTo>
                  <a:lnTo>
                    <a:pt x="1224" y="1824"/>
                  </a:lnTo>
                  <a:lnTo>
                    <a:pt x="1224" y="1700"/>
                  </a:lnTo>
                  <a:close/>
                  <a:moveTo>
                    <a:pt x="2100" y="1500"/>
                  </a:moveTo>
                  <a:lnTo>
                    <a:pt x="2100" y="1724"/>
                  </a:lnTo>
                  <a:lnTo>
                    <a:pt x="2224" y="1724"/>
                  </a:lnTo>
                  <a:lnTo>
                    <a:pt x="2224" y="1500"/>
                  </a:lnTo>
                  <a:close/>
                  <a:moveTo>
                    <a:pt x="400" y="1500"/>
                  </a:moveTo>
                  <a:lnTo>
                    <a:pt x="400" y="2324"/>
                  </a:lnTo>
                  <a:lnTo>
                    <a:pt x="524" y="2324"/>
                  </a:lnTo>
                  <a:lnTo>
                    <a:pt x="524" y="1500"/>
                  </a:lnTo>
                  <a:close/>
                  <a:moveTo>
                    <a:pt x="2000" y="1000"/>
                  </a:moveTo>
                  <a:lnTo>
                    <a:pt x="2000" y="1124"/>
                  </a:lnTo>
                  <a:lnTo>
                    <a:pt x="2524" y="1124"/>
                  </a:lnTo>
                  <a:lnTo>
                    <a:pt x="2524" y="1000"/>
                  </a:lnTo>
                  <a:close/>
                  <a:moveTo>
                    <a:pt x="1000" y="1000"/>
                  </a:moveTo>
                  <a:lnTo>
                    <a:pt x="1000" y="1124"/>
                  </a:lnTo>
                  <a:lnTo>
                    <a:pt x="1424" y="1124"/>
                  </a:lnTo>
                  <a:lnTo>
                    <a:pt x="1424" y="1000"/>
                  </a:lnTo>
                  <a:close/>
                  <a:moveTo>
                    <a:pt x="800" y="1000"/>
                  </a:moveTo>
                  <a:lnTo>
                    <a:pt x="800" y="1124"/>
                  </a:lnTo>
                  <a:lnTo>
                    <a:pt x="924" y="1124"/>
                  </a:lnTo>
                  <a:lnTo>
                    <a:pt x="924" y="1000"/>
                  </a:lnTo>
                  <a:close/>
                  <a:moveTo>
                    <a:pt x="100" y="1000"/>
                  </a:moveTo>
                  <a:lnTo>
                    <a:pt x="100" y="1124"/>
                  </a:lnTo>
                  <a:lnTo>
                    <a:pt x="224" y="1124"/>
                  </a:lnTo>
                  <a:lnTo>
                    <a:pt x="224" y="10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824" y="424"/>
                  </a:lnTo>
                  <a:lnTo>
                    <a:pt x="1824" y="300"/>
                  </a:lnTo>
                  <a:close/>
                  <a:moveTo>
                    <a:pt x="2600" y="0"/>
                  </a:moveTo>
                  <a:lnTo>
                    <a:pt x="2600" y="124"/>
                  </a:lnTo>
                  <a:lnTo>
                    <a:pt x="2724" y="124"/>
                  </a:lnTo>
                  <a:lnTo>
                    <a:pt x="2724" y="0"/>
                  </a:lnTo>
                  <a:close/>
                  <a:moveTo>
                    <a:pt x="2000" y="0"/>
                  </a:moveTo>
                  <a:lnTo>
                    <a:pt x="2000" y="124"/>
                  </a:lnTo>
                  <a:lnTo>
                    <a:pt x="2124" y="124"/>
                  </a:lnTo>
                  <a:lnTo>
                    <a:pt x="2124" y="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  <a:moveTo>
                    <a:pt x="600" y="0"/>
                  </a:moveTo>
                  <a:lnTo>
                    <a:pt x="6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8899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2" name="Pipeline robot icon color 19"/>
            <p:cNvSpPr/>
            <p:nvPr/>
          </p:nvSpPr>
          <p:spPr>
            <a:xfrm>
              <a:off x="3085003" y="4621195"/>
              <a:ext cx="258227" cy="194219"/>
            </a:xfrm>
            <a:custGeom>
              <a:avLst/>
              <a:gdLst/>
              <a:ahLst/>
              <a:cxnLst/>
              <a:rect l="l" t="t" r="r" b="b"/>
              <a:pathLst>
                <a:path w="2824" h="2124">
                  <a:moveTo>
                    <a:pt x="2700" y="1900"/>
                  </a:moveTo>
                  <a:lnTo>
                    <a:pt x="2700" y="2024"/>
                  </a:lnTo>
                  <a:lnTo>
                    <a:pt x="2824" y="2024"/>
                  </a:lnTo>
                  <a:lnTo>
                    <a:pt x="2824" y="1900"/>
                  </a:lnTo>
                  <a:close/>
                  <a:moveTo>
                    <a:pt x="1600" y="1900"/>
                  </a:moveTo>
                  <a:lnTo>
                    <a:pt x="1600" y="2024"/>
                  </a:lnTo>
                  <a:lnTo>
                    <a:pt x="1674" y="2024"/>
                  </a:lnTo>
                  <a:lnTo>
                    <a:pt x="1700" y="2124"/>
                  </a:lnTo>
                  <a:lnTo>
                    <a:pt x="1824" y="2124"/>
                  </a:lnTo>
                  <a:lnTo>
                    <a:pt x="1824" y="2000"/>
                  </a:lnTo>
                  <a:lnTo>
                    <a:pt x="1750" y="2000"/>
                  </a:lnTo>
                  <a:lnTo>
                    <a:pt x="1724" y="1900"/>
                  </a:lnTo>
                  <a:close/>
                  <a:moveTo>
                    <a:pt x="1400" y="1700"/>
                  </a:moveTo>
                  <a:lnTo>
                    <a:pt x="1400" y="1824"/>
                  </a:lnTo>
                  <a:lnTo>
                    <a:pt x="1624" y="1824"/>
                  </a:lnTo>
                  <a:lnTo>
                    <a:pt x="1624" y="1700"/>
                  </a:lnTo>
                  <a:close/>
                  <a:moveTo>
                    <a:pt x="1000" y="1700"/>
                  </a:moveTo>
                  <a:lnTo>
                    <a:pt x="1000" y="1824"/>
                  </a:lnTo>
                  <a:lnTo>
                    <a:pt x="1224" y="1824"/>
                  </a:lnTo>
                  <a:lnTo>
                    <a:pt x="1224" y="1700"/>
                  </a:lnTo>
                  <a:close/>
                  <a:moveTo>
                    <a:pt x="2200" y="1600"/>
                  </a:moveTo>
                  <a:lnTo>
                    <a:pt x="2200" y="1724"/>
                  </a:lnTo>
                  <a:lnTo>
                    <a:pt x="2324" y="1724"/>
                  </a:lnTo>
                  <a:lnTo>
                    <a:pt x="2324" y="1600"/>
                  </a:lnTo>
                  <a:close/>
                  <a:moveTo>
                    <a:pt x="700" y="1400"/>
                  </a:moveTo>
                  <a:lnTo>
                    <a:pt x="700" y="1524"/>
                  </a:lnTo>
                  <a:lnTo>
                    <a:pt x="824" y="1524"/>
                  </a:lnTo>
                  <a:lnTo>
                    <a:pt x="824" y="1400"/>
                  </a:lnTo>
                  <a:close/>
                  <a:moveTo>
                    <a:pt x="2500" y="1300"/>
                  </a:moveTo>
                  <a:lnTo>
                    <a:pt x="2500" y="1424"/>
                  </a:lnTo>
                  <a:lnTo>
                    <a:pt x="2624" y="1424"/>
                  </a:lnTo>
                  <a:lnTo>
                    <a:pt x="2624" y="1300"/>
                  </a:lnTo>
                  <a:close/>
                  <a:moveTo>
                    <a:pt x="1500" y="1300"/>
                  </a:moveTo>
                  <a:lnTo>
                    <a:pt x="1500" y="1424"/>
                  </a:lnTo>
                  <a:lnTo>
                    <a:pt x="1624" y="1424"/>
                  </a:lnTo>
                  <a:lnTo>
                    <a:pt x="1624" y="1300"/>
                  </a:lnTo>
                  <a:close/>
                  <a:moveTo>
                    <a:pt x="1200" y="1300"/>
                  </a:moveTo>
                  <a:lnTo>
                    <a:pt x="1200" y="1424"/>
                  </a:lnTo>
                  <a:lnTo>
                    <a:pt x="1324" y="1424"/>
                  </a:lnTo>
                  <a:lnTo>
                    <a:pt x="1324" y="1300"/>
                  </a:lnTo>
                  <a:close/>
                  <a:moveTo>
                    <a:pt x="200" y="1200"/>
                  </a:moveTo>
                  <a:lnTo>
                    <a:pt x="200" y="1424"/>
                  </a:lnTo>
                  <a:lnTo>
                    <a:pt x="324" y="1424"/>
                  </a:lnTo>
                  <a:lnTo>
                    <a:pt x="324" y="1200"/>
                  </a:lnTo>
                  <a:close/>
                  <a:moveTo>
                    <a:pt x="0" y="1200"/>
                  </a:moveTo>
                  <a:lnTo>
                    <a:pt x="0" y="1324"/>
                  </a:lnTo>
                  <a:lnTo>
                    <a:pt x="124" y="1324"/>
                  </a:lnTo>
                  <a:lnTo>
                    <a:pt x="124" y="1200"/>
                  </a:lnTo>
                  <a:close/>
                  <a:moveTo>
                    <a:pt x="1400" y="900"/>
                  </a:moveTo>
                  <a:lnTo>
                    <a:pt x="1400" y="1024"/>
                  </a:lnTo>
                  <a:lnTo>
                    <a:pt x="1524" y="1024"/>
                  </a:lnTo>
                  <a:lnTo>
                    <a:pt x="1524" y="900"/>
                  </a:lnTo>
                  <a:close/>
                  <a:moveTo>
                    <a:pt x="1700" y="200"/>
                  </a:moveTo>
                  <a:lnTo>
                    <a:pt x="1700" y="324"/>
                  </a:lnTo>
                  <a:lnTo>
                    <a:pt x="1824" y="324"/>
                  </a:lnTo>
                  <a:lnTo>
                    <a:pt x="1824" y="200"/>
                  </a:lnTo>
                  <a:close/>
                  <a:moveTo>
                    <a:pt x="1200" y="200"/>
                  </a:moveTo>
                  <a:lnTo>
                    <a:pt x="1200" y="324"/>
                  </a:lnTo>
                  <a:lnTo>
                    <a:pt x="1324" y="324"/>
                  </a:lnTo>
                  <a:lnTo>
                    <a:pt x="1324" y="200"/>
                  </a:lnTo>
                  <a:close/>
                  <a:moveTo>
                    <a:pt x="500" y="100"/>
                  </a:moveTo>
                  <a:lnTo>
                    <a:pt x="500" y="224"/>
                  </a:lnTo>
                  <a:lnTo>
                    <a:pt x="624" y="224"/>
                  </a:lnTo>
                  <a:lnTo>
                    <a:pt x="624" y="10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824" y="124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A4BE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3" name="Large Language Model"/>
          <p:cNvSpPr txBox="1"/>
          <p:nvPr/>
        </p:nvSpPr>
        <p:spPr>
          <a:xfrm>
            <a:off x="3703320" y="4581144"/>
            <a:ext cx="3290711" cy="4037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84" b="0" i="0">
                <a:solidFill>
                  <a:srgbClr val="000000"/>
                </a:solidFill>
                <a:latin typeface="Arial"/>
              </a:rPr>
              <a:t>Large Language Model</a:t>
            </a:r>
          </a:p>
        </p:txBody>
      </p:sp>
      <p:cxnSp>
        <p:nvCxnSpPr>
          <p:cNvPr id="434" name="Flow connector"/>
          <p:cNvCxnSpPr/>
          <p:nvPr/>
        </p:nvCxnSpPr>
        <p:spPr>
          <a:xfrm>
            <a:off x="4773168" y="5001768"/>
            <a:ext cx="0" cy="173736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5" name="Arrowhead"/>
          <p:cNvSpPr/>
          <p:nvPr/>
        </p:nvSpPr>
        <p:spPr>
          <a:xfrm>
            <a:off x="4732020" y="5093208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asoning and answer output"/>
          <p:cNvSpPr/>
          <p:nvPr/>
        </p:nvSpPr>
        <p:spPr>
          <a:xfrm>
            <a:off x="219456" y="5175504"/>
            <a:ext cx="8942832" cy="758952"/>
          </a:xfrm>
          <a:prstGeom prst="roundRect">
            <a:avLst>
              <a:gd name="adj" fmla="val 18072"/>
            </a:avLst>
          </a:prstGeom>
          <a:solidFill>
            <a:srgbClr val="F6F6F6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&lt;think&gt; ... &lt;inspection-index-start&gt;2&lt;inspection-index-end&gt;"/>
          <p:cNvSpPr txBox="1"/>
          <p:nvPr/>
        </p:nvSpPr>
        <p:spPr>
          <a:xfrm>
            <a:off x="365760" y="5212080"/>
            <a:ext cx="6585752" cy="318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8" b="0" i="0">
                <a:solidFill>
                  <a:srgbClr val="000000"/>
                </a:solidFill>
                <a:latin typeface="Arial"/>
              </a:rPr>
              <a:t>&lt;think&gt; ... &lt;inspection-index-start&gt;2&lt;inspection-index-end&gt;</a:t>
            </a:r>
          </a:p>
        </p:txBody>
      </p:sp>
      <p:sp>
        <p:nvSpPr>
          <p:cNvPr id="438" name="T"/>
          <p:cNvSpPr txBox="1"/>
          <p:nvPr/>
        </p:nvSpPr>
        <p:spPr>
          <a:xfrm>
            <a:off x="6905792" y="5212080"/>
            <a:ext cx="189124" cy="330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3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439" name="c"/>
          <p:cNvSpPr txBox="1"/>
          <p:nvPr/>
        </p:nvSpPr>
        <p:spPr>
          <a:xfrm>
            <a:off x="7040051" y="5320382"/>
            <a:ext cx="125673" cy="2310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440" name="2"/>
          <p:cNvSpPr txBox="1"/>
          <p:nvPr/>
        </p:nvSpPr>
        <p:spPr>
          <a:xfrm>
            <a:off x="7109674" y="5387425"/>
            <a:ext cx="108814" cy="161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4" b="0" i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441" name=" ... &lt;inspection-"/>
          <p:cNvSpPr txBox="1"/>
          <p:nvPr/>
        </p:nvSpPr>
        <p:spPr>
          <a:xfrm>
            <a:off x="7253264" y="5212080"/>
            <a:ext cx="1739346" cy="318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8" b="0" i="0">
                <a:solidFill>
                  <a:srgbClr val="000000"/>
                </a:solidFill>
                <a:latin typeface="Arial"/>
              </a:rPr>
              <a:t> ... &lt;inspection-</a:t>
            </a:r>
          </a:p>
        </p:txBody>
      </p:sp>
      <p:sp>
        <p:nvSpPr>
          <p:cNvPr id="442" name="index-start&gt;K&lt;inspection-index-end&gt;"/>
          <p:cNvSpPr txBox="1"/>
          <p:nvPr/>
        </p:nvSpPr>
        <p:spPr>
          <a:xfrm>
            <a:off x="365760" y="5577840"/>
            <a:ext cx="4103799" cy="318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8" b="0" i="0">
                <a:solidFill>
                  <a:srgbClr val="000000"/>
                </a:solidFill>
                <a:latin typeface="Arial"/>
              </a:rPr>
              <a:t>index-start&gt;K&lt;inspection-index-end&gt;</a:t>
            </a:r>
          </a:p>
        </p:txBody>
      </p:sp>
      <p:sp>
        <p:nvSpPr>
          <p:cNvPr id="443" name="T"/>
          <p:cNvSpPr txBox="1"/>
          <p:nvPr/>
        </p:nvSpPr>
        <p:spPr>
          <a:xfrm>
            <a:off x="4423839" y="5577840"/>
            <a:ext cx="189124" cy="33006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3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444" name="c"/>
          <p:cNvSpPr txBox="1"/>
          <p:nvPr/>
        </p:nvSpPr>
        <p:spPr>
          <a:xfrm>
            <a:off x="4558098" y="5686142"/>
            <a:ext cx="125673" cy="23104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21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445" name="K"/>
          <p:cNvSpPr txBox="1"/>
          <p:nvPr/>
        </p:nvSpPr>
        <p:spPr>
          <a:xfrm>
            <a:off x="4627721" y="5753185"/>
            <a:ext cx="136846" cy="1617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94" b="0" i="0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446" name=" ... &lt;/think&gt; &lt;answer&gt;"/>
          <p:cNvSpPr txBox="1"/>
          <p:nvPr/>
        </p:nvSpPr>
        <p:spPr>
          <a:xfrm>
            <a:off x="4771311" y="5577840"/>
            <a:ext cx="2437662" cy="318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8" b="0" i="0">
                <a:solidFill>
                  <a:srgbClr val="000000"/>
                </a:solidFill>
                <a:latin typeface="Arial"/>
              </a:rPr>
              <a:t> ... &lt;/think&gt; &lt;answer&gt;</a:t>
            </a:r>
          </a:p>
        </p:txBody>
      </p:sp>
      <p:sp>
        <p:nvSpPr>
          <p:cNvPr id="447" name="2"/>
          <p:cNvSpPr txBox="1"/>
          <p:nvPr/>
        </p:nvSpPr>
        <p:spPr>
          <a:xfrm>
            <a:off x="7163252" y="5577840"/>
            <a:ext cx="184052" cy="318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8" b="1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48" name="&lt;/answer&gt;"/>
          <p:cNvSpPr txBox="1"/>
          <p:nvPr/>
        </p:nvSpPr>
        <p:spPr>
          <a:xfrm>
            <a:off x="7301584" y="5577840"/>
            <a:ext cx="1207122" cy="3183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58" b="0" i="0">
                <a:solidFill>
                  <a:srgbClr val="000000"/>
                </a:solidFill>
                <a:latin typeface="Arial"/>
              </a:rPr>
              <a:t>&lt;/answer&gt;</a:t>
            </a:r>
          </a:p>
        </p:txBody>
      </p:sp>
      <p:sp>
        <p:nvSpPr>
          <p:cNvPr id="449" name="(B) Information Compression Module (ICM)"/>
          <p:cNvSpPr txBox="1"/>
          <p:nvPr/>
        </p:nvSpPr>
        <p:spPr>
          <a:xfrm>
            <a:off x="210312" y="6437376"/>
            <a:ext cx="5545222" cy="345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4" b="1" i="0">
                <a:solidFill>
                  <a:srgbClr val="000000"/>
                </a:solidFill>
                <a:latin typeface="Arial"/>
              </a:rPr>
              <a:t>(B) Information Compression Module (ICM)</a:t>
            </a:r>
          </a:p>
        </p:txBody>
      </p:sp>
      <p:sp>
        <p:nvSpPr>
          <p:cNvPr id="450" name="Content attention input"/>
          <p:cNvSpPr/>
          <p:nvPr/>
        </p:nvSpPr>
        <p:spPr>
          <a:xfrm>
            <a:off x="246888" y="6867144"/>
            <a:ext cx="3246120" cy="804672"/>
          </a:xfrm>
          <a:prstGeom prst="rect">
            <a:avLst/>
          </a:prstGeom>
          <a:noFill/>
          <a:ln w="3200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Editable token"/>
          <p:cNvSpPr/>
          <p:nvPr/>
        </p:nvSpPr>
        <p:spPr>
          <a:xfrm>
            <a:off x="329184" y="7068312"/>
            <a:ext cx="384048" cy="384048"/>
          </a:xfrm>
          <a:prstGeom prst="rect">
            <a:avLst/>
          </a:prstGeom>
          <a:solidFill>
            <a:srgbClr val="D2D2D2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e"/>
          <p:cNvSpPr txBox="1"/>
          <p:nvPr/>
        </p:nvSpPr>
        <p:spPr>
          <a:xfrm>
            <a:off x="740664" y="7095744"/>
            <a:ext cx="16747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e</a:t>
            </a:r>
          </a:p>
        </p:txBody>
      </p:sp>
      <p:sp>
        <p:nvSpPr>
          <p:cNvPr id="453" name="con"/>
          <p:cNvSpPr txBox="1"/>
          <p:nvPr/>
        </p:nvSpPr>
        <p:spPr>
          <a:xfrm>
            <a:off x="853278" y="7213702"/>
            <a:ext cx="36258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sp>
        <p:nvSpPr>
          <p:cNvPr id="454" name="Candidate sequence"/>
          <p:cNvSpPr/>
          <p:nvPr/>
        </p:nvSpPr>
        <p:spPr>
          <a:xfrm>
            <a:off x="1261872" y="6976872"/>
            <a:ext cx="2121408" cy="603504"/>
          </a:xfrm>
          <a:prstGeom prst="rect">
            <a:avLst/>
          </a:prstGeom>
          <a:noFill/>
          <a:ln w="32004">
            <a:solidFill>
              <a:srgbClr val="A9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Editable token"/>
          <p:cNvSpPr/>
          <p:nvPr/>
        </p:nvSpPr>
        <p:spPr>
          <a:xfrm>
            <a:off x="1325880" y="70683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Editable token"/>
          <p:cNvSpPr/>
          <p:nvPr/>
        </p:nvSpPr>
        <p:spPr>
          <a:xfrm>
            <a:off x="1856232" y="70683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Editable token"/>
          <p:cNvSpPr/>
          <p:nvPr/>
        </p:nvSpPr>
        <p:spPr>
          <a:xfrm>
            <a:off x="2670048" y="70683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Ellipsis dot"/>
          <p:cNvSpPr/>
          <p:nvPr/>
        </p:nvSpPr>
        <p:spPr>
          <a:xfrm>
            <a:off x="2322576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Ellipsis dot"/>
          <p:cNvSpPr/>
          <p:nvPr/>
        </p:nvSpPr>
        <p:spPr>
          <a:xfrm>
            <a:off x="2424074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Ellipsis dot"/>
          <p:cNvSpPr/>
          <p:nvPr/>
        </p:nvSpPr>
        <p:spPr>
          <a:xfrm>
            <a:off x="2525573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T"/>
          <p:cNvSpPr txBox="1"/>
          <p:nvPr/>
        </p:nvSpPr>
        <p:spPr>
          <a:xfrm>
            <a:off x="3072384" y="7104888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462" name="c"/>
          <p:cNvSpPr txBox="1"/>
          <p:nvPr/>
        </p:nvSpPr>
        <p:spPr>
          <a:xfrm>
            <a:off x="3215802" y="7222846"/>
            <a:ext cx="143132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cxnSp>
        <p:nvCxnSpPr>
          <p:cNvPr id="463" name="Flow connector"/>
          <p:cNvCxnSpPr/>
          <p:nvPr/>
        </p:nvCxnSpPr>
        <p:spPr>
          <a:xfrm>
            <a:off x="1901952" y="7671816"/>
            <a:ext cx="0" cy="356616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4" name="Arrowhead"/>
          <p:cNvSpPr/>
          <p:nvPr/>
        </p:nvSpPr>
        <p:spPr>
          <a:xfrm>
            <a:off x="1860804" y="7946136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Content attention ATT 1"/>
          <p:cNvSpPr/>
          <p:nvPr/>
        </p:nvSpPr>
        <p:spPr>
          <a:xfrm>
            <a:off x="1435608" y="8037576"/>
            <a:ext cx="905256" cy="667512"/>
          </a:xfrm>
          <a:prstGeom prst="roundRect">
            <a:avLst>
              <a:gd name="adj" fmla="val 19178"/>
            </a:avLst>
          </a:prstGeom>
          <a:solidFill>
            <a:srgbClr val="E7E9F6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ATT 1"/>
          <p:cNvSpPr txBox="1"/>
          <p:nvPr/>
        </p:nvSpPr>
        <p:spPr>
          <a:xfrm>
            <a:off x="1527048" y="8165592"/>
            <a:ext cx="791342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00000"/>
                </a:solidFill>
                <a:latin typeface="Arial"/>
              </a:rPr>
              <a:t>ATT 1</a:t>
            </a:r>
          </a:p>
        </p:txBody>
      </p:sp>
      <p:cxnSp>
        <p:nvCxnSpPr>
          <p:cNvPr id="467" name="Flow connector"/>
          <p:cNvCxnSpPr/>
          <p:nvPr/>
        </p:nvCxnSpPr>
        <p:spPr>
          <a:xfrm>
            <a:off x="2340864" y="8366760"/>
            <a:ext cx="356616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8" name="Arrowhead"/>
          <p:cNvSpPr/>
          <p:nvPr/>
        </p:nvSpPr>
        <p:spPr>
          <a:xfrm>
            <a:off x="2615184" y="832561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Editable token"/>
          <p:cNvSpPr/>
          <p:nvPr/>
        </p:nvSpPr>
        <p:spPr>
          <a:xfrm>
            <a:off x="2697480" y="8156448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t"/>
          <p:cNvSpPr txBox="1"/>
          <p:nvPr/>
        </p:nvSpPr>
        <p:spPr>
          <a:xfrm>
            <a:off x="2688336" y="8522208"/>
            <a:ext cx="12193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471" name="con"/>
          <p:cNvSpPr txBox="1"/>
          <p:nvPr/>
        </p:nvSpPr>
        <p:spPr>
          <a:xfrm>
            <a:off x="2755402" y="8640166"/>
            <a:ext cx="36258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sp>
        <p:nvSpPr>
          <p:cNvPr id="472" name="Relation attention input"/>
          <p:cNvSpPr/>
          <p:nvPr/>
        </p:nvSpPr>
        <p:spPr>
          <a:xfrm>
            <a:off x="3922776" y="6858000"/>
            <a:ext cx="5230368" cy="813816"/>
          </a:xfrm>
          <a:prstGeom prst="rect">
            <a:avLst/>
          </a:prstGeom>
          <a:noFill/>
          <a:ln w="3200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lation candidate sequence"/>
          <p:cNvSpPr/>
          <p:nvPr/>
        </p:nvSpPr>
        <p:spPr>
          <a:xfrm>
            <a:off x="4270248" y="6976872"/>
            <a:ext cx="2130552" cy="603504"/>
          </a:xfrm>
          <a:prstGeom prst="rect">
            <a:avLst/>
          </a:prstGeom>
          <a:noFill/>
          <a:ln w="32004">
            <a:solidFill>
              <a:srgbClr val="A9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Editable token"/>
          <p:cNvSpPr/>
          <p:nvPr/>
        </p:nvSpPr>
        <p:spPr>
          <a:xfrm>
            <a:off x="4343400" y="70683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Editable token"/>
          <p:cNvSpPr/>
          <p:nvPr/>
        </p:nvSpPr>
        <p:spPr>
          <a:xfrm>
            <a:off x="4864608" y="70683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Editable token"/>
          <p:cNvSpPr/>
          <p:nvPr/>
        </p:nvSpPr>
        <p:spPr>
          <a:xfrm>
            <a:off x="5678424" y="706831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Ellipsis dot"/>
          <p:cNvSpPr/>
          <p:nvPr/>
        </p:nvSpPr>
        <p:spPr>
          <a:xfrm>
            <a:off x="5340096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Ellipsis dot"/>
          <p:cNvSpPr/>
          <p:nvPr/>
        </p:nvSpPr>
        <p:spPr>
          <a:xfrm>
            <a:off x="5441594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Ellipsis dot"/>
          <p:cNvSpPr/>
          <p:nvPr/>
        </p:nvSpPr>
        <p:spPr>
          <a:xfrm>
            <a:off x="5543093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T"/>
          <p:cNvSpPr txBox="1"/>
          <p:nvPr/>
        </p:nvSpPr>
        <p:spPr>
          <a:xfrm>
            <a:off x="6099048" y="7104888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481" name="c"/>
          <p:cNvSpPr txBox="1"/>
          <p:nvPr/>
        </p:nvSpPr>
        <p:spPr>
          <a:xfrm>
            <a:off x="6242466" y="7222846"/>
            <a:ext cx="143132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sp>
        <p:nvSpPr>
          <p:cNvPr id="482" name="Relation query sequence"/>
          <p:cNvSpPr/>
          <p:nvPr/>
        </p:nvSpPr>
        <p:spPr>
          <a:xfrm>
            <a:off x="6693408" y="6976872"/>
            <a:ext cx="2130552" cy="603504"/>
          </a:xfrm>
          <a:prstGeom prst="rect">
            <a:avLst/>
          </a:prstGeom>
          <a:noFill/>
          <a:ln w="32004">
            <a:solidFill>
              <a:srgbClr val="F9C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Editable token"/>
          <p:cNvSpPr/>
          <p:nvPr/>
        </p:nvSpPr>
        <p:spPr>
          <a:xfrm>
            <a:off x="6757416" y="7068312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Editable token"/>
          <p:cNvSpPr/>
          <p:nvPr/>
        </p:nvSpPr>
        <p:spPr>
          <a:xfrm>
            <a:off x="7287768" y="7068312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Editable token"/>
          <p:cNvSpPr/>
          <p:nvPr/>
        </p:nvSpPr>
        <p:spPr>
          <a:xfrm>
            <a:off x="8101584" y="7068312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Ellipsis dot"/>
          <p:cNvSpPr/>
          <p:nvPr/>
        </p:nvSpPr>
        <p:spPr>
          <a:xfrm>
            <a:off x="7735824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Ellipsis dot"/>
          <p:cNvSpPr/>
          <p:nvPr/>
        </p:nvSpPr>
        <p:spPr>
          <a:xfrm>
            <a:off x="7837322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Ellipsis dot"/>
          <p:cNvSpPr/>
          <p:nvPr/>
        </p:nvSpPr>
        <p:spPr>
          <a:xfrm>
            <a:off x="7938821" y="7249363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T"/>
          <p:cNvSpPr txBox="1"/>
          <p:nvPr/>
        </p:nvSpPr>
        <p:spPr>
          <a:xfrm>
            <a:off x="8513064" y="7104888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490" name="q"/>
          <p:cNvSpPr txBox="1"/>
          <p:nvPr/>
        </p:nvSpPr>
        <p:spPr>
          <a:xfrm>
            <a:off x="8656482" y="7222846"/>
            <a:ext cx="1554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q</a:t>
            </a:r>
          </a:p>
        </p:txBody>
      </p:sp>
      <p:cxnSp>
        <p:nvCxnSpPr>
          <p:cNvPr id="491" name="Flow connector"/>
          <p:cNvCxnSpPr/>
          <p:nvPr/>
        </p:nvCxnSpPr>
        <p:spPr>
          <a:xfrm>
            <a:off x="4370832" y="7671816"/>
            <a:ext cx="0" cy="36576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Arrowhead"/>
          <p:cNvSpPr/>
          <p:nvPr/>
        </p:nvSpPr>
        <p:spPr>
          <a:xfrm>
            <a:off x="4329684" y="79552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Cross attention ATT 2"/>
          <p:cNvSpPr/>
          <p:nvPr/>
        </p:nvSpPr>
        <p:spPr>
          <a:xfrm>
            <a:off x="3922776" y="8037576"/>
            <a:ext cx="905256" cy="667512"/>
          </a:xfrm>
          <a:prstGeom prst="roundRect">
            <a:avLst>
              <a:gd name="adj" fmla="val 19178"/>
            </a:avLst>
          </a:prstGeom>
          <a:solidFill>
            <a:srgbClr val="E7E9F6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ATT 2"/>
          <p:cNvSpPr txBox="1"/>
          <p:nvPr/>
        </p:nvSpPr>
        <p:spPr>
          <a:xfrm>
            <a:off x="4023360" y="8165592"/>
            <a:ext cx="791342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00000"/>
                </a:solidFill>
                <a:latin typeface="Arial"/>
              </a:rPr>
              <a:t>ATT 2</a:t>
            </a:r>
          </a:p>
        </p:txBody>
      </p:sp>
      <p:cxnSp>
        <p:nvCxnSpPr>
          <p:cNvPr id="495" name="Flow connector"/>
          <p:cNvCxnSpPr/>
          <p:nvPr/>
        </p:nvCxnSpPr>
        <p:spPr>
          <a:xfrm>
            <a:off x="4828032" y="8339328"/>
            <a:ext cx="265176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6" name="Arrowhead"/>
          <p:cNvSpPr/>
          <p:nvPr/>
        </p:nvSpPr>
        <p:spPr>
          <a:xfrm>
            <a:off x="5010912" y="82981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lation features with content embedding"/>
          <p:cNvSpPr/>
          <p:nvPr/>
        </p:nvSpPr>
        <p:spPr>
          <a:xfrm>
            <a:off x="4928616" y="7845552"/>
            <a:ext cx="2596896" cy="1042416"/>
          </a:xfrm>
          <a:prstGeom prst="rect">
            <a:avLst/>
          </a:prstGeom>
          <a:noFill/>
          <a:ln w="3200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lation feature sequence"/>
          <p:cNvSpPr/>
          <p:nvPr/>
        </p:nvSpPr>
        <p:spPr>
          <a:xfrm>
            <a:off x="5102352" y="7927848"/>
            <a:ext cx="1856232" cy="850392"/>
          </a:xfrm>
          <a:prstGeom prst="rect">
            <a:avLst/>
          </a:prstGeom>
          <a:noFill/>
          <a:ln w="32004">
            <a:solidFill>
              <a:srgbClr val="A9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Editable token"/>
          <p:cNvSpPr/>
          <p:nvPr/>
        </p:nvSpPr>
        <p:spPr>
          <a:xfrm>
            <a:off x="5166360" y="8019288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Editable token"/>
          <p:cNvSpPr/>
          <p:nvPr/>
        </p:nvSpPr>
        <p:spPr>
          <a:xfrm>
            <a:off x="5687568" y="8019288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Editable token"/>
          <p:cNvSpPr/>
          <p:nvPr/>
        </p:nvSpPr>
        <p:spPr>
          <a:xfrm>
            <a:off x="6501384" y="8019288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Ellipsis dot"/>
          <p:cNvSpPr/>
          <p:nvPr/>
        </p:nvSpPr>
        <p:spPr>
          <a:xfrm>
            <a:off x="6153912" y="8200339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Ellipsis dot"/>
          <p:cNvSpPr/>
          <p:nvPr/>
        </p:nvSpPr>
        <p:spPr>
          <a:xfrm>
            <a:off x="6255410" y="8200339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Ellipsis dot"/>
          <p:cNvSpPr/>
          <p:nvPr/>
        </p:nvSpPr>
        <p:spPr>
          <a:xfrm>
            <a:off x="6356909" y="8200339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"/>
          <p:cNvSpPr txBox="1"/>
          <p:nvPr/>
        </p:nvSpPr>
        <p:spPr>
          <a:xfrm>
            <a:off x="5961888" y="8394192"/>
            <a:ext cx="213284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R</a:t>
            </a:r>
          </a:p>
        </p:txBody>
      </p:sp>
      <p:sp>
        <p:nvSpPr>
          <p:cNvPr id="506" name="q,c"/>
          <p:cNvSpPr txBox="1"/>
          <p:nvPr/>
        </p:nvSpPr>
        <p:spPr>
          <a:xfrm>
            <a:off x="6120308" y="8512150"/>
            <a:ext cx="307724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q,c</a:t>
            </a:r>
          </a:p>
        </p:txBody>
      </p:sp>
      <p:sp>
        <p:nvSpPr>
          <p:cNvPr id="507" name="Editable token"/>
          <p:cNvSpPr/>
          <p:nvPr/>
        </p:nvSpPr>
        <p:spPr>
          <a:xfrm>
            <a:off x="7040880" y="8019288"/>
            <a:ext cx="384048" cy="384048"/>
          </a:xfrm>
          <a:prstGeom prst="rect">
            <a:avLst/>
          </a:prstGeom>
          <a:solidFill>
            <a:srgbClr val="D2D2D2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e"/>
          <p:cNvSpPr txBox="1"/>
          <p:nvPr/>
        </p:nvSpPr>
        <p:spPr>
          <a:xfrm>
            <a:off x="7022592" y="8385048"/>
            <a:ext cx="16747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e</a:t>
            </a:r>
          </a:p>
        </p:txBody>
      </p:sp>
      <p:sp>
        <p:nvSpPr>
          <p:cNvPr id="509" name="con"/>
          <p:cNvSpPr txBox="1"/>
          <p:nvPr/>
        </p:nvSpPr>
        <p:spPr>
          <a:xfrm>
            <a:off x="7135206" y="8503006"/>
            <a:ext cx="36258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cxnSp>
        <p:nvCxnSpPr>
          <p:cNvPr id="510" name="Flow connector"/>
          <p:cNvCxnSpPr/>
          <p:nvPr/>
        </p:nvCxnSpPr>
        <p:spPr>
          <a:xfrm>
            <a:off x="7525512" y="8339328"/>
            <a:ext cx="155448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Arrowhead"/>
          <p:cNvSpPr/>
          <p:nvPr/>
        </p:nvSpPr>
        <p:spPr>
          <a:xfrm>
            <a:off x="7598664" y="829818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lation attention ATT 1"/>
          <p:cNvSpPr/>
          <p:nvPr/>
        </p:nvSpPr>
        <p:spPr>
          <a:xfrm>
            <a:off x="7680960" y="8001000"/>
            <a:ext cx="914400" cy="667512"/>
          </a:xfrm>
          <a:prstGeom prst="roundRect">
            <a:avLst>
              <a:gd name="adj" fmla="val 19178"/>
            </a:avLst>
          </a:prstGeom>
          <a:solidFill>
            <a:srgbClr val="E7E9F6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ATT 1"/>
          <p:cNvSpPr txBox="1"/>
          <p:nvPr/>
        </p:nvSpPr>
        <p:spPr>
          <a:xfrm>
            <a:off x="7781544" y="8129016"/>
            <a:ext cx="791342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0">
                <a:solidFill>
                  <a:srgbClr val="000000"/>
                </a:solidFill>
                <a:latin typeface="Arial"/>
              </a:rPr>
              <a:t>ATT 1</a:t>
            </a:r>
          </a:p>
        </p:txBody>
      </p:sp>
      <p:cxnSp>
        <p:nvCxnSpPr>
          <p:cNvPr id="514" name="Flow connector"/>
          <p:cNvCxnSpPr/>
          <p:nvPr/>
        </p:nvCxnSpPr>
        <p:spPr>
          <a:xfrm>
            <a:off x="8595360" y="8311896"/>
            <a:ext cx="164592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Arrowhead"/>
          <p:cNvSpPr/>
          <p:nvPr/>
        </p:nvSpPr>
        <p:spPr>
          <a:xfrm>
            <a:off x="8677656" y="8270748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Editable token"/>
          <p:cNvSpPr/>
          <p:nvPr/>
        </p:nvSpPr>
        <p:spPr>
          <a:xfrm>
            <a:off x="8759952" y="8119872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t"/>
          <p:cNvSpPr txBox="1"/>
          <p:nvPr/>
        </p:nvSpPr>
        <p:spPr>
          <a:xfrm>
            <a:off x="8732520" y="8476488"/>
            <a:ext cx="12193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518" name="rel"/>
          <p:cNvSpPr txBox="1"/>
          <p:nvPr/>
        </p:nvSpPr>
        <p:spPr>
          <a:xfrm>
            <a:off x="8799586" y="8594446"/>
            <a:ext cx="28137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rel</a:t>
            </a:r>
          </a:p>
        </p:txBody>
      </p:sp>
      <p:sp>
        <p:nvSpPr>
          <p:cNvPr id="519" name="(C) Overall Training Process"/>
          <p:cNvSpPr txBox="1"/>
          <p:nvPr/>
        </p:nvSpPr>
        <p:spPr>
          <a:xfrm>
            <a:off x="9564624" y="246888"/>
            <a:ext cx="3658543" cy="345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24" b="1" i="0">
                <a:solidFill>
                  <a:srgbClr val="000000"/>
                </a:solidFill>
                <a:latin typeface="Arial"/>
              </a:rPr>
              <a:t>(C) Overall Training Process</a:t>
            </a:r>
          </a:p>
        </p:txBody>
      </p:sp>
      <p:sp>
        <p:nvSpPr>
          <p:cNvPr id="520" name="Stage 1: Self-Alignment for Pretraining ICM"/>
          <p:cNvSpPr txBox="1"/>
          <p:nvPr/>
        </p:nvSpPr>
        <p:spPr>
          <a:xfrm>
            <a:off x="9564624" y="630936"/>
            <a:ext cx="5235854" cy="3464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31" b="0" i="0">
                <a:solidFill>
                  <a:srgbClr val="000000"/>
                </a:solidFill>
                <a:latin typeface="Arial"/>
              </a:rPr>
              <a:t>Stage 1: Self-Alignment for Pretraining ICM</a:t>
            </a:r>
          </a:p>
        </p:txBody>
      </p:sp>
      <p:cxnSp>
        <p:nvCxnSpPr>
          <p:cNvPr id="521" name="Flow connector"/>
          <p:cNvCxnSpPr/>
          <p:nvPr/>
        </p:nvCxnSpPr>
        <p:spPr>
          <a:xfrm>
            <a:off x="11850624" y="1490472"/>
            <a:ext cx="338328" cy="0"/>
          </a:xfrm>
          <a:prstGeom prst="line">
            <a:avLst/>
          </a:prstGeom>
          <a:ln w="30175">
            <a:solidFill>
              <a:srgbClr val="486A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Arrowhead"/>
          <p:cNvSpPr/>
          <p:nvPr/>
        </p:nvSpPr>
        <p:spPr>
          <a:xfrm>
            <a:off x="12106656" y="1449324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486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Flow connector"/>
          <p:cNvCxnSpPr/>
          <p:nvPr/>
        </p:nvCxnSpPr>
        <p:spPr>
          <a:xfrm>
            <a:off x="11731752" y="2157984"/>
            <a:ext cx="228600" cy="0"/>
          </a:xfrm>
          <a:prstGeom prst="line">
            <a:avLst/>
          </a:prstGeom>
          <a:ln w="32004">
            <a:solidFill>
              <a:srgbClr val="A089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Flow connector"/>
          <p:cNvCxnSpPr/>
          <p:nvPr/>
        </p:nvCxnSpPr>
        <p:spPr>
          <a:xfrm>
            <a:off x="11960352" y="2157984"/>
            <a:ext cx="0" cy="749808"/>
          </a:xfrm>
          <a:prstGeom prst="line">
            <a:avLst/>
          </a:prstGeom>
          <a:ln w="32004">
            <a:solidFill>
              <a:srgbClr val="A089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5" name="Flow connector"/>
          <p:cNvCxnSpPr/>
          <p:nvPr/>
        </p:nvCxnSpPr>
        <p:spPr>
          <a:xfrm>
            <a:off x="11960352" y="2907792"/>
            <a:ext cx="228600" cy="0"/>
          </a:xfrm>
          <a:prstGeom prst="line">
            <a:avLst/>
          </a:prstGeom>
          <a:ln w="32004">
            <a:solidFill>
              <a:srgbClr val="A089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Arrowhead"/>
          <p:cNvSpPr/>
          <p:nvPr/>
        </p:nvSpPr>
        <p:spPr>
          <a:xfrm>
            <a:off x="12106656" y="2866644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A08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Flow connector"/>
          <p:cNvCxnSpPr/>
          <p:nvPr/>
        </p:nvCxnSpPr>
        <p:spPr>
          <a:xfrm>
            <a:off x="11494008" y="3566160"/>
            <a:ext cx="548640" cy="0"/>
          </a:xfrm>
          <a:prstGeom prst="line">
            <a:avLst/>
          </a:prstGeom>
          <a:ln w="32004">
            <a:solidFill>
              <a:srgbClr val="A79F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Flow connector"/>
          <p:cNvCxnSpPr/>
          <p:nvPr/>
        </p:nvCxnSpPr>
        <p:spPr>
          <a:xfrm flipV="1">
            <a:off x="12042648" y="1792224"/>
            <a:ext cx="0" cy="1773936"/>
          </a:xfrm>
          <a:prstGeom prst="line">
            <a:avLst/>
          </a:prstGeom>
          <a:ln w="32004">
            <a:solidFill>
              <a:srgbClr val="A79F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Flow connector"/>
          <p:cNvCxnSpPr/>
          <p:nvPr/>
        </p:nvCxnSpPr>
        <p:spPr>
          <a:xfrm>
            <a:off x="12042648" y="1792224"/>
            <a:ext cx="146304" cy="0"/>
          </a:xfrm>
          <a:prstGeom prst="line">
            <a:avLst/>
          </a:prstGeom>
          <a:ln w="32004">
            <a:solidFill>
              <a:srgbClr val="A79F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0" name="Arrowhead"/>
          <p:cNvSpPr/>
          <p:nvPr/>
        </p:nvSpPr>
        <p:spPr>
          <a:xfrm>
            <a:off x="12106656" y="1751076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A7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Flow connector"/>
          <p:cNvCxnSpPr/>
          <p:nvPr/>
        </p:nvCxnSpPr>
        <p:spPr>
          <a:xfrm>
            <a:off x="10250424" y="3685032"/>
            <a:ext cx="0" cy="100584"/>
          </a:xfrm>
          <a:prstGeom prst="line">
            <a:avLst/>
          </a:prstGeom>
          <a:ln w="32004">
            <a:solidFill>
              <a:srgbClr val="B3C9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Flow connector"/>
          <p:cNvCxnSpPr/>
          <p:nvPr/>
        </p:nvCxnSpPr>
        <p:spPr>
          <a:xfrm>
            <a:off x="10250424" y="3785616"/>
            <a:ext cx="3730752" cy="0"/>
          </a:xfrm>
          <a:prstGeom prst="line">
            <a:avLst/>
          </a:prstGeom>
          <a:ln w="32004">
            <a:solidFill>
              <a:srgbClr val="B3C9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Flow connector"/>
          <p:cNvCxnSpPr/>
          <p:nvPr/>
        </p:nvCxnSpPr>
        <p:spPr>
          <a:xfrm flipV="1">
            <a:off x="13981176" y="3429000"/>
            <a:ext cx="0" cy="356616"/>
          </a:xfrm>
          <a:prstGeom prst="line">
            <a:avLst/>
          </a:prstGeom>
          <a:ln w="32004">
            <a:solidFill>
              <a:srgbClr val="B3C9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4" name="Arrowhead"/>
          <p:cNvSpPr/>
          <p:nvPr/>
        </p:nvSpPr>
        <p:spPr>
          <a:xfrm>
            <a:off x="13940028" y="342900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0"/>
                </a:moveTo>
                <a:lnTo>
                  <a:pt x="0" y="900"/>
                </a:lnTo>
                <a:lnTo>
                  <a:pt x="900" y="900"/>
                </a:lnTo>
                <a:close/>
              </a:path>
            </a:pathLst>
          </a:custGeom>
          <a:solidFill>
            <a:srgbClr val="B3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Flow connector"/>
          <p:cNvCxnSpPr/>
          <p:nvPr/>
        </p:nvCxnSpPr>
        <p:spPr>
          <a:xfrm>
            <a:off x="15755112" y="1472184"/>
            <a:ext cx="365760" cy="0"/>
          </a:xfrm>
          <a:prstGeom prst="line">
            <a:avLst/>
          </a:prstGeom>
          <a:ln w="31089">
            <a:solidFill>
              <a:srgbClr val="486A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Arrowhead"/>
          <p:cNvSpPr/>
          <p:nvPr/>
        </p:nvSpPr>
        <p:spPr>
          <a:xfrm>
            <a:off x="16038576" y="1431036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486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Flow connector"/>
          <p:cNvCxnSpPr/>
          <p:nvPr/>
        </p:nvCxnSpPr>
        <p:spPr>
          <a:xfrm>
            <a:off x="16541496" y="1472184"/>
            <a:ext cx="365760" cy="0"/>
          </a:xfrm>
          <a:prstGeom prst="line">
            <a:avLst/>
          </a:prstGeom>
          <a:ln w="31089">
            <a:solidFill>
              <a:srgbClr val="486A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8" name="Arrowhead"/>
          <p:cNvSpPr/>
          <p:nvPr/>
        </p:nvSpPr>
        <p:spPr>
          <a:xfrm>
            <a:off x="16824960" y="1431036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486A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Flow connector"/>
          <p:cNvCxnSpPr/>
          <p:nvPr/>
        </p:nvCxnSpPr>
        <p:spPr>
          <a:xfrm>
            <a:off x="15755112" y="1801368"/>
            <a:ext cx="365760" cy="0"/>
          </a:xfrm>
          <a:prstGeom prst="line">
            <a:avLst/>
          </a:prstGeom>
          <a:ln w="31089">
            <a:solidFill>
              <a:srgbClr val="A79F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0" name="Arrowhead"/>
          <p:cNvSpPr/>
          <p:nvPr/>
        </p:nvSpPr>
        <p:spPr>
          <a:xfrm>
            <a:off x="16038576" y="176022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A7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Flow connector"/>
          <p:cNvCxnSpPr/>
          <p:nvPr/>
        </p:nvCxnSpPr>
        <p:spPr>
          <a:xfrm>
            <a:off x="16541496" y="1801368"/>
            <a:ext cx="365760" cy="0"/>
          </a:xfrm>
          <a:prstGeom prst="line">
            <a:avLst/>
          </a:prstGeom>
          <a:ln w="31089">
            <a:solidFill>
              <a:srgbClr val="A79F9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2" name="Arrowhead"/>
          <p:cNvSpPr/>
          <p:nvPr/>
        </p:nvSpPr>
        <p:spPr>
          <a:xfrm>
            <a:off x="16824960" y="176022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A79F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Flow connector"/>
          <p:cNvCxnSpPr/>
          <p:nvPr/>
        </p:nvCxnSpPr>
        <p:spPr>
          <a:xfrm>
            <a:off x="15755112" y="2898648"/>
            <a:ext cx="365760" cy="0"/>
          </a:xfrm>
          <a:prstGeom prst="line">
            <a:avLst/>
          </a:prstGeom>
          <a:ln w="31089">
            <a:solidFill>
              <a:srgbClr val="A089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4" name="Arrowhead"/>
          <p:cNvSpPr/>
          <p:nvPr/>
        </p:nvSpPr>
        <p:spPr>
          <a:xfrm>
            <a:off x="16038576" y="285750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A08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5" name="Flow connector"/>
          <p:cNvCxnSpPr/>
          <p:nvPr/>
        </p:nvCxnSpPr>
        <p:spPr>
          <a:xfrm>
            <a:off x="16541496" y="2898648"/>
            <a:ext cx="365760" cy="0"/>
          </a:xfrm>
          <a:prstGeom prst="line">
            <a:avLst/>
          </a:prstGeom>
          <a:ln w="31089">
            <a:solidFill>
              <a:srgbClr val="A089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Arrowhead"/>
          <p:cNvSpPr/>
          <p:nvPr/>
        </p:nvSpPr>
        <p:spPr>
          <a:xfrm>
            <a:off x="16824960" y="285750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A08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7" name="Flow connector"/>
          <p:cNvCxnSpPr/>
          <p:nvPr/>
        </p:nvCxnSpPr>
        <p:spPr>
          <a:xfrm>
            <a:off x="15755112" y="3246120"/>
            <a:ext cx="365760" cy="0"/>
          </a:xfrm>
          <a:prstGeom prst="line">
            <a:avLst/>
          </a:prstGeom>
          <a:ln w="31089">
            <a:solidFill>
              <a:srgbClr val="B3C9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8" name="Arrowhead"/>
          <p:cNvSpPr/>
          <p:nvPr/>
        </p:nvSpPr>
        <p:spPr>
          <a:xfrm>
            <a:off x="16038576" y="320497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B3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9" name="Flow connector"/>
          <p:cNvCxnSpPr/>
          <p:nvPr/>
        </p:nvCxnSpPr>
        <p:spPr>
          <a:xfrm>
            <a:off x="16541496" y="3246120"/>
            <a:ext cx="365760" cy="0"/>
          </a:xfrm>
          <a:prstGeom prst="line">
            <a:avLst/>
          </a:prstGeom>
          <a:ln w="31089">
            <a:solidFill>
              <a:srgbClr val="B3C9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0" name="Arrowhead"/>
          <p:cNvSpPr/>
          <p:nvPr/>
        </p:nvSpPr>
        <p:spPr>
          <a:xfrm>
            <a:off x="16824960" y="3204972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B3C9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Query and candidate input tokens"/>
          <p:cNvSpPr/>
          <p:nvPr/>
        </p:nvSpPr>
        <p:spPr>
          <a:xfrm>
            <a:off x="9537192" y="1078992"/>
            <a:ext cx="2313432" cy="1563624"/>
          </a:xfrm>
          <a:prstGeom prst="rect">
            <a:avLst/>
          </a:prstGeom>
          <a:noFill/>
          <a:ln w="32004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Stage 1 query tokens"/>
          <p:cNvSpPr/>
          <p:nvPr/>
        </p:nvSpPr>
        <p:spPr>
          <a:xfrm>
            <a:off x="9592056" y="1197864"/>
            <a:ext cx="2139696" cy="612648"/>
          </a:xfrm>
          <a:prstGeom prst="rect">
            <a:avLst/>
          </a:prstGeom>
          <a:noFill/>
          <a:ln w="32004">
            <a:solidFill>
              <a:srgbClr val="F9CC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Editable token"/>
          <p:cNvSpPr/>
          <p:nvPr/>
        </p:nvSpPr>
        <p:spPr>
          <a:xfrm>
            <a:off x="9656064" y="1289304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Editable token"/>
          <p:cNvSpPr/>
          <p:nvPr/>
        </p:nvSpPr>
        <p:spPr>
          <a:xfrm>
            <a:off x="10186416" y="1289304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Editable token"/>
          <p:cNvSpPr/>
          <p:nvPr/>
        </p:nvSpPr>
        <p:spPr>
          <a:xfrm>
            <a:off x="11000232" y="1289304"/>
            <a:ext cx="384048" cy="384048"/>
          </a:xfrm>
          <a:prstGeom prst="rect">
            <a:avLst/>
          </a:prstGeom>
          <a:solidFill>
            <a:srgbClr val="F9CCC9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Ellipsis dot"/>
          <p:cNvSpPr/>
          <p:nvPr/>
        </p:nvSpPr>
        <p:spPr>
          <a:xfrm>
            <a:off x="10661904" y="1470355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Ellipsis dot"/>
          <p:cNvSpPr/>
          <p:nvPr/>
        </p:nvSpPr>
        <p:spPr>
          <a:xfrm>
            <a:off x="10763402" y="1470355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Ellipsis dot"/>
          <p:cNvSpPr/>
          <p:nvPr/>
        </p:nvSpPr>
        <p:spPr>
          <a:xfrm>
            <a:off x="10864901" y="1470355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T"/>
          <p:cNvSpPr txBox="1"/>
          <p:nvPr/>
        </p:nvSpPr>
        <p:spPr>
          <a:xfrm>
            <a:off x="11411712" y="1344168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560" name="q"/>
          <p:cNvSpPr txBox="1"/>
          <p:nvPr/>
        </p:nvSpPr>
        <p:spPr>
          <a:xfrm>
            <a:off x="11555130" y="1462126"/>
            <a:ext cx="1554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q</a:t>
            </a:r>
          </a:p>
        </p:txBody>
      </p:sp>
      <p:sp>
        <p:nvSpPr>
          <p:cNvPr id="561" name="Stage 1 candidate tokens"/>
          <p:cNvSpPr/>
          <p:nvPr/>
        </p:nvSpPr>
        <p:spPr>
          <a:xfrm>
            <a:off x="9592056" y="1883664"/>
            <a:ext cx="2139696" cy="612648"/>
          </a:xfrm>
          <a:prstGeom prst="rect">
            <a:avLst/>
          </a:prstGeom>
          <a:noFill/>
          <a:ln w="32004">
            <a:solidFill>
              <a:srgbClr val="A9C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Editable token"/>
          <p:cNvSpPr/>
          <p:nvPr/>
        </p:nvSpPr>
        <p:spPr>
          <a:xfrm>
            <a:off x="9656064" y="1965960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Editable token"/>
          <p:cNvSpPr/>
          <p:nvPr/>
        </p:nvSpPr>
        <p:spPr>
          <a:xfrm>
            <a:off x="10186416" y="1965960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Editable token"/>
          <p:cNvSpPr/>
          <p:nvPr/>
        </p:nvSpPr>
        <p:spPr>
          <a:xfrm>
            <a:off x="11000232" y="1965960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Ellipsis dot"/>
          <p:cNvSpPr/>
          <p:nvPr/>
        </p:nvSpPr>
        <p:spPr>
          <a:xfrm>
            <a:off x="10661904" y="2147011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Ellipsis dot"/>
          <p:cNvSpPr/>
          <p:nvPr/>
        </p:nvSpPr>
        <p:spPr>
          <a:xfrm>
            <a:off x="10763402" y="2147011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Ellipsis dot"/>
          <p:cNvSpPr/>
          <p:nvPr/>
        </p:nvSpPr>
        <p:spPr>
          <a:xfrm>
            <a:off x="10864901" y="2147011"/>
            <a:ext cx="40234" cy="4023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"/>
          <p:cNvSpPr txBox="1"/>
          <p:nvPr/>
        </p:nvSpPr>
        <p:spPr>
          <a:xfrm>
            <a:off x="11411712" y="2002536"/>
            <a:ext cx="198282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569" name="c"/>
          <p:cNvSpPr txBox="1"/>
          <p:nvPr/>
        </p:nvSpPr>
        <p:spPr>
          <a:xfrm>
            <a:off x="11555130" y="2120494"/>
            <a:ext cx="143132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c</a:t>
            </a:r>
          </a:p>
        </p:txBody>
      </p:sp>
      <p:cxnSp>
        <p:nvCxnSpPr>
          <p:cNvPr id="570" name="Flow connector"/>
          <p:cNvCxnSpPr/>
          <p:nvPr/>
        </p:nvCxnSpPr>
        <p:spPr>
          <a:xfrm>
            <a:off x="10753344" y="2487168"/>
            <a:ext cx="0" cy="301752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1" name="Arrowhead"/>
          <p:cNvSpPr/>
          <p:nvPr/>
        </p:nvSpPr>
        <p:spPr>
          <a:xfrm>
            <a:off x="10712196" y="2706624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Trainable ICM"/>
          <p:cNvSpPr/>
          <p:nvPr/>
        </p:nvSpPr>
        <p:spPr>
          <a:xfrm>
            <a:off x="9537192" y="2788920"/>
            <a:ext cx="2313432" cy="384048"/>
          </a:xfrm>
          <a:prstGeom prst="roundRect">
            <a:avLst>
              <a:gd name="adj" fmla="val 16666"/>
            </a:avLst>
          </a:prstGeom>
          <a:solidFill>
            <a:srgbClr val="EBFAF5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73" name="Trainable ICM flam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574" name="Trainable ICM flame color 0"/>
            <p:cNvSpPr/>
            <p:nvPr/>
          </p:nvSpPr>
          <p:spPr>
            <a:xfrm>
              <a:off x="9632107" y="2911267"/>
              <a:ext cx="212507" cy="139355"/>
            </a:xfrm>
            <a:custGeom>
              <a:avLst/>
              <a:gdLst/>
              <a:ahLst/>
              <a:cxnLst/>
              <a:rect l="l" t="t" r="r" b="b"/>
              <a:pathLst>
                <a:path w="2324" h="1524">
                  <a:moveTo>
                    <a:pt x="0" y="1000"/>
                  </a:moveTo>
                  <a:lnTo>
                    <a:pt x="0" y="1224"/>
                  </a:lnTo>
                  <a:lnTo>
                    <a:pt x="100" y="1250"/>
                  </a:lnTo>
                  <a:lnTo>
                    <a:pt x="100" y="1424"/>
                  </a:lnTo>
                  <a:lnTo>
                    <a:pt x="174" y="1424"/>
                  </a:lnTo>
                  <a:lnTo>
                    <a:pt x="200" y="1524"/>
                  </a:lnTo>
                  <a:lnTo>
                    <a:pt x="324" y="1524"/>
                  </a:lnTo>
                  <a:lnTo>
                    <a:pt x="324" y="1400"/>
                  </a:lnTo>
                  <a:lnTo>
                    <a:pt x="224" y="1374"/>
                  </a:lnTo>
                  <a:lnTo>
                    <a:pt x="224" y="1200"/>
                  </a:lnTo>
                  <a:lnTo>
                    <a:pt x="124" y="1174"/>
                  </a:lnTo>
                  <a:lnTo>
                    <a:pt x="124" y="1000"/>
                  </a:lnTo>
                  <a:close/>
                  <a:moveTo>
                    <a:pt x="2324" y="700"/>
                  </a:moveTo>
                  <a:lnTo>
                    <a:pt x="2200" y="700"/>
                  </a:lnTo>
                  <a:lnTo>
                    <a:pt x="2200" y="774"/>
                  </a:lnTo>
                  <a:lnTo>
                    <a:pt x="2100" y="800"/>
                  </a:lnTo>
                  <a:lnTo>
                    <a:pt x="2100" y="1524"/>
                  </a:lnTo>
                  <a:lnTo>
                    <a:pt x="2224" y="1524"/>
                  </a:lnTo>
                  <a:lnTo>
                    <a:pt x="2224" y="1450"/>
                  </a:lnTo>
                  <a:lnTo>
                    <a:pt x="2324" y="1424"/>
                  </a:lnTo>
                  <a:close/>
                  <a:moveTo>
                    <a:pt x="1800" y="0"/>
                  </a:moveTo>
                  <a:lnTo>
                    <a:pt x="1800" y="324"/>
                  </a:lnTo>
                  <a:lnTo>
                    <a:pt x="1924" y="32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F01B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5" name="Trainable ICM flame color 2"/>
            <p:cNvSpPr/>
            <p:nvPr/>
          </p:nvSpPr>
          <p:spPr>
            <a:xfrm>
              <a:off x="9696115" y="3066715"/>
              <a:ext cx="93635" cy="38771"/>
            </a:xfrm>
            <a:custGeom>
              <a:avLst/>
              <a:gdLst/>
              <a:ahLst/>
              <a:cxnLst/>
              <a:rect l="l" t="t" r="r" b="b"/>
              <a:pathLst>
                <a:path w="1024" h="424">
                  <a:moveTo>
                    <a:pt x="0" y="100"/>
                  </a:moveTo>
                  <a:lnTo>
                    <a:pt x="0" y="224"/>
                  </a:lnTo>
                  <a:lnTo>
                    <a:pt x="100" y="250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200"/>
                  </a:lnTo>
                  <a:lnTo>
                    <a:pt x="150" y="200"/>
                  </a:lnTo>
                  <a:lnTo>
                    <a:pt x="124" y="100"/>
                  </a:lnTo>
                  <a:close/>
                  <a:moveTo>
                    <a:pt x="1024" y="0"/>
                  </a:moveTo>
                  <a:lnTo>
                    <a:pt x="900" y="0"/>
                  </a:lnTo>
                  <a:lnTo>
                    <a:pt x="900" y="174"/>
                  </a:lnTo>
                  <a:lnTo>
                    <a:pt x="800" y="200"/>
                  </a:lnTo>
                  <a:lnTo>
                    <a:pt x="774" y="300"/>
                  </a:lnTo>
                  <a:lnTo>
                    <a:pt x="700" y="300"/>
                  </a:lnTo>
                  <a:lnTo>
                    <a:pt x="700" y="424"/>
                  </a:lnTo>
                  <a:lnTo>
                    <a:pt x="824" y="424"/>
                  </a:lnTo>
                  <a:lnTo>
                    <a:pt x="824" y="350"/>
                  </a:lnTo>
                  <a:lnTo>
                    <a:pt x="924" y="324"/>
                  </a:lnTo>
                  <a:lnTo>
                    <a:pt x="950" y="224"/>
                  </a:lnTo>
                  <a:lnTo>
                    <a:pt x="1024" y="224"/>
                  </a:lnTo>
                  <a:close/>
                </a:path>
              </a:pathLst>
            </a:custGeom>
            <a:solidFill>
              <a:srgbClr val="FCE5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6" name="Trainable ICM flame color 3"/>
            <p:cNvSpPr/>
            <p:nvPr/>
          </p:nvSpPr>
          <p:spPr>
            <a:xfrm>
              <a:off x="9632107" y="2838115"/>
              <a:ext cx="221651" cy="249083"/>
            </a:xfrm>
            <a:custGeom>
              <a:avLst/>
              <a:gdLst/>
              <a:ahLst/>
              <a:cxnLst/>
              <a:rect l="l" t="t" r="r" b="b"/>
              <a:pathLst>
                <a:path w="2424" h="2724">
                  <a:moveTo>
                    <a:pt x="200" y="2600"/>
                  </a:moveTo>
                  <a:lnTo>
                    <a:pt x="200" y="2724"/>
                  </a:lnTo>
                  <a:lnTo>
                    <a:pt x="324" y="2724"/>
                  </a:lnTo>
                  <a:lnTo>
                    <a:pt x="324" y="26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2200" y="2200"/>
                  </a:moveTo>
                  <a:lnTo>
                    <a:pt x="2200" y="2324"/>
                  </a:lnTo>
                  <a:lnTo>
                    <a:pt x="2324" y="2324"/>
                  </a:lnTo>
                  <a:lnTo>
                    <a:pt x="2324" y="22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2300" y="2000"/>
                  </a:moveTo>
                  <a:lnTo>
                    <a:pt x="2300" y="2124"/>
                  </a:lnTo>
                  <a:lnTo>
                    <a:pt x="2424" y="2124"/>
                  </a:lnTo>
                  <a:lnTo>
                    <a:pt x="2424" y="2000"/>
                  </a:lnTo>
                  <a:close/>
                  <a:moveTo>
                    <a:pt x="500" y="1500"/>
                  </a:moveTo>
                  <a:lnTo>
                    <a:pt x="500" y="1624"/>
                  </a:lnTo>
                  <a:lnTo>
                    <a:pt x="624" y="1624"/>
                  </a:lnTo>
                  <a:lnTo>
                    <a:pt x="624" y="1500"/>
                  </a:lnTo>
                  <a:close/>
                  <a:moveTo>
                    <a:pt x="300" y="1500"/>
                  </a:moveTo>
                  <a:lnTo>
                    <a:pt x="300" y="1624"/>
                  </a:lnTo>
                  <a:lnTo>
                    <a:pt x="424" y="1624"/>
                  </a:lnTo>
                  <a:lnTo>
                    <a:pt x="424" y="15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2100" y="1300"/>
                  </a:moveTo>
                  <a:lnTo>
                    <a:pt x="2100" y="1424"/>
                  </a:lnTo>
                  <a:lnTo>
                    <a:pt x="2324" y="1424"/>
                  </a:lnTo>
                  <a:lnTo>
                    <a:pt x="2324" y="1300"/>
                  </a:lnTo>
                  <a:close/>
                  <a:moveTo>
                    <a:pt x="100" y="1300"/>
                  </a:moveTo>
                  <a:lnTo>
                    <a:pt x="100" y="1424"/>
                  </a:lnTo>
                  <a:lnTo>
                    <a:pt x="224" y="1424"/>
                  </a:lnTo>
                  <a:lnTo>
                    <a:pt x="224" y="13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100" y="900"/>
                  </a:moveTo>
                  <a:lnTo>
                    <a:pt x="100" y="1124"/>
                  </a:lnTo>
                  <a:lnTo>
                    <a:pt x="224" y="1124"/>
                  </a:lnTo>
                  <a:lnTo>
                    <a:pt x="224" y="900"/>
                  </a:lnTo>
                  <a:close/>
                  <a:moveTo>
                    <a:pt x="300" y="700"/>
                  </a:moveTo>
                  <a:lnTo>
                    <a:pt x="300" y="824"/>
                  </a:lnTo>
                  <a:lnTo>
                    <a:pt x="424" y="824"/>
                  </a:lnTo>
                  <a:lnTo>
                    <a:pt x="424" y="700"/>
                  </a:lnTo>
                  <a:close/>
                  <a:moveTo>
                    <a:pt x="1800" y="600"/>
                  </a:moveTo>
                  <a:lnTo>
                    <a:pt x="1800" y="724"/>
                  </a:lnTo>
                  <a:lnTo>
                    <a:pt x="1924" y="724"/>
                  </a:lnTo>
                  <a:lnTo>
                    <a:pt x="1924" y="60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F69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7" name="Trainable ICM flame color 4"/>
            <p:cNvSpPr/>
            <p:nvPr/>
          </p:nvSpPr>
          <p:spPr>
            <a:xfrm>
              <a:off x="9650395" y="2874691"/>
              <a:ext cx="166787" cy="221651"/>
            </a:xfrm>
            <a:custGeom>
              <a:avLst/>
              <a:gdLst/>
              <a:ahLst/>
              <a:cxnLst/>
              <a:rect l="l" t="t" r="r" b="b"/>
              <a:pathLst>
                <a:path w="1824" h="2424">
                  <a:moveTo>
                    <a:pt x="200" y="2300"/>
                  </a:moveTo>
                  <a:lnTo>
                    <a:pt x="200" y="2424"/>
                  </a:lnTo>
                  <a:lnTo>
                    <a:pt x="324" y="2424"/>
                  </a:lnTo>
                  <a:lnTo>
                    <a:pt x="324" y="2300"/>
                  </a:lnTo>
                  <a:close/>
                  <a:moveTo>
                    <a:pt x="1400" y="1100"/>
                  </a:moveTo>
                  <a:lnTo>
                    <a:pt x="1400" y="1424"/>
                  </a:lnTo>
                  <a:lnTo>
                    <a:pt x="1474" y="1424"/>
                  </a:lnTo>
                  <a:lnTo>
                    <a:pt x="1500" y="1524"/>
                  </a:lnTo>
                  <a:lnTo>
                    <a:pt x="1824" y="1524"/>
                  </a:lnTo>
                  <a:lnTo>
                    <a:pt x="1824" y="1400"/>
                  </a:lnTo>
                  <a:lnTo>
                    <a:pt x="1750" y="1400"/>
                  </a:lnTo>
                  <a:lnTo>
                    <a:pt x="1724" y="1300"/>
                  </a:lnTo>
                  <a:lnTo>
                    <a:pt x="1550" y="1300"/>
                  </a:lnTo>
                  <a:lnTo>
                    <a:pt x="1524" y="1274"/>
                  </a:lnTo>
                  <a:lnTo>
                    <a:pt x="1524" y="1100"/>
                  </a:lnTo>
                  <a:close/>
                  <a:moveTo>
                    <a:pt x="0" y="1424"/>
                  </a:moveTo>
                  <a:lnTo>
                    <a:pt x="74" y="1424"/>
                  </a:lnTo>
                  <a:lnTo>
                    <a:pt x="100" y="1524"/>
                  </a:lnTo>
                  <a:lnTo>
                    <a:pt x="200" y="1550"/>
                  </a:lnTo>
                  <a:lnTo>
                    <a:pt x="200" y="1624"/>
                  </a:lnTo>
                  <a:lnTo>
                    <a:pt x="424" y="1624"/>
                  </a:lnTo>
                  <a:lnTo>
                    <a:pt x="424" y="1550"/>
                  </a:lnTo>
                  <a:lnTo>
                    <a:pt x="524" y="1524"/>
                  </a:lnTo>
                  <a:lnTo>
                    <a:pt x="550" y="1424"/>
                  </a:lnTo>
                  <a:lnTo>
                    <a:pt x="624" y="1424"/>
                  </a:lnTo>
                  <a:lnTo>
                    <a:pt x="624" y="1250"/>
                  </a:lnTo>
                  <a:lnTo>
                    <a:pt x="724" y="1224"/>
                  </a:lnTo>
                  <a:lnTo>
                    <a:pt x="724" y="1100"/>
                  </a:lnTo>
                  <a:lnTo>
                    <a:pt x="500" y="1100"/>
                  </a:lnTo>
                  <a:lnTo>
                    <a:pt x="500" y="1274"/>
                  </a:lnTo>
                  <a:lnTo>
                    <a:pt x="474" y="1300"/>
                  </a:lnTo>
                  <a:lnTo>
                    <a:pt x="250" y="1300"/>
                  </a:lnTo>
                  <a:lnTo>
                    <a:pt x="224" y="1200"/>
                  </a:lnTo>
                  <a:lnTo>
                    <a:pt x="124" y="1174"/>
                  </a:lnTo>
                  <a:lnTo>
                    <a:pt x="124" y="1100"/>
                  </a:lnTo>
                  <a:lnTo>
                    <a:pt x="0" y="1100"/>
                  </a:lnTo>
                  <a:close/>
                  <a:moveTo>
                    <a:pt x="1024" y="200"/>
                  </a:moveTo>
                  <a:lnTo>
                    <a:pt x="900" y="200"/>
                  </a:lnTo>
                  <a:lnTo>
                    <a:pt x="874" y="300"/>
                  </a:lnTo>
                  <a:lnTo>
                    <a:pt x="700" y="300"/>
                  </a:lnTo>
                  <a:lnTo>
                    <a:pt x="700" y="474"/>
                  </a:lnTo>
                  <a:lnTo>
                    <a:pt x="600" y="500"/>
                  </a:lnTo>
                  <a:lnTo>
                    <a:pt x="600" y="1024"/>
                  </a:lnTo>
                  <a:lnTo>
                    <a:pt x="724" y="1024"/>
                  </a:lnTo>
                  <a:lnTo>
                    <a:pt x="724" y="750"/>
                  </a:lnTo>
                  <a:lnTo>
                    <a:pt x="824" y="724"/>
                  </a:lnTo>
                  <a:lnTo>
                    <a:pt x="824" y="550"/>
                  </a:lnTo>
                  <a:lnTo>
                    <a:pt x="924" y="524"/>
                  </a:lnTo>
                  <a:lnTo>
                    <a:pt x="950" y="424"/>
                  </a:lnTo>
                  <a:lnTo>
                    <a:pt x="1024" y="424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074" y="124"/>
                  </a:lnTo>
                  <a:lnTo>
                    <a:pt x="1100" y="224"/>
                  </a:lnTo>
                  <a:lnTo>
                    <a:pt x="1174" y="224"/>
                  </a:lnTo>
                  <a:lnTo>
                    <a:pt x="1200" y="324"/>
                  </a:lnTo>
                  <a:lnTo>
                    <a:pt x="1300" y="350"/>
                  </a:lnTo>
                  <a:lnTo>
                    <a:pt x="1300" y="624"/>
                  </a:lnTo>
                  <a:lnTo>
                    <a:pt x="1400" y="650"/>
                  </a:lnTo>
                  <a:lnTo>
                    <a:pt x="1374" y="700"/>
                  </a:lnTo>
                  <a:lnTo>
                    <a:pt x="1300" y="700"/>
                  </a:lnTo>
                  <a:lnTo>
                    <a:pt x="1300" y="924"/>
                  </a:lnTo>
                  <a:lnTo>
                    <a:pt x="1374" y="924"/>
                  </a:lnTo>
                  <a:lnTo>
                    <a:pt x="1400" y="1024"/>
                  </a:lnTo>
                  <a:lnTo>
                    <a:pt x="1524" y="1024"/>
                  </a:lnTo>
                  <a:lnTo>
                    <a:pt x="1524" y="300"/>
                  </a:lnTo>
                  <a:lnTo>
                    <a:pt x="1424" y="274"/>
                  </a:lnTo>
                  <a:lnTo>
                    <a:pt x="1424" y="100"/>
                  </a:lnTo>
                  <a:lnTo>
                    <a:pt x="1300" y="100"/>
                  </a:lnTo>
                  <a:lnTo>
                    <a:pt x="1300" y="174"/>
                  </a:lnTo>
                  <a:lnTo>
                    <a:pt x="1250" y="200"/>
                  </a:lnTo>
                  <a:lnTo>
                    <a:pt x="1224" y="100"/>
                  </a:lnTo>
                  <a:lnTo>
                    <a:pt x="1124" y="7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78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8" name="Trainable ICM flame color 5"/>
            <p:cNvSpPr/>
            <p:nvPr/>
          </p:nvSpPr>
          <p:spPr>
            <a:xfrm>
              <a:off x="9705259" y="3030139"/>
              <a:ext cx="75347" cy="84491"/>
            </a:xfrm>
            <a:custGeom>
              <a:avLst/>
              <a:gdLst/>
              <a:ahLst/>
              <a:cxnLst/>
              <a:rect l="l" t="t" r="r" b="b"/>
              <a:pathLst>
                <a:path w="824" h="924"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500" y="700"/>
                  </a:moveTo>
                  <a:lnTo>
                    <a:pt x="500" y="924"/>
                  </a:lnTo>
                  <a:lnTo>
                    <a:pt x="624" y="924"/>
                  </a:lnTo>
                  <a:lnTo>
                    <a:pt x="624" y="700"/>
                  </a:lnTo>
                  <a:close/>
                  <a:moveTo>
                    <a:pt x="100" y="6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600"/>
                  </a:lnTo>
                  <a:close/>
                  <a:moveTo>
                    <a:pt x="200" y="0"/>
                  </a:moveTo>
                  <a:lnTo>
                    <a:pt x="200" y="74"/>
                  </a:lnTo>
                  <a:lnTo>
                    <a:pt x="100" y="100"/>
                  </a:lnTo>
                  <a:lnTo>
                    <a:pt x="100" y="274"/>
                  </a:lnTo>
                  <a:lnTo>
                    <a:pt x="0" y="300"/>
                  </a:lnTo>
                  <a:lnTo>
                    <a:pt x="0" y="524"/>
                  </a:lnTo>
                  <a:lnTo>
                    <a:pt x="124" y="52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50" y="224"/>
                  </a:lnTo>
                  <a:lnTo>
                    <a:pt x="424" y="224"/>
                  </a:lnTo>
                  <a:lnTo>
                    <a:pt x="424" y="150"/>
                  </a:lnTo>
                  <a:lnTo>
                    <a:pt x="474" y="124"/>
                  </a:lnTo>
                  <a:lnTo>
                    <a:pt x="500" y="224"/>
                  </a:lnTo>
                  <a:lnTo>
                    <a:pt x="600" y="250"/>
                  </a:lnTo>
                  <a:lnTo>
                    <a:pt x="600" y="624"/>
                  </a:lnTo>
                  <a:lnTo>
                    <a:pt x="724" y="624"/>
                  </a:lnTo>
                  <a:lnTo>
                    <a:pt x="724" y="450"/>
                  </a:lnTo>
                  <a:lnTo>
                    <a:pt x="824" y="424"/>
                  </a:lnTo>
                  <a:lnTo>
                    <a:pt x="824" y="300"/>
                  </a:lnTo>
                  <a:lnTo>
                    <a:pt x="750" y="300"/>
                  </a:lnTo>
                  <a:lnTo>
                    <a:pt x="724" y="200"/>
                  </a:lnTo>
                  <a:lnTo>
                    <a:pt x="624" y="17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EF9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9" name="Trainable ICM flame color 6"/>
            <p:cNvSpPr/>
            <p:nvPr/>
          </p:nvSpPr>
          <p:spPr>
            <a:xfrm>
              <a:off x="9622963" y="2828971"/>
              <a:ext cx="194219" cy="285659"/>
            </a:xfrm>
            <a:custGeom>
              <a:avLst/>
              <a:gdLst/>
              <a:ahLst/>
              <a:cxnLst/>
              <a:rect l="l" t="t" r="r" b="b"/>
              <a:pathLst>
                <a:path w="2124" h="3124">
                  <a:moveTo>
                    <a:pt x="800" y="3000"/>
                  </a:moveTo>
                  <a:lnTo>
                    <a:pt x="800" y="3124"/>
                  </a:lnTo>
                  <a:lnTo>
                    <a:pt x="924" y="3124"/>
                  </a:lnTo>
                  <a:lnTo>
                    <a:pt x="924" y="3000"/>
                  </a:lnTo>
                  <a:close/>
                  <a:moveTo>
                    <a:pt x="1800" y="2900"/>
                  </a:moveTo>
                  <a:lnTo>
                    <a:pt x="1800" y="3024"/>
                  </a:lnTo>
                  <a:lnTo>
                    <a:pt x="1924" y="3024"/>
                  </a:lnTo>
                  <a:lnTo>
                    <a:pt x="1924" y="2900"/>
                  </a:lnTo>
                  <a:close/>
                  <a:moveTo>
                    <a:pt x="2000" y="2800"/>
                  </a:moveTo>
                  <a:lnTo>
                    <a:pt x="2000" y="2924"/>
                  </a:lnTo>
                  <a:lnTo>
                    <a:pt x="2124" y="2924"/>
                  </a:lnTo>
                  <a:lnTo>
                    <a:pt x="2124" y="2800"/>
                  </a:lnTo>
                  <a:close/>
                  <a:moveTo>
                    <a:pt x="400" y="2800"/>
                  </a:moveTo>
                  <a:lnTo>
                    <a:pt x="400" y="2924"/>
                  </a:lnTo>
                  <a:lnTo>
                    <a:pt x="524" y="2924"/>
                  </a:lnTo>
                  <a:lnTo>
                    <a:pt x="524" y="28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0" y="1900"/>
                  </a:moveTo>
                  <a:lnTo>
                    <a:pt x="0" y="2124"/>
                  </a:lnTo>
                  <a:lnTo>
                    <a:pt x="124" y="2124"/>
                  </a:lnTo>
                  <a:lnTo>
                    <a:pt x="124" y="1900"/>
                  </a:lnTo>
                  <a:close/>
                  <a:moveTo>
                    <a:pt x="2000" y="1400"/>
                  </a:moveTo>
                  <a:lnTo>
                    <a:pt x="20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2000" y="9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900"/>
                  </a:lnTo>
                  <a:close/>
                  <a:moveTo>
                    <a:pt x="800" y="800"/>
                  </a:moveTo>
                  <a:lnTo>
                    <a:pt x="800" y="924"/>
                  </a:lnTo>
                  <a:lnTo>
                    <a:pt x="924" y="924"/>
                  </a:lnTo>
                  <a:lnTo>
                    <a:pt x="924" y="800"/>
                  </a:lnTo>
                  <a:close/>
                  <a:moveTo>
                    <a:pt x="524" y="700"/>
                  </a:moveTo>
                  <a:lnTo>
                    <a:pt x="400" y="700"/>
                  </a:lnTo>
                  <a:lnTo>
                    <a:pt x="400" y="774"/>
                  </a:lnTo>
                  <a:lnTo>
                    <a:pt x="300" y="800"/>
                  </a:lnTo>
                  <a:lnTo>
                    <a:pt x="274" y="900"/>
                  </a:lnTo>
                  <a:lnTo>
                    <a:pt x="200" y="900"/>
                  </a:lnTo>
                  <a:lnTo>
                    <a:pt x="200" y="1024"/>
                  </a:lnTo>
                  <a:lnTo>
                    <a:pt x="324" y="1024"/>
                  </a:lnTo>
                  <a:lnTo>
                    <a:pt x="350" y="924"/>
                  </a:lnTo>
                  <a:lnTo>
                    <a:pt x="400" y="950"/>
                  </a:lnTo>
                  <a:lnTo>
                    <a:pt x="400" y="1024"/>
                  </a:lnTo>
                  <a:lnTo>
                    <a:pt x="524" y="1024"/>
                  </a:lnTo>
                  <a:lnTo>
                    <a:pt x="524" y="900"/>
                  </a:lnTo>
                  <a:lnTo>
                    <a:pt x="424" y="874"/>
                  </a:lnTo>
                  <a:lnTo>
                    <a:pt x="450" y="824"/>
                  </a:lnTo>
                  <a:lnTo>
                    <a:pt x="524" y="824"/>
                  </a:lnTo>
                  <a:close/>
                  <a:moveTo>
                    <a:pt x="1100" y="500"/>
                  </a:moveTo>
                  <a:lnTo>
                    <a:pt x="1100" y="624"/>
                  </a:lnTo>
                  <a:lnTo>
                    <a:pt x="1224" y="624"/>
                  </a:lnTo>
                  <a:lnTo>
                    <a:pt x="12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674" y="424"/>
                  </a:lnTo>
                  <a:lnTo>
                    <a:pt x="1700" y="524"/>
                  </a:lnTo>
                  <a:lnTo>
                    <a:pt x="1774" y="524"/>
                  </a:lnTo>
                  <a:lnTo>
                    <a:pt x="1800" y="624"/>
                  </a:lnTo>
                  <a:lnTo>
                    <a:pt x="1900" y="650"/>
                  </a:lnTo>
                  <a:lnTo>
                    <a:pt x="1900" y="724"/>
                  </a:lnTo>
                  <a:lnTo>
                    <a:pt x="2024" y="724"/>
                  </a:lnTo>
                  <a:lnTo>
                    <a:pt x="2024" y="600"/>
                  </a:lnTo>
                  <a:lnTo>
                    <a:pt x="1950" y="600"/>
                  </a:lnTo>
                  <a:lnTo>
                    <a:pt x="1924" y="500"/>
                  </a:lnTo>
                  <a:lnTo>
                    <a:pt x="1850" y="500"/>
                  </a:lnTo>
                  <a:lnTo>
                    <a:pt x="1824" y="400"/>
                  </a:lnTo>
                  <a:lnTo>
                    <a:pt x="1724" y="374"/>
                  </a:lnTo>
                  <a:lnTo>
                    <a:pt x="1724" y="3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ACA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0" name="Trainable ICM flame color 7"/>
            <p:cNvSpPr/>
            <p:nvPr/>
          </p:nvSpPr>
          <p:spPr>
            <a:xfrm>
              <a:off x="9668683" y="3020995"/>
              <a:ext cx="148499" cy="84491"/>
            </a:xfrm>
            <a:custGeom>
              <a:avLst/>
              <a:gdLst/>
              <a:ahLst/>
              <a:cxnLst/>
              <a:rect l="l" t="t" r="r" b="b"/>
              <a:pathLst>
                <a:path w="1624" h="924">
                  <a:moveTo>
                    <a:pt x="1524" y="500"/>
                  </a:moveTo>
                  <a:lnTo>
                    <a:pt x="1400" y="500"/>
                  </a:lnTo>
                  <a:lnTo>
                    <a:pt x="1400" y="574"/>
                  </a:lnTo>
                  <a:lnTo>
                    <a:pt x="1300" y="600"/>
                  </a:lnTo>
                  <a:lnTo>
                    <a:pt x="1300" y="824"/>
                  </a:lnTo>
                  <a:lnTo>
                    <a:pt x="1424" y="824"/>
                  </a:lnTo>
                  <a:lnTo>
                    <a:pt x="1424" y="650"/>
                  </a:lnTo>
                  <a:lnTo>
                    <a:pt x="1524" y="624"/>
                  </a:lnTo>
                  <a:close/>
                  <a:moveTo>
                    <a:pt x="100" y="500"/>
                  </a:moveTo>
                  <a:lnTo>
                    <a:pt x="100" y="724"/>
                  </a:lnTo>
                  <a:lnTo>
                    <a:pt x="174" y="724"/>
                  </a:lnTo>
                  <a:lnTo>
                    <a:pt x="200" y="824"/>
                  </a:lnTo>
                  <a:lnTo>
                    <a:pt x="300" y="850"/>
                  </a:lnTo>
                  <a:lnTo>
                    <a:pt x="300" y="924"/>
                  </a:lnTo>
                  <a:lnTo>
                    <a:pt x="424" y="924"/>
                  </a:lnTo>
                  <a:lnTo>
                    <a:pt x="424" y="800"/>
                  </a:lnTo>
                  <a:lnTo>
                    <a:pt x="350" y="800"/>
                  </a:lnTo>
                  <a:lnTo>
                    <a:pt x="324" y="700"/>
                  </a:lnTo>
                  <a:lnTo>
                    <a:pt x="224" y="674"/>
                  </a:lnTo>
                  <a:lnTo>
                    <a:pt x="224" y="500"/>
                  </a:lnTo>
                  <a:close/>
                  <a:moveTo>
                    <a:pt x="1500" y="300"/>
                  </a:moveTo>
                  <a:lnTo>
                    <a:pt x="1500" y="424"/>
                  </a:lnTo>
                  <a:lnTo>
                    <a:pt x="1624" y="424"/>
                  </a:lnTo>
                  <a:lnTo>
                    <a:pt x="1624" y="300"/>
                  </a:lnTo>
                  <a:close/>
                  <a:moveTo>
                    <a:pt x="1400" y="100"/>
                  </a:moveTo>
                  <a:lnTo>
                    <a:pt x="1400" y="224"/>
                  </a:lnTo>
                  <a:lnTo>
                    <a:pt x="1524" y="224"/>
                  </a:lnTo>
                  <a:lnTo>
                    <a:pt x="1524" y="1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24" y="200"/>
                  </a:lnTo>
                  <a:lnTo>
                    <a:pt x="124" y="17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AA4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1" name="Trainable ICM flame color 8"/>
            <p:cNvSpPr/>
            <p:nvPr/>
          </p:nvSpPr>
          <p:spPr>
            <a:xfrm>
              <a:off x="9705259" y="3002707"/>
              <a:ext cx="75347" cy="111923"/>
            </a:xfrm>
            <a:custGeom>
              <a:avLst/>
              <a:gdLst/>
              <a:ahLst/>
              <a:cxnLst/>
              <a:rect l="l" t="t" r="r" b="b"/>
              <a:pathLst>
                <a:path w="824" h="1224">
                  <a:moveTo>
                    <a:pt x="100" y="1100"/>
                  </a:moveTo>
                  <a:lnTo>
                    <a:pt x="100" y="1224"/>
                  </a:lnTo>
                  <a:lnTo>
                    <a:pt x="224" y="1224"/>
                  </a:lnTo>
                  <a:lnTo>
                    <a:pt x="224" y="11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0" y="800"/>
                  </a:moveTo>
                  <a:lnTo>
                    <a:pt x="0" y="924"/>
                  </a:lnTo>
                  <a:lnTo>
                    <a:pt x="124" y="924"/>
                  </a:lnTo>
                  <a:lnTo>
                    <a:pt x="124" y="800"/>
                  </a:lnTo>
                  <a:close/>
                  <a:moveTo>
                    <a:pt x="700" y="700"/>
                  </a:moveTo>
                  <a:lnTo>
                    <a:pt x="700" y="824"/>
                  </a:lnTo>
                  <a:lnTo>
                    <a:pt x="824" y="824"/>
                  </a:lnTo>
                  <a:lnTo>
                    <a:pt x="824" y="700"/>
                  </a:lnTo>
                  <a:close/>
                  <a:moveTo>
                    <a:pt x="0" y="300"/>
                  </a:moveTo>
                  <a:lnTo>
                    <a:pt x="0" y="624"/>
                  </a:lnTo>
                  <a:lnTo>
                    <a:pt x="124" y="624"/>
                  </a:lnTo>
                  <a:lnTo>
                    <a:pt x="124" y="450"/>
                  </a:lnTo>
                  <a:lnTo>
                    <a:pt x="224" y="424"/>
                  </a:lnTo>
                  <a:lnTo>
                    <a:pt x="250" y="324"/>
                  </a:lnTo>
                  <a:lnTo>
                    <a:pt x="574" y="324"/>
                  </a:lnTo>
                  <a:lnTo>
                    <a:pt x="600" y="350"/>
                  </a:lnTo>
                  <a:lnTo>
                    <a:pt x="600" y="524"/>
                  </a:lnTo>
                  <a:lnTo>
                    <a:pt x="674" y="524"/>
                  </a:lnTo>
                  <a:lnTo>
                    <a:pt x="700" y="624"/>
                  </a:lnTo>
                  <a:lnTo>
                    <a:pt x="824" y="624"/>
                  </a:lnTo>
                  <a:lnTo>
                    <a:pt x="824" y="400"/>
                  </a:lnTo>
                  <a:lnTo>
                    <a:pt x="724" y="374"/>
                  </a:lnTo>
                  <a:lnTo>
                    <a:pt x="724" y="200"/>
                  </a:lnTo>
                  <a:lnTo>
                    <a:pt x="650" y="200"/>
                  </a:lnTo>
                  <a:lnTo>
                    <a:pt x="624" y="100"/>
                  </a:lnTo>
                  <a:lnTo>
                    <a:pt x="524" y="74"/>
                  </a:lnTo>
                  <a:lnTo>
                    <a:pt x="524" y="0"/>
                  </a:lnTo>
                  <a:lnTo>
                    <a:pt x="200" y="0"/>
                  </a:lnTo>
                  <a:lnTo>
                    <a:pt x="200" y="174"/>
                  </a:lnTo>
                  <a:lnTo>
                    <a:pt x="100" y="200"/>
                  </a:lnTo>
                  <a:lnTo>
                    <a:pt x="74" y="300"/>
                  </a:lnTo>
                  <a:close/>
                </a:path>
              </a:pathLst>
            </a:custGeom>
            <a:solidFill>
              <a:srgbClr val="FEE3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2" name="Trainable ICM flame color 9"/>
            <p:cNvSpPr/>
            <p:nvPr/>
          </p:nvSpPr>
          <p:spPr>
            <a:xfrm>
              <a:off x="9650395" y="2847259"/>
              <a:ext cx="203363" cy="221651"/>
            </a:xfrm>
            <a:custGeom>
              <a:avLst/>
              <a:gdLst/>
              <a:ahLst/>
              <a:cxnLst/>
              <a:rect l="l" t="t" r="r" b="b"/>
              <a:pathLst>
                <a:path w="2224" h="2424">
                  <a:moveTo>
                    <a:pt x="2024" y="2200"/>
                  </a:moveTo>
                  <a:lnTo>
                    <a:pt x="1900" y="2200"/>
                  </a:lnTo>
                  <a:lnTo>
                    <a:pt x="1900" y="2274"/>
                  </a:lnTo>
                  <a:lnTo>
                    <a:pt x="1800" y="2300"/>
                  </a:lnTo>
                  <a:lnTo>
                    <a:pt x="1800" y="2424"/>
                  </a:lnTo>
                  <a:lnTo>
                    <a:pt x="1924" y="2424"/>
                  </a:lnTo>
                  <a:lnTo>
                    <a:pt x="1924" y="2350"/>
                  </a:lnTo>
                  <a:lnTo>
                    <a:pt x="2024" y="2324"/>
                  </a:lnTo>
                  <a:close/>
                  <a:moveTo>
                    <a:pt x="2100" y="1800"/>
                  </a:moveTo>
                  <a:lnTo>
                    <a:pt x="2100" y="1924"/>
                  </a:lnTo>
                  <a:lnTo>
                    <a:pt x="2224" y="1924"/>
                  </a:lnTo>
                  <a:lnTo>
                    <a:pt x="2224" y="1800"/>
                  </a:lnTo>
                  <a:close/>
                  <a:moveTo>
                    <a:pt x="2100" y="1600"/>
                  </a:moveTo>
                  <a:lnTo>
                    <a:pt x="2100" y="1724"/>
                  </a:lnTo>
                  <a:lnTo>
                    <a:pt x="2224" y="1724"/>
                  </a:lnTo>
                  <a:lnTo>
                    <a:pt x="2224" y="1600"/>
                  </a:lnTo>
                  <a:close/>
                  <a:moveTo>
                    <a:pt x="1800" y="1300"/>
                  </a:moveTo>
                  <a:lnTo>
                    <a:pt x="1800" y="1424"/>
                  </a:lnTo>
                  <a:lnTo>
                    <a:pt x="1924" y="1424"/>
                  </a:lnTo>
                  <a:lnTo>
                    <a:pt x="1924" y="1300"/>
                  </a:lnTo>
                  <a:close/>
                  <a:moveTo>
                    <a:pt x="0" y="12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200"/>
                  </a:lnTo>
                  <a:close/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0" y="700"/>
                  </a:moveTo>
                  <a:lnTo>
                    <a:pt x="0" y="824"/>
                  </a:lnTo>
                  <a:lnTo>
                    <a:pt x="124" y="824"/>
                  </a:lnTo>
                  <a:lnTo>
                    <a:pt x="124" y="700"/>
                  </a:lnTo>
                  <a:close/>
                  <a:moveTo>
                    <a:pt x="600" y="500"/>
                  </a:moveTo>
                  <a:lnTo>
                    <a:pt x="600" y="624"/>
                  </a:lnTo>
                  <a:lnTo>
                    <a:pt x="724" y="624"/>
                  </a:lnTo>
                  <a:lnTo>
                    <a:pt x="724" y="500"/>
                  </a:lnTo>
                  <a:close/>
                  <a:moveTo>
                    <a:pt x="800" y="400"/>
                  </a:moveTo>
                  <a:lnTo>
                    <a:pt x="800" y="524"/>
                  </a:lnTo>
                  <a:lnTo>
                    <a:pt x="924" y="524"/>
                  </a:lnTo>
                  <a:lnTo>
                    <a:pt x="924" y="4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974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3" name="Trainable ICM flame color 10"/>
            <p:cNvSpPr/>
            <p:nvPr/>
          </p:nvSpPr>
          <p:spPr>
            <a:xfrm>
              <a:off x="9641251" y="2929555"/>
              <a:ext cx="194219" cy="157643"/>
            </a:xfrm>
            <a:custGeom>
              <a:avLst/>
              <a:gdLst/>
              <a:ahLst/>
              <a:cxnLst/>
              <a:rect l="l" t="t" r="r" b="b"/>
              <a:pathLst>
                <a:path w="2124" h="1724">
                  <a:moveTo>
                    <a:pt x="1800" y="1600"/>
                  </a:moveTo>
                  <a:lnTo>
                    <a:pt x="1800" y="1724"/>
                  </a:lnTo>
                  <a:lnTo>
                    <a:pt x="1924" y="1724"/>
                  </a:lnTo>
                  <a:lnTo>
                    <a:pt x="1924" y="1600"/>
                  </a:lnTo>
                  <a:close/>
                  <a:moveTo>
                    <a:pt x="300" y="1600"/>
                  </a:moveTo>
                  <a:lnTo>
                    <a:pt x="300" y="1724"/>
                  </a:lnTo>
                  <a:lnTo>
                    <a:pt x="424" y="1724"/>
                  </a:lnTo>
                  <a:lnTo>
                    <a:pt x="424" y="1600"/>
                  </a:lnTo>
                  <a:close/>
                  <a:moveTo>
                    <a:pt x="200" y="1300"/>
                  </a:moveTo>
                  <a:lnTo>
                    <a:pt x="200" y="1524"/>
                  </a:lnTo>
                  <a:lnTo>
                    <a:pt x="324" y="1524"/>
                  </a:lnTo>
                  <a:lnTo>
                    <a:pt x="324" y="1300"/>
                  </a:lnTo>
                  <a:close/>
                  <a:moveTo>
                    <a:pt x="1900" y="700"/>
                  </a:moveTo>
                  <a:lnTo>
                    <a:pt x="1900" y="874"/>
                  </a:lnTo>
                  <a:lnTo>
                    <a:pt x="1800" y="900"/>
                  </a:lnTo>
                  <a:lnTo>
                    <a:pt x="1800" y="1024"/>
                  </a:lnTo>
                  <a:lnTo>
                    <a:pt x="1874" y="1024"/>
                  </a:lnTo>
                  <a:lnTo>
                    <a:pt x="1900" y="1074"/>
                  </a:lnTo>
                  <a:lnTo>
                    <a:pt x="1800" y="1100"/>
                  </a:lnTo>
                  <a:lnTo>
                    <a:pt x="1800" y="1224"/>
                  </a:lnTo>
                  <a:lnTo>
                    <a:pt x="1900" y="1250"/>
                  </a:lnTo>
                  <a:lnTo>
                    <a:pt x="1900" y="1424"/>
                  </a:lnTo>
                  <a:lnTo>
                    <a:pt x="2024" y="1424"/>
                  </a:lnTo>
                  <a:lnTo>
                    <a:pt x="2024" y="700"/>
                  </a:lnTo>
                  <a:close/>
                  <a:moveTo>
                    <a:pt x="2000" y="500"/>
                  </a:moveTo>
                  <a:lnTo>
                    <a:pt x="2000" y="624"/>
                  </a:lnTo>
                  <a:lnTo>
                    <a:pt x="2124" y="624"/>
                  </a:lnTo>
                  <a:lnTo>
                    <a:pt x="2124" y="500"/>
                  </a:lnTo>
                  <a:close/>
                  <a:moveTo>
                    <a:pt x="500" y="500"/>
                  </a:moveTo>
                  <a:lnTo>
                    <a:pt x="500" y="624"/>
                  </a:lnTo>
                  <a:lnTo>
                    <a:pt x="624" y="624"/>
                  </a:lnTo>
                  <a:lnTo>
                    <a:pt x="624" y="500"/>
                  </a:lnTo>
                  <a:close/>
                  <a:moveTo>
                    <a:pt x="0" y="500"/>
                  </a:moveTo>
                  <a:lnTo>
                    <a:pt x="0" y="1024"/>
                  </a:lnTo>
                  <a:lnTo>
                    <a:pt x="100" y="1050"/>
                  </a:lnTo>
                  <a:lnTo>
                    <a:pt x="100" y="1224"/>
                  </a:lnTo>
                  <a:lnTo>
                    <a:pt x="224" y="1224"/>
                  </a:lnTo>
                  <a:lnTo>
                    <a:pt x="224" y="800"/>
                  </a:lnTo>
                  <a:lnTo>
                    <a:pt x="124" y="774"/>
                  </a:lnTo>
                  <a:lnTo>
                    <a:pt x="124" y="500"/>
                  </a:lnTo>
                  <a:close/>
                  <a:moveTo>
                    <a:pt x="1600" y="0"/>
                  </a:moveTo>
                  <a:lnTo>
                    <a:pt x="1600" y="224"/>
                  </a:lnTo>
                  <a:lnTo>
                    <a:pt x="1724" y="224"/>
                  </a:lnTo>
                  <a:lnTo>
                    <a:pt x="1724" y="0"/>
                  </a:lnTo>
                  <a:close/>
                  <a:moveTo>
                    <a:pt x="600" y="0"/>
                  </a:moveTo>
                  <a:lnTo>
                    <a:pt x="6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A59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4" name="Trainable ICM flame color 11"/>
            <p:cNvSpPr/>
            <p:nvPr/>
          </p:nvSpPr>
          <p:spPr>
            <a:xfrm>
              <a:off x="9686971" y="2883835"/>
              <a:ext cx="121067" cy="221651"/>
            </a:xfrm>
            <a:custGeom>
              <a:avLst/>
              <a:gdLst/>
              <a:ahLst/>
              <a:cxnLst/>
              <a:rect l="l" t="t" r="r" b="b"/>
              <a:pathLst>
                <a:path w="1324" h="2424">
                  <a:moveTo>
                    <a:pt x="0" y="2300"/>
                  </a:moveTo>
                  <a:lnTo>
                    <a:pt x="0" y="2424"/>
                  </a:lnTo>
                  <a:lnTo>
                    <a:pt x="124" y="2424"/>
                  </a:lnTo>
                  <a:lnTo>
                    <a:pt x="124" y="2300"/>
                  </a:lnTo>
                  <a:close/>
                  <a:moveTo>
                    <a:pt x="1200" y="2200"/>
                  </a:moveTo>
                  <a:lnTo>
                    <a:pt x="1200" y="2324"/>
                  </a:lnTo>
                  <a:lnTo>
                    <a:pt x="1324" y="2324"/>
                  </a:lnTo>
                  <a:lnTo>
                    <a:pt x="1324" y="2200"/>
                  </a:lnTo>
                  <a:close/>
                  <a:moveTo>
                    <a:pt x="600" y="0"/>
                  </a:moveTo>
                  <a:lnTo>
                    <a:pt x="600" y="274"/>
                  </a:lnTo>
                  <a:lnTo>
                    <a:pt x="500" y="300"/>
                  </a:lnTo>
                  <a:lnTo>
                    <a:pt x="474" y="400"/>
                  </a:lnTo>
                  <a:lnTo>
                    <a:pt x="400" y="400"/>
                  </a:lnTo>
                  <a:lnTo>
                    <a:pt x="400" y="574"/>
                  </a:lnTo>
                  <a:lnTo>
                    <a:pt x="300" y="600"/>
                  </a:lnTo>
                  <a:lnTo>
                    <a:pt x="300" y="874"/>
                  </a:lnTo>
                  <a:lnTo>
                    <a:pt x="200" y="900"/>
                  </a:lnTo>
                  <a:lnTo>
                    <a:pt x="200" y="1024"/>
                  </a:lnTo>
                  <a:lnTo>
                    <a:pt x="274" y="1024"/>
                  </a:lnTo>
                  <a:lnTo>
                    <a:pt x="300" y="1074"/>
                  </a:lnTo>
                  <a:lnTo>
                    <a:pt x="200" y="1100"/>
                  </a:lnTo>
                  <a:lnTo>
                    <a:pt x="200" y="1274"/>
                  </a:lnTo>
                  <a:lnTo>
                    <a:pt x="100" y="1300"/>
                  </a:lnTo>
                  <a:lnTo>
                    <a:pt x="100" y="1524"/>
                  </a:lnTo>
                  <a:lnTo>
                    <a:pt x="224" y="1524"/>
                  </a:lnTo>
                  <a:lnTo>
                    <a:pt x="224" y="1450"/>
                  </a:lnTo>
                  <a:lnTo>
                    <a:pt x="324" y="1424"/>
                  </a:lnTo>
                  <a:lnTo>
                    <a:pt x="324" y="1250"/>
                  </a:lnTo>
                  <a:lnTo>
                    <a:pt x="424" y="1224"/>
                  </a:lnTo>
                  <a:lnTo>
                    <a:pt x="424" y="1150"/>
                  </a:lnTo>
                  <a:lnTo>
                    <a:pt x="524" y="1124"/>
                  </a:lnTo>
                  <a:lnTo>
                    <a:pt x="524" y="1050"/>
                  </a:lnTo>
                  <a:lnTo>
                    <a:pt x="624" y="1024"/>
                  </a:lnTo>
                  <a:lnTo>
                    <a:pt x="650" y="924"/>
                  </a:lnTo>
                  <a:lnTo>
                    <a:pt x="700" y="950"/>
                  </a:lnTo>
                  <a:lnTo>
                    <a:pt x="700" y="1224"/>
                  </a:lnTo>
                  <a:lnTo>
                    <a:pt x="800" y="1250"/>
                  </a:lnTo>
                  <a:lnTo>
                    <a:pt x="800" y="1424"/>
                  </a:lnTo>
                  <a:lnTo>
                    <a:pt x="974" y="1424"/>
                  </a:lnTo>
                  <a:lnTo>
                    <a:pt x="1000" y="1524"/>
                  </a:lnTo>
                  <a:lnTo>
                    <a:pt x="1124" y="1524"/>
                  </a:lnTo>
                  <a:lnTo>
                    <a:pt x="1124" y="1300"/>
                  </a:lnTo>
                  <a:lnTo>
                    <a:pt x="1024" y="1274"/>
                  </a:lnTo>
                  <a:lnTo>
                    <a:pt x="1024" y="800"/>
                  </a:lnTo>
                  <a:lnTo>
                    <a:pt x="924" y="774"/>
                  </a:lnTo>
                  <a:lnTo>
                    <a:pt x="924" y="650"/>
                  </a:lnTo>
                  <a:lnTo>
                    <a:pt x="1024" y="624"/>
                  </a:lnTo>
                  <a:lnTo>
                    <a:pt x="1024" y="500"/>
                  </a:lnTo>
                  <a:lnTo>
                    <a:pt x="924" y="474"/>
                  </a:lnTo>
                  <a:lnTo>
                    <a:pt x="924" y="200"/>
                  </a:lnTo>
                  <a:lnTo>
                    <a:pt x="850" y="200"/>
                  </a:lnTo>
                  <a:lnTo>
                    <a:pt x="824" y="100"/>
                  </a:lnTo>
                  <a:lnTo>
                    <a:pt x="724" y="7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FA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5" name="Trainable ICM flame color 12"/>
            <p:cNvSpPr/>
            <p:nvPr/>
          </p:nvSpPr>
          <p:spPr>
            <a:xfrm>
              <a:off x="9714403" y="3039283"/>
              <a:ext cx="57059" cy="75347"/>
            </a:xfrm>
            <a:custGeom>
              <a:avLst/>
              <a:gdLst/>
              <a:ahLst/>
              <a:cxnLst/>
              <a:rect l="l" t="t" r="r" b="b"/>
              <a:pathLst>
                <a:path w="624" h="824"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300" y="0"/>
                  </a:moveTo>
                  <a:lnTo>
                    <a:pt x="274" y="100"/>
                  </a:lnTo>
                  <a:lnTo>
                    <a:pt x="100" y="100"/>
                  </a:lnTo>
                  <a:lnTo>
                    <a:pt x="100" y="174"/>
                  </a:lnTo>
                  <a:lnTo>
                    <a:pt x="0" y="200"/>
                  </a:lnTo>
                  <a:lnTo>
                    <a:pt x="0" y="524"/>
                  </a:lnTo>
                  <a:lnTo>
                    <a:pt x="100" y="550"/>
                  </a:lnTo>
                  <a:lnTo>
                    <a:pt x="100" y="724"/>
                  </a:lnTo>
                  <a:lnTo>
                    <a:pt x="174" y="724"/>
                  </a:lnTo>
                  <a:lnTo>
                    <a:pt x="200" y="824"/>
                  </a:lnTo>
                  <a:lnTo>
                    <a:pt x="424" y="824"/>
                  </a:lnTo>
                  <a:lnTo>
                    <a:pt x="424" y="650"/>
                  </a:lnTo>
                  <a:lnTo>
                    <a:pt x="524" y="624"/>
                  </a:lnTo>
                  <a:lnTo>
                    <a:pt x="524" y="100"/>
                  </a:lnTo>
                  <a:lnTo>
                    <a:pt x="450" y="100"/>
                  </a:lnTo>
                  <a:lnTo>
                    <a:pt x="424" y="0"/>
                  </a:lnTo>
                  <a:close/>
                  <a:moveTo>
                    <a:pt x="124" y="450"/>
                  </a:moveTo>
                  <a:lnTo>
                    <a:pt x="224" y="424"/>
                  </a:lnTo>
                  <a:lnTo>
                    <a:pt x="250" y="324"/>
                  </a:lnTo>
                  <a:lnTo>
                    <a:pt x="374" y="324"/>
                  </a:lnTo>
                  <a:lnTo>
                    <a:pt x="400" y="350"/>
                  </a:lnTo>
                  <a:lnTo>
                    <a:pt x="400" y="474"/>
                  </a:lnTo>
                  <a:lnTo>
                    <a:pt x="374" y="500"/>
                  </a:lnTo>
                  <a:lnTo>
                    <a:pt x="150" y="500"/>
                  </a:lnTo>
                  <a:close/>
                </a:path>
              </a:pathLst>
            </a:custGeom>
            <a:solidFill>
              <a:srgbClr val="FCFD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6" name="Trainable ICM flame color 13"/>
            <p:cNvSpPr/>
            <p:nvPr/>
          </p:nvSpPr>
          <p:spPr>
            <a:xfrm>
              <a:off x="9632107" y="2838115"/>
              <a:ext cx="203363" cy="249083"/>
            </a:xfrm>
            <a:custGeom>
              <a:avLst/>
              <a:gdLst/>
              <a:ahLst/>
              <a:cxnLst/>
              <a:rect l="l" t="t" r="r" b="b"/>
              <a:pathLst>
                <a:path w="2224" h="2724">
                  <a:moveTo>
                    <a:pt x="300" y="2500"/>
                  </a:moveTo>
                  <a:lnTo>
                    <a:pt x="300" y="2724"/>
                  </a:lnTo>
                  <a:lnTo>
                    <a:pt x="424" y="2724"/>
                  </a:lnTo>
                  <a:lnTo>
                    <a:pt x="424" y="2500"/>
                  </a:lnTo>
                  <a:close/>
                  <a:moveTo>
                    <a:pt x="200" y="2300"/>
                  </a:moveTo>
                  <a:lnTo>
                    <a:pt x="200" y="2424"/>
                  </a:lnTo>
                  <a:lnTo>
                    <a:pt x="324" y="2424"/>
                  </a:lnTo>
                  <a:lnTo>
                    <a:pt x="324" y="2300"/>
                  </a:lnTo>
                  <a:close/>
                  <a:moveTo>
                    <a:pt x="1900" y="2000"/>
                  </a:moveTo>
                  <a:lnTo>
                    <a:pt x="1900" y="2124"/>
                  </a:lnTo>
                  <a:lnTo>
                    <a:pt x="2024" y="2124"/>
                  </a:lnTo>
                  <a:lnTo>
                    <a:pt x="2024" y="20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400" y="1600"/>
                  </a:moveTo>
                  <a:lnTo>
                    <a:pt x="400" y="1724"/>
                  </a:lnTo>
                  <a:lnTo>
                    <a:pt x="724" y="1724"/>
                  </a:lnTo>
                  <a:lnTo>
                    <a:pt x="724" y="1600"/>
                  </a:lnTo>
                  <a:close/>
                  <a:moveTo>
                    <a:pt x="1800" y="1100"/>
                  </a:moveTo>
                  <a:lnTo>
                    <a:pt x="1800" y="1174"/>
                  </a:lnTo>
                  <a:lnTo>
                    <a:pt x="1700" y="1200"/>
                  </a:lnTo>
                  <a:lnTo>
                    <a:pt x="1700" y="1524"/>
                  </a:lnTo>
                  <a:lnTo>
                    <a:pt x="1874" y="1524"/>
                  </a:lnTo>
                  <a:lnTo>
                    <a:pt x="1900" y="1574"/>
                  </a:lnTo>
                  <a:lnTo>
                    <a:pt x="1800" y="1600"/>
                  </a:lnTo>
                  <a:lnTo>
                    <a:pt x="1800" y="1724"/>
                  </a:lnTo>
                  <a:lnTo>
                    <a:pt x="1874" y="1724"/>
                  </a:lnTo>
                  <a:lnTo>
                    <a:pt x="1900" y="1824"/>
                  </a:lnTo>
                  <a:lnTo>
                    <a:pt x="2024" y="1824"/>
                  </a:lnTo>
                  <a:lnTo>
                    <a:pt x="2024" y="1750"/>
                  </a:lnTo>
                  <a:lnTo>
                    <a:pt x="2124" y="1724"/>
                  </a:lnTo>
                  <a:lnTo>
                    <a:pt x="2124" y="1550"/>
                  </a:lnTo>
                  <a:lnTo>
                    <a:pt x="2224" y="1524"/>
                  </a:lnTo>
                  <a:lnTo>
                    <a:pt x="2224" y="1400"/>
                  </a:lnTo>
                  <a:lnTo>
                    <a:pt x="2100" y="1400"/>
                  </a:lnTo>
                  <a:lnTo>
                    <a:pt x="2074" y="1500"/>
                  </a:lnTo>
                  <a:lnTo>
                    <a:pt x="1950" y="1500"/>
                  </a:lnTo>
                  <a:lnTo>
                    <a:pt x="1924" y="1474"/>
                  </a:lnTo>
                  <a:lnTo>
                    <a:pt x="1924" y="1100"/>
                  </a:lnTo>
                  <a:close/>
                  <a:moveTo>
                    <a:pt x="700" y="1100"/>
                  </a:moveTo>
                  <a:lnTo>
                    <a:pt x="700" y="1174"/>
                  </a:lnTo>
                  <a:lnTo>
                    <a:pt x="600" y="1200"/>
                  </a:lnTo>
                  <a:lnTo>
                    <a:pt x="600" y="1524"/>
                  </a:lnTo>
                  <a:lnTo>
                    <a:pt x="824" y="1524"/>
                  </a:lnTo>
                  <a:lnTo>
                    <a:pt x="824" y="1100"/>
                  </a:lnTo>
                  <a:close/>
                  <a:moveTo>
                    <a:pt x="924" y="700"/>
                  </a:moveTo>
                  <a:lnTo>
                    <a:pt x="800" y="700"/>
                  </a:lnTo>
                  <a:lnTo>
                    <a:pt x="800" y="874"/>
                  </a:lnTo>
                  <a:lnTo>
                    <a:pt x="700" y="900"/>
                  </a:lnTo>
                  <a:lnTo>
                    <a:pt x="700" y="1024"/>
                  </a:lnTo>
                  <a:lnTo>
                    <a:pt x="824" y="1024"/>
                  </a:lnTo>
                  <a:lnTo>
                    <a:pt x="824" y="950"/>
                  </a:lnTo>
                  <a:lnTo>
                    <a:pt x="924" y="924"/>
                  </a:lnTo>
                  <a:close/>
                  <a:moveTo>
                    <a:pt x="1224" y="400"/>
                  </a:moveTo>
                  <a:lnTo>
                    <a:pt x="1100" y="400"/>
                  </a:lnTo>
                  <a:lnTo>
                    <a:pt x="1100" y="574"/>
                  </a:lnTo>
                  <a:lnTo>
                    <a:pt x="1000" y="600"/>
                  </a:lnTo>
                  <a:lnTo>
                    <a:pt x="1000" y="724"/>
                  </a:lnTo>
                  <a:lnTo>
                    <a:pt x="1124" y="724"/>
                  </a:lnTo>
                  <a:lnTo>
                    <a:pt x="1124" y="650"/>
                  </a:lnTo>
                  <a:lnTo>
                    <a:pt x="1224" y="624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74" y="224"/>
                  </a:lnTo>
                  <a:lnTo>
                    <a:pt x="1300" y="324"/>
                  </a:lnTo>
                  <a:lnTo>
                    <a:pt x="1374" y="324"/>
                  </a:lnTo>
                  <a:lnTo>
                    <a:pt x="1400" y="424"/>
                  </a:lnTo>
                  <a:lnTo>
                    <a:pt x="1474" y="424"/>
                  </a:lnTo>
                  <a:lnTo>
                    <a:pt x="1500" y="524"/>
                  </a:lnTo>
                  <a:lnTo>
                    <a:pt x="1600" y="550"/>
                  </a:lnTo>
                  <a:lnTo>
                    <a:pt x="1600" y="724"/>
                  </a:lnTo>
                  <a:lnTo>
                    <a:pt x="1700" y="750"/>
                  </a:lnTo>
                  <a:lnTo>
                    <a:pt x="1700" y="1024"/>
                  </a:lnTo>
                  <a:lnTo>
                    <a:pt x="1824" y="1024"/>
                  </a:lnTo>
                  <a:lnTo>
                    <a:pt x="1824" y="850"/>
                  </a:lnTo>
                  <a:lnTo>
                    <a:pt x="1924" y="824"/>
                  </a:lnTo>
                  <a:lnTo>
                    <a:pt x="1924" y="700"/>
                  </a:lnTo>
                  <a:lnTo>
                    <a:pt x="1850" y="700"/>
                  </a:lnTo>
                  <a:lnTo>
                    <a:pt x="1824" y="600"/>
                  </a:lnTo>
                  <a:lnTo>
                    <a:pt x="1724" y="574"/>
                  </a:lnTo>
                  <a:lnTo>
                    <a:pt x="1724" y="400"/>
                  </a:lnTo>
                  <a:lnTo>
                    <a:pt x="1650" y="400"/>
                  </a:lnTo>
                  <a:lnTo>
                    <a:pt x="1624" y="300"/>
                  </a:lnTo>
                  <a:lnTo>
                    <a:pt x="1450" y="300"/>
                  </a:lnTo>
                  <a:lnTo>
                    <a:pt x="1424" y="200"/>
                  </a:lnTo>
                  <a:lnTo>
                    <a:pt x="1350" y="200"/>
                  </a:lnTo>
                  <a:lnTo>
                    <a:pt x="1324" y="100"/>
                  </a:lnTo>
                  <a:lnTo>
                    <a:pt x="1224" y="7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748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7" name="Trainable ICM flame color 14"/>
            <p:cNvSpPr/>
            <p:nvPr/>
          </p:nvSpPr>
          <p:spPr>
            <a:xfrm>
              <a:off x="9650395" y="2828971"/>
              <a:ext cx="203363" cy="285659"/>
            </a:xfrm>
            <a:custGeom>
              <a:avLst/>
              <a:gdLst/>
              <a:ahLst/>
              <a:cxnLst/>
              <a:rect l="l" t="t" r="r" b="b"/>
              <a:pathLst>
                <a:path w="2224" h="3124">
                  <a:moveTo>
                    <a:pt x="600" y="3000"/>
                  </a:moveTo>
                  <a:lnTo>
                    <a:pt x="600" y="3124"/>
                  </a:lnTo>
                  <a:lnTo>
                    <a:pt x="724" y="3124"/>
                  </a:lnTo>
                  <a:lnTo>
                    <a:pt x="724" y="3000"/>
                  </a:lnTo>
                  <a:close/>
                  <a:moveTo>
                    <a:pt x="1400" y="2900"/>
                  </a:moveTo>
                  <a:lnTo>
                    <a:pt x="1400" y="3024"/>
                  </a:lnTo>
                  <a:lnTo>
                    <a:pt x="1524" y="3024"/>
                  </a:lnTo>
                  <a:lnTo>
                    <a:pt x="1524" y="2900"/>
                  </a:lnTo>
                  <a:close/>
                  <a:moveTo>
                    <a:pt x="300" y="2900"/>
                  </a:moveTo>
                  <a:lnTo>
                    <a:pt x="300" y="3024"/>
                  </a:lnTo>
                  <a:lnTo>
                    <a:pt x="424" y="3024"/>
                  </a:lnTo>
                  <a:lnTo>
                    <a:pt x="424" y="2900"/>
                  </a:lnTo>
                  <a:close/>
                  <a:moveTo>
                    <a:pt x="1800" y="2700"/>
                  </a:moveTo>
                  <a:lnTo>
                    <a:pt x="1800" y="2824"/>
                  </a:lnTo>
                  <a:lnTo>
                    <a:pt x="1924" y="2824"/>
                  </a:lnTo>
                  <a:lnTo>
                    <a:pt x="1924" y="2700"/>
                  </a:lnTo>
                  <a:close/>
                  <a:moveTo>
                    <a:pt x="0" y="2600"/>
                  </a:moveTo>
                  <a:lnTo>
                    <a:pt x="0" y="2724"/>
                  </a:lnTo>
                  <a:lnTo>
                    <a:pt x="124" y="2724"/>
                  </a:lnTo>
                  <a:lnTo>
                    <a:pt x="124" y="2600"/>
                  </a:lnTo>
                  <a:close/>
                  <a:moveTo>
                    <a:pt x="2100" y="1700"/>
                  </a:moveTo>
                  <a:lnTo>
                    <a:pt x="2100" y="1824"/>
                  </a:lnTo>
                  <a:lnTo>
                    <a:pt x="2224" y="1824"/>
                  </a:lnTo>
                  <a:lnTo>
                    <a:pt x="2224" y="1700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EFC7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8" name="Trainable ICM flame color 15"/>
            <p:cNvSpPr/>
            <p:nvPr/>
          </p:nvSpPr>
          <p:spPr>
            <a:xfrm>
              <a:off x="9686971" y="3057571"/>
              <a:ext cx="111923" cy="38771"/>
            </a:xfrm>
            <a:custGeom>
              <a:avLst/>
              <a:gdLst/>
              <a:ahLst/>
              <a:cxnLst/>
              <a:rect l="l" t="t" r="r" b="b"/>
              <a:pathLst>
                <a:path w="1224" h="424">
                  <a:moveTo>
                    <a:pt x="1000" y="3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300"/>
                  </a:lnTo>
                  <a:close/>
                  <a:moveTo>
                    <a:pt x="0" y="100"/>
                  </a:moveTo>
                  <a:lnTo>
                    <a:pt x="0" y="324"/>
                  </a:lnTo>
                  <a:lnTo>
                    <a:pt x="74" y="324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300"/>
                  </a:lnTo>
                  <a:lnTo>
                    <a:pt x="124" y="274"/>
                  </a:lnTo>
                  <a:lnTo>
                    <a:pt x="124" y="1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BCE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9" name="Trainable ICM flame color 16"/>
            <p:cNvSpPr/>
            <p:nvPr/>
          </p:nvSpPr>
          <p:spPr>
            <a:xfrm>
              <a:off x="9659539" y="3011851"/>
              <a:ext cx="157643" cy="84491"/>
            </a:xfrm>
            <a:custGeom>
              <a:avLst/>
              <a:gdLst/>
              <a:ahLst/>
              <a:cxnLst/>
              <a:rect l="l" t="t" r="r" b="b"/>
              <a:pathLst>
                <a:path w="1724" h="924"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1724" y="500"/>
                  </a:moveTo>
                  <a:lnTo>
                    <a:pt x="1600" y="500"/>
                  </a:lnTo>
                  <a:lnTo>
                    <a:pt x="1600" y="674"/>
                  </a:lnTo>
                  <a:lnTo>
                    <a:pt x="1500" y="700"/>
                  </a:lnTo>
                  <a:lnTo>
                    <a:pt x="1500" y="824"/>
                  </a:lnTo>
                  <a:lnTo>
                    <a:pt x="1624" y="824"/>
                  </a:lnTo>
                  <a:lnTo>
                    <a:pt x="1624" y="750"/>
                  </a:lnTo>
                  <a:lnTo>
                    <a:pt x="1724" y="724"/>
                  </a:lnTo>
                  <a:close/>
                  <a:moveTo>
                    <a:pt x="100" y="5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724" y="424"/>
                  </a:lnTo>
                  <a:lnTo>
                    <a:pt x="1724" y="3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27F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0" name="Trainable ICM flame color 17"/>
            <p:cNvSpPr/>
            <p:nvPr/>
          </p:nvSpPr>
          <p:spPr>
            <a:xfrm>
              <a:off x="9632107" y="2856403"/>
              <a:ext cx="221651" cy="194219"/>
            </a:xfrm>
            <a:custGeom>
              <a:avLst/>
              <a:gdLst/>
              <a:ahLst/>
              <a:cxnLst/>
              <a:rect l="l" t="t" r="r" b="b"/>
              <a:pathLst>
                <a:path w="2424" h="2124">
                  <a:moveTo>
                    <a:pt x="100" y="2000"/>
                  </a:moveTo>
                  <a:lnTo>
                    <a:pt x="100" y="2124"/>
                  </a:lnTo>
                  <a:lnTo>
                    <a:pt x="224" y="2124"/>
                  </a:lnTo>
                  <a:lnTo>
                    <a:pt x="224" y="2000"/>
                  </a:lnTo>
                  <a:close/>
                  <a:moveTo>
                    <a:pt x="0" y="1800"/>
                  </a:moveTo>
                  <a:lnTo>
                    <a:pt x="0" y="1924"/>
                  </a:lnTo>
                  <a:lnTo>
                    <a:pt x="124" y="1924"/>
                  </a:lnTo>
                  <a:lnTo>
                    <a:pt x="124" y="1800"/>
                  </a:lnTo>
                  <a:close/>
                  <a:moveTo>
                    <a:pt x="2300" y="1600"/>
                  </a:moveTo>
                  <a:lnTo>
                    <a:pt x="2300" y="1724"/>
                  </a:lnTo>
                  <a:lnTo>
                    <a:pt x="2424" y="1724"/>
                  </a:lnTo>
                  <a:lnTo>
                    <a:pt x="2424" y="16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1600" y="1200"/>
                  </a:moveTo>
                  <a:lnTo>
                    <a:pt x="1600" y="1324"/>
                  </a:lnTo>
                  <a:lnTo>
                    <a:pt x="1700" y="1350"/>
                  </a:lnTo>
                  <a:lnTo>
                    <a:pt x="1700" y="1524"/>
                  </a:lnTo>
                  <a:lnTo>
                    <a:pt x="1824" y="1524"/>
                  </a:lnTo>
                  <a:lnTo>
                    <a:pt x="1824" y="1450"/>
                  </a:lnTo>
                  <a:lnTo>
                    <a:pt x="1924" y="1424"/>
                  </a:lnTo>
                  <a:lnTo>
                    <a:pt x="1950" y="1324"/>
                  </a:lnTo>
                  <a:lnTo>
                    <a:pt x="2024" y="1324"/>
                  </a:lnTo>
                  <a:lnTo>
                    <a:pt x="2024" y="1200"/>
                  </a:lnTo>
                  <a:lnTo>
                    <a:pt x="1900" y="1200"/>
                  </a:lnTo>
                  <a:lnTo>
                    <a:pt x="1874" y="1300"/>
                  </a:lnTo>
                  <a:lnTo>
                    <a:pt x="1750" y="1300"/>
                  </a:lnTo>
                  <a:lnTo>
                    <a:pt x="1724" y="1200"/>
                  </a:lnTo>
                  <a:close/>
                  <a:moveTo>
                    <a:pt x="100" y="1200"/>
                  </a:moveTo>
                  <a:lnTo>
                    <a:pt x="100" y="1324"/>
                  </a:lnTo>
                  <a:lnTo>
                    <a:pt x="224" y="1324"/>
                  </a:lnTo>
                  <a:lnTo>
                    <a:pt x="224" y="12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200" y="700"/>
                  </a:moveTo>
                  <a:lnTo>
                    <a:pt x="200" y="824"/>
                  </a:lnTo>
                  <a:lnTo>
                    <a:pt x="324" y="824"/>
                  </a:lnTo>
                  <a:lnTo>
                    <a:pt x="324" y="7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1700" y="300"/>
                  </a:moveTo>
                  <a:lnTo>
                    <a:pt x="1700" y="424"/>
                  </a:lnTo>
                  <a:lnTo>
                    <a:pt x="1824" y="424"/>
                  </a:lnTo>
                  <a:lnTo>
                    <a:pt x="1824" y="3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74" y="224"/>
                  </a:lnTo>
                  <a:lnTo>
                    <a:pt x="1300" y="324"/>
                  </a:lnTo>
                  <a:lnTo>
                    <a:pt x="1400" y="350"/>
                  </a:lnTo>
                  <a:lnTo>
                    <a:pt x="1400" y="424"/>
                  </a:lnTo>
                  <a:lnTo>
                    <a:pt x="1524" y="424"/>
                  </a:lnTo>
                  <a:lnTo>
                    <a:pt x="1524" y="200"/>
                  </a:lnTo>
                  <a:lnTo>
                    <a:pt x="1424" y="174"/>
                  </a:lnTo>
                  <a:lnTo>
                    <a:pt x="1450" y="124"/>
                  </a:lnTo>
                  <a:lnTo>
                    <a:pt x="1524" y="124"/>
                  </a:lnTo>
                  <a:lnTo>
                    <a:pt x="1524" y="0"/>
                  </a:lnTo>
                  <a:lnTo>
                    <a:pt x="1400" y="0"/>
                  </a:lnTo>
                  <a:lnTo>
                    <a:pt x="1374" y="100"/>
                  </a:lnTo>
                  <a:lnTo>
                    <a:pt x="1324" y="7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F55E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1" name="Trainable ICM flame color 18"/>
            <p:cNvSpPr/>
            <p:nvPr/>
          </p:nvSpPr>
          <p:spPr>
            <a:xfrm>
              <a:off x="9677827" y="3011851"/>
              <a:ext cx="130211" cy="93635"/>
            </a:xfrm>
            <a:custGeom>
              <a:avLst/>
              <a:gdLst/>
              <a:ahLst/>
              <a:cxnLst/>
              <a:rect l="l" t="t" r="r" b="b"/>
              <a:pathLst>
                <a:path w="1424" h="1024">
                  <a:moveTo>
                    <a:pt x="1000" y="900"/>
                  </a:moveTo>
                  <a:lnTo>
                    <a:pt x="1000" y="1024"/>
                  </a:lnTo>
                  <a:lnTo>
                    <a:pt x="1124" y="1024"/>
                  </a:lnTo>
                  <a:lnTo>
                    <a:pt x="1124" y="900"/>
                  </a:lnTo>
                  <a:close/>
                  <a:moveTo>
                    <a:pt x="1300" y="300"/>
                  </a:moveTo>
                  <a:lnTo>
                    <a:pt x="1300" y="374"/>
                  </a:lnTo>
                  <a:lnTo>
                    <a:pt x="1200" y="400"/>
                  </a:lnTo>
                  <a:lnTo>
                    <a:pt x="1200" y="524"/>
                  </a:lnTo>
                  <a:lnTo>
                    <a:pt x="1274" y="524"/>
                  </a:lnTo>
                  <a:lnTo>
                    <a:pt x="1300" y="624"/>
                  </a:lnTo>
                  <a:lnTo>
                    <a:pt x="1424" y="624"/>
                  </a:lnTo>
                  <a:lnTo>
                    <a:pt x="1424" y="300"/>
                  </a:lnTo>
                  <a:close/>
                  <a:moveTo>
                    <a:pt x="1200" y="0"/>
                  </a:moveTo>
                  <a:lnTo>
                    <a:pt x="1200" y="224"/>
                  </a:lnTo>
                  <a:lnTo>
                    <a:pt x="1424" y="224"/>
                  </a:lnTo>
                  <a:lnTo>
                    <a:pt x="1424" y="0"/>
                  </a:lnTo>
                  <a:close/>
                  <a:moveTo>
                    <a:pt x="100" y="0"/>
                  </a:moveTo>
                  <a:lnTo>
                    <a:pt x="100" y="74"/>
                  </a:lnTo>
                  <a:lnTo>
                    <a:pt x="0" y="100"/>
                  </a:lnTo>
                  <a:lnTo>
                    <a:pt x="0" y="324"/>
                  </a:lnTo>
                  <a:lnTo>
                    <a:pt x="100" y="350"/>
                  </a:lnTo>
                  <a:lnTo>
                    <a:pt x="74" y="400"/>
                  </a:lnTo>
                  <a:lnTo>
                    <a:pt x="0" y="400"/>
                  </a:lnTo>
                  <a:lnTo>
                    <a:pt x="0" y="624"/>
                  </a:lnTo>
                  <a:lnTo>
                    <a:pt x="224" y="6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FFB5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2" name="Trainable ICM flame color 19"/>
            <p:cNvSpPr/>
            <p:nvPr/>
          </p:nvSpPr>
          <p:spPr>
            <a:xfrm>
              <a:off x="9622963" y="2838115"/>
              <a:ext cx="230795" cy="267371"/>
            </a:xfrm>
            <a:custGeom>
              <a:avLst/>
              <a:gdLst/>
              <a:ahLst/>
              <a:cxnLst/>
              <a:rect l="l" t="t" r="r" b="b"/>
              <a:pathLst>
                <a:path w="2524" h="2924">
                  <a:moveTo>
                    <a:pt x="500" y="2800"/>
                  </a:moveTo>
                  <a:lnTo>
                    <a:pt x="500" y="2924"/>
                  </a:lnTo>
                  <a:lnTo>
                    <a:pt x="624" y="2924"/>
                  </a:lnTo>
                  <a:lnTo>
                    <a:pt x="624" y="2800"/>
                  </a:lnTo>
                  <a:close/>
                  <a:moveTo>
                    <a:pt x="2100" y="2500"/>
                  </a:moveTo>
                  <a:lnTo>
                    <a:pt x="2100" y="2624"/>
                  </a:lnTo>
                  <a:lnTo>
                    <a:pt x="2224" y="2624"/>
                  </a:lnTo>
                  <a:lnTo>
                    <a:pt x="2224" y="2500"/>
                  </a:lnTo>
                  <a:close/>
                  <a:moveTo>
                    <a:pt x="200" y="2500"/>
                  </a:moveTo>
                  <a:lnTo>
                    <a:pt x="200" y="2624"/>
                  </a:lnTo>
                  <a:lnTo>
                    <a:pt x="324" y="2624"/>
                  </a:lnTo>
                  <a:lnTo>
                    <a:pt x="324" y="2500"/>
                  </a:lnTo>
                  <a:close/>
                  <a:moveTo>
                    <a:pt x="100" y="2200"/>
                  </a:moveTo>
                  <a:lnTo>
                    <a:pt x="100" y="2324"/>
                  </a:lnTo>
                  <a:lnTo>
                    <a:pt x="224" y="2324"/>
                  </a:lnTo>
                  <a:lnTo>
                    <a:pt x="224" y="2200"/>
                  </a:lnTo>
                  <a:close/>
                  <a:moveTo>
                    <a:pt x="2400" y="2100"/>
                  </a:moveTo>
                  <a:lnTo>
                    <a:pt x="2400" y="2224"/>
                  </a:lnTo>
                  <a:lnTo>
                    <a:pt x="2524" y="2224"/>
                  </a:lnTo>
                  <a:lnTo>
                    <a:pt x="2524" y="21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2400" y="1500"/>
                  </a:moveTo>
                  <a:lnTo>
                    <a:pt x="2400" y="1624"/>
                  </a:lnTo>
                  <a:lnTo>
                    <a:pt x="2524" y="1624"/>
                  </a:lnTo>
                  <a:lnTo>
                    <a:pt x="2524" y="1500"/>
                  </a:lnTo>
                  <a:close/>
                  <a:moveTo>
                    <a:pt x="100" y="1400"/>
                  </a:moveTo>
                  <a:lnTo>
                    <a:pt x="100" y="1524"/>
                  </a:lnTo>
                  <a:lnTo>
                    <a:pt x="224" y="1524"/>
                  </a:lnTo>
                  <a:lnTo>
                    <a:pt x="224" y="14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2000" y="11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1100"/>
                  </a:lnTo>
                  <a:close/>
                  <a:moveTo>
                    <a:pt x="200" y="1100"/>
                  </a:moveTo>
                  <a:lnTo>
                    <a:pt x="200" y="1224"/>
                  </a:lnTo>
                  <a:lnTo>
                    <a:pt x="324" y="1224"/>
                  </a:lnTo>
                  <a:lnTo>
                    <a:pt x="324" y="1100"/>
                  </a:lnTo>
                  <a:close/>
                  <a:moveTo>
                    <a:pt x="700" y="900"/>
                  </a:moveTo>
                  <a:lnTo>
                    <a:pt x="700" y="1024"/>
                  </a:lnTo>
                  <a:lnTo>
                    <a:pt x="824" y="1024"/>
                  </a:lnTo>
                  <a:lnTo>
                    <a:pt x="824" y="900"/>
                  </a:lnTo>
                  <a:close/>
                  <a:moveTo>
                    <a:pt x="2000" y="700"/>
                  </a:moveTo>
                  <a:lnTo>
                    <a:pt x="2000" y="824"/>
                  </a:lnTo>
                  <a:lnTo>
                    <a:pt x="2124" y="824"/>
                  </a:lnTo>
                  <a:lnTo>
                    <a:pt x="2124" y="700"/>
                  </a:lnTo>
                  <a:close/>
                  <a:moveTo>
                    <a:pt x="1500" y="100"/>
                  </a:moveTo>
                  <a:lnTo>
                    <a:pt x="1500" y="224"/>
                  </a:lnTo>
                  <a:lnTo>
                    <a:pt x="1624" y="224"/>
                  </a:lnTo>
                  <a:lnTo>
                    <a:pt x="1624" y="1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AE4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3" name="Trainable ICM flame color 20"/>
            <p:cNvSpPr/>
            <p:nvPr/>
          </p:nvSpPr>
          <p:spPr>
            <a:xfrm>
              <a:off x="9696115" y="3048427"/>
              <a:ext cx="93635" cy="57059"/>
            </a:xfrm>
            <a:custGeom>
              <a:avLst/>
              <a:gdLst/>
              <a:ahLst/>
              <a:cxnLst/>
              <a:rect l="l" t="t" r="r" b="b"/>
              <a:pathLst>
                <a:path w="1024" h="624">
                  <a:moveTo>
                    <a:pt x="200" y="500"/>
                  </a:moveTo>
                  <a:lnTo>
                    <a:pt x="200" y="624"/>
                  </a:lnTo>
                  <a:lnTo>
                    <a:pt x="324" y="624"/>
                  </a:lnTo>
                  <a:lnTo>
                    <a:pt x="324" y="500"/>
                  </a:lnTo>
                  <a:close/>
                  <a:moveTo>
                    <a:pt x="800" y="300"/>
                  </a:moveTo>
                  <a:lnTo>
                    <a:pt x="800" y="424"/>
                  </a:lnTo>
                  <a:lnTo>
                    <a:pt x="924" y="424"/>
                  </a:lnTo>
                  <a:lnTo>
                    <a:pt x="924" y="300"/>
                  </a:lnTo>
                  <a:close/>
                  <a:moveTo>
                    <a:pt x="900" y="100"/>
                  </a:moveTo>
                  <a:lnTo>
                    <a:pt x="900" y="224"/>
                  </a:lnTo>
                  <a:lnTo>
                    <a:pt x="1024" y="224"/>
                  </a:lnTo>
                  <a:lnTo>
                    <a:pt x="1024" y="100"/>
                  </a:lnTo>
                  <a:close/>
                  <a:moveTo>
                    <a:pt x="0" y="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4F1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4" name="Trainable ICM flame color 21"/>
            <p:cNvSpPr/>
            <p:nvPr/>
          </p:nvSpPr>
          <p:spPr>
            <a:xfrm>
              <a:off x="9696115" y="2966131"/>
              <a:ext cx="102779" cy="93635"/>
            </a:xfrm>
            <a:custGeom>
              <a:avLst/>
              <a:gdLst/>
              <a:ahLst/>
              <a:cxnLst/>
              <a:rect l="l" t="t" r="r" b="b"/>
              <a:pathLst>
                <a:path w="1124" h="1024">
                  <a:moveTo>
                    <a:pt x="500" y="0"/>
                  </a:moveTo>
                  <a:lnTo>
                    <a:pt x="500" y="74"/>
                  </a:lnTo>
                  <a:lnTo>
                    <a:pt x="400" y="100"/>
                  </a:lnTo>
                  <a:lnTo>
                    <a:pt x="400" y="174"/>
                  </a:lnTo>
                  <a:lnTo>
                    <a:pt x="300" y="200"/>
                  </a:lnTo>
                  <a:lnTo>
                    <a:pt x="274" y="300"/>
                  </a:lnTo>
                  <a:lnTo>
                    <a:pt x="200" y="300"/>
                  </a:lnTo>
                  <a:lnTo>
                    <a:pt x="200" y="474"/>
                  </a:lnTo>
                  <a:lnTo>
                    <a:pt x="100" y="500"/>
                  </a:lnTo>
                  <a:lnTo>
                    <a:pt x="74" y="600"/>
                  </a:lnTo>
                  <a:lnTo>
                    <a:pt x="0" y="600"/>
                  </a:lnTo>
                  <a:lnTo>
                    <a:pt x="0" y="924"/>
                  </a:lnTo>
                  <a:lnTo>
                    <a:pt x="124" y="924"/>
                  </a:lnTo>
                  <a:lnTo>
                    <a:pt x="124" y="750"/>
                  </a:lnTo>
                  <a:lnTo>
                    <a:pt x="224" y="724"/>
                  </a:lnTo>
                  <a:lnTo>
                    <a:pt x="250" y="624"/>
                  </a:lnTo>
                  <a:lnTo>
                    <a:pt x="324" y="624"/>
                  </a:lnTo>
                  <a:lnTo>
                    <a:pt x="324" y="450"/>
                  </a:lnTo>
                  <a:lnTo>
                    <a:pt x="350" y="424"/>
                  </a:lnTo>
                  <a:lnTo>
                    <a:pt x="574" y="424"/>
                  </a:lnTo>
                  <a:lnTo>
                    <a:pt x="600" y="524"/>
                  </a:lnTo>
                  <a:lnTo>
                    <a:pt x="674" y="524"/>
                  </a:lnTo>
                  <a:lnTo>
                    <a:pt x="700" y="624"/>
                  </a:lnTo>
                  <a:lnTo>
                    <a:pt x="800" y="650"/>
                  </a:lnTo>
                  <a:lnTo>
                    <a:pt x="800" y="824"/>
                  </a:lnTo>
                  <a:lnTo>
                    <a:pt x="900" y="850"/>
                  </a:lnTo>
                  <a:lnTo>
                    <a:pt x="900" y="1024"/>
                  </a:lnTo>
                  <a:lnTo>
                    <a:pt x="1024" y="1024"/>
                  </a:lnTo>
                  <a:lnTo>
                    <a:pt x="1024" y="950"/>
                  </a:lnTo>
                  <a:lnTo>
                    <a:pt x="1124" y="924"/>
                  </a:lnTo>
                  <a:lnTo>
                    <a:pt x="1124" y="700"/>
                  </a:lnTo>
                  <a:lnTo>
                    <a:pt x="1050" y="700"/>
                  </a:lnTo>
                  <a:lnTo>
                    <a:pt x="1024" y="600"/>
                  </a:lnTo>
                  <a:lnTo>
                    <a:pt x="924" y="574"/>
                  </a:lnTo>
                  <a:lnTo>
                    <a:pt x="924" y="500"/>
                  </a:lnTo>
                  <a:lnTo>
                    <a:pt x="750" y="500"/>
                  </a:lnTo>
                  <a:lnTo>
                    <a:pt x="724" y="474"/>
                  </a:lnTo>
                  <a:lnTo>
                    <a:pt x="724" y="300"/>
                  </a:lnTo>
                  <a:lnTo>
                    <a:pt x="624" y="27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FCF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95" name="ICM"/>
          <p:cNvSpPr txBox="1"/>
          <p:nvPr/>
        </p:nvSpPr>
        <p:spPr>
          <a:xfrm>
            <a:off x="10469880" y="2798064"/>
            <a:ext cx="63235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Arial"/>
              </a:rPr>
              <a:t>ICM</a:t>
            </a:r>
          </a:p>
        </p:txBody>
      </p:sp>
      <p:cxnSp>
        <p:nvCxnSpPr>
          <p:cNvPr id="596" name="Flow connector"/>
          <p:cNvCxnSpPr/>
          <p:nvPr/>
        </p:nvCxnSpPr>
        <p:spPr>
          <a:xfrm>
            <a:off x="10771632" y="3172968"/>
            <a:ext cx="0" cy="201168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7" name="Arrowhead"/>
          <p:cNvSpPr/>
          <p:nvPr/>
        </p:nvSpPr>
        <p:spPr>
          <a:xfrm>
            <a:off x="10730484" y="3291840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450" y="900"/>
                </a:moveTo>
                <a:lnTo>
                  <a:pt x="90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Editable token"/>
          <p:cNvSpPr/>
          <p:nvPr/>
        </p:nvSpPr>
        <p:spPr>
          <a:xfrm>
            <a:off x="10058400" y="3300984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Editable token"/>
          <p:cNvSpPr/>
          <p:nvPr/>
        </p:nvSpPr>
        <p:spPr>
          <a:xfrm>
            <a:off x="11109960" y="3300984"/>
            <a:ext cx="384048" cy="384048"/>
          </a:xfrm>
          <a:prstGeom prst="rect">
            <a:avLst/>
          </a:prstGeom>
          <a:solidFill>
            <a:srgbClr val="A9CBE4"/>
          </a:solidFill>
          <a:ln w="2926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"/>
          <p:cNvSpPr txBox="1"/>
          <p:nvPr/>
        </p:nvSpPr>
        <p:spPr>
          <a:xfrm>
            <a:off x="9592056" y="3209544"/>
            <a:ext cx="124473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601" name="con"/>
          <p:cNvSpPr txBox="1"/>
          <p:nvPr/>
        </p:nvSpPr>
        <p:spPr>
          <a:xfrm>
            <a:off x="9661665" y="3331434"/>
            <a:ext cx="373147" cy="290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0" i="1">
                <a:solidFill>
                  <a:srgbClr val="000000"/>
                </a:solidFill>
                <a:latin typeface="Times New Roman"/>
              </a:rPr>
              <a:t>con</a:t>
            </a:r>
          </a:p>
        </p:txBody>
      </p:sp>
      <p:sp>
        <p:nvSpPr>
          <p:cNvPr id="602" name="t"/>
          <p:cNvSpPr txBox="1"/>
          <p:nvPr/>
        </p:nvSpPr>
        <p:spPr>
          <a:xfrm>
            <a:off x="11512296" y="3200400"/>
            <a:ext cx="124473" cy="3628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32" b="0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603" name="rel"/>
          <p:cNvSpPr txBox="1"/>
          <p:nvPr/>
        </p:nvSpPr>
        <p:spPr>
          <a:xfrm>
            <a:off x="11581905" y="3322290"/>
            <a:ext cx="289222" cy="2902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85" b="0" i="1">
                <a:solidFill>
                  <a:srgbClr val="000000"/>
                </a:solidFill>
                <a:latin typeface="Times New Roman"/>
              </a:rPr>
              <a:t>rel</a:t>
            </a:r>
          </a:p>
        </p:txBody>
      </p:sp>
      <p:sp>
        <p:nvSpPr>
          <p:cNvPr id="604" name="Relationship prompt template"/>
          <p:cNvSpPr/>
          <p:nvPr/>
        </p:nvSpPr>
        <p:spPr>
          <a:xfrm>
            <a:off x="12188952" y="1069848"/>
            <a:ext cx="3584448" cy="1481328"/>
          </a:xfrm>
          <a:prstGeom prst="roundRect">
            <a:avLst>
              <a:gd name="adj" fmla="val 17901"/>
            </a:avLst>
          </a:prstGeom>
          <a:solidFill>
            <a:srgbClr val="F2F3F7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lationship"/>
          <p:cNvSpPr txBox="1"/>
          <p:nvPr/>
        </p:nvSpPr>
        <p:spPr>
          <a:xfrm>
            <a:off x="12271248" y="1097280"/>
            <a:ext cx="1307749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Arial"/>
              </a:rPr>
              <a:t>Relationship</a:t>
            </a:r>
          </a:p>
        </p:txBody>
      </p:sp>
      <p:sp>
        <p:nvSpPr>
          <p:cNvPr id="606" name="Prompt"/>
          <p:cNvSpPr txBox="1"/>
          <p:nvPr/>
        </p:nvSpPr>
        <p:spPr>
          <a:xfrm>
            <a:off x="13688568" y="1097280"/>
            <a:ext cx="781812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Arial"/>
              </a:rPr>
              <a:t>Prompt</a:t>
            </a:r>
          </a:p>
        </p:txBody>
      </p:sp>
      <p:sp>
        <p:nvSpPr>
          <p:cNvPr id="607" name="Template:"/>
          <p:cNvSpPr txBox="1"/>
          <p:nvPr/>
        </p:nvSpPr>
        <p:spPr>
          <a:xfrm>
            <a:off x="14630400" y="1097280"/>
            <a:ext cx="1023485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1" i="0">
                <a:solidFill>
                  <a:srgbClr val="000000"/>
                </a:solidFill>
                <a:latin typeface="Arial"/>
              </a:rPr>
              <a:t>Template:</a:t>
            </a:r>
          </a:p>
        </p:txBody>
      </p:sp>
      <p:sp>
        <p:nvSpPr>
          <p:cNvPr id="608" name="According  to  &lt;rel&gt;,  describe  the"/>
          <p:cNvSpPr txBox="1"/>
          <p:nvPr/>
        </p:nvSpPr>
        <p:spPr>
          <a:xfrm>
            <a:off x="12271248" y="1389888"/>
            <a:ext cx="3248978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According  to  &lt;rel&gt;,  describe  the</a:t>
            </a:r>
          </a:p>
        </p:txBody>
      </p:sp>
      <p:sp>
        <p:nvSpPr>
          <p:cNvPr id="609" name="similarity,   difference   and   any"/>
          <p:cNvSpPr txBox="1"/>
          <p:nvPr/>
        </p:nvSpPr>
        <p:spPr>
          <a:xfrm>
            <a:off x="12271248" y="1664208"/>
            <a:ext cx="3042166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similarity,   difference   and   any</a:t>
            </a:r>
          </a:p>
        </p:txBody>
      </p:sp>
      <p:sp>
        <p:nvSpPr>
          <p:cNvPr id="610" name="potential relationship between the"/>
          <p:cNvSpPr txBox="1"/>
          <p:nvPr/>
        </p:nvSpPr>
        <p:spPr>
          <a:xfrm>
            <a:off x="12271248" y="1938528"/>
            <a:ext cx="3179369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potential relationship between the</a:t>
            </a:r>
          </a:p>
        </p:txBody>
      </p:sp>
      <p:sp>
        <p:nvSpPr>
          <p:cNvPr id="611" name="pair in detail."/>
          <p:cNvSpPr txBox="1"/>
          <p:nvPr/>
        </p:nvSpPr>
        <p:spPr>
          <a:xfrm>
            <a:off x="12271248" y="2212848"/>
            <a:ext cx="1238212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pair in detail.</a:t>
            </a:r>
          </a:p>
        </p:txBody>
      </p:sp>
      <p:sp>
        <p:nvSpPr>
          <p:cNvPr id="612" name="Content prompt template"/>
          <p:cNvSpPr/>
          <p:nvPr/>
        </p:nvSpPr>
        <p:spPr>
          <a:xfrm>
            <a:off x="12179808" y="2752344"/>
            <a:ext cx="3575304" cy="676656"/>
          </a:xfrm>
          <a:prstGeom prst="roundRect">
            <a:avLst>
              <a:gd name="adj" fmla="val 17567"/>
            </a:avLst>
          </a:prstGeom>
          <a:solidFill>
            <a:srgbClr val="F2F3F7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Content Prompt Template:"/>
          <p:cNvSpPr txBox="1"/>
          <p:nvPr/>
        </p:nvSpPr>
        <p:spPr>
          <a:xfrm>
            <a:off x="12252960" y="2788920"/>
            <a:ext cx="2727798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91" b="1" i="0">
                <a:solidFill>
                  <a:srgbClr val="000000"/>
                </a:solidFill>
                <a:latin typeface="Arial"/>
              </a:rPr>
              <a:t>Content Prompt Template:</a:t>
            </a:r>
          </a:p>
        </p:txBody>
      </p:sp>
      <p:sp>
        <p:nvSpPr>
          <p:cNvPr id="614" name="Describe the content of &lt;c&gt; in detail."/>
          <p:cNvSpPr txBox="1"/>
          <p:nvPr/>
        </p:nvSpPr>
        <p:spPr>
          <a:xfrm>
            <a:off x="12252960" y="3081528"/>
            <a:ext cx="3459604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Describe the content of &lt;c&gt; in detail.</a:t>
            </a:r>
          </a:p>
        </p:txBody>
      </p:sp>
      <p:sp>
        <p:nvSpPr>
          <p:cNvPr id="615" name="Frozen LLM"/>
          <p:cNvSpPr/>
          <p:nvPr/>
        </p:nvSpPr>
        <p:spPr>
          <a:xfrm>
            <a:off x="16120872" y="1069848"/>
            <a:ext cx="420624" cy="2359152"/>
          </a:xfrm>
          <a:prstGeom prst="roundRect">
            <a:avLst>
              <a:gd name="adj" fmla="val 17391"/>
            </a:avLst>
          </a:prstGeom>
          <a:solidFill>
            <a:srgbClr val="FDF3E7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LLM"/>
          <p:cNvSpPr txBox="1"/>
          <p:nvPr/>
        </p:nvSpPr>
        <p:spPr>
          <a:xfrm rot="16200000">
            <a:off x="15691104" y="1986991"/>
            <a:ext cx="128016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grpSp>
        <p:nvGrpSpPr>
          <p:cNvPr id="617" name="Frozen LLM snowflak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18" name="Frozen LLM snowflake color 0"/>
            <p:cNvSpPr/>
            <p:nvPr/>
          </p:nvSpPr>
          <p:spPr>
            <a:xfrm>
              <a:off x="16307227" y="3240451"/>
              <a:ext cx="20483" cy="11339"/>
            </a:xfrm>
            <a:custGeom>
              <a:avLst/>
              <a:gdLst/>
              <a:ahLst/>
              <a:cxnLst/>
              <a:rect l="l" t="t" r="r" b="b"/>
              <a:pathLst>
                <a:path w="224" h="124">
                  <a:moveTo>
                    <a:pt x="0" y="0"/>
                  </a:moveTo>
                  <a:lnTo>
                    <a:pt x="0" y="124"/>
                  </a:lnTo>
                  <a:lnTo>
                    <a:pt x="224" y="1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63AD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9" name="Frozen LLM snowflake color 2"/>
            <p:cNvSpPr/>
            <p:nvPr/>
          </p:nvSpPr>
          <p:spPr>
            <a:xfrm>
              <a:off x="16206643" y="3075859"/>
              <a:ext cx="249083" cy="258227"/>
            </a:xfrm>
            <a:custGeom>
              <a:avLst/>
              <a:gdLst/>
              <a:ahLst/>
              <a:cxnLst/>
              <a:rect l="l" t="t" r="r" b="b"/>
              <a:pathLst>
                <a:path w="2724" h="2824">
                  <a:moveTo>
                    <a:pt x="1300" y="2700"/>
                  </a:moveTo>
                  <a:lnTo>
                    <a:pt x="1300" y="2824"/>
                  </a:lnTo>
                  <a:lnTo>
                    <a:pt x="1424" y="2824"/>
                  </a:lnTo>
                  <a:lnTo>
                    <a:pt x="1424" y="2700"/>
                  </a:lnTo>
                  <a:close/>
                  <a:moveTo>
                    <a:pt x="1300" y="2500"/>
                  </a:moveTo>
                  <a:lnTo>
                    <a:pt x="1300" y="2624"/>
                  </a:lnTo>
                  <a:lnTo>
                    <a:pt x="1524" y="2624"/>
                  </a:lnTo>
                  <a:lnTo>
                    <a:pt x="1524" y="2550"/>
                  </a:lnTo>
                  <a:lnTo>
                    <a:pt x="1574" y="2524"/>
                  </a:lnTo>
                  <a:lnTo>
                    <a:pt x="1600" y="2550"/>
                  </a:lnTo>
                  <a:lnTo>
                    <a:pt x="1600" y="2724"/>
                  </a:lnTo>
                  <a:lnTo>
                    <a:pt x="1674" y="2724"/>
                  </a:lnTo>
                  <a:lnTo>
                    <a:pt x="1700" y="2824"/>
                  </a:lnTo>
                  <a:lnTo>
                    <a:pt x="1824" y="2824"/>
                  </a:lnTo>
                  <a:lnTo>
                    <a:pt x="1824" y="2600"/>
                  </a:lnTo>
                  <a:lnTo>
                    <a:pt x="1750" y="2600"/>
                  </a:lnTo>
                  <a:lnTo>
                    <a:pt x="1724" y="2500"/>
                  </a:lnTo>
                  <a:lnTo>
                    <a:pt x="1624" y="2474"/>
                  </a:lnTo>
                  <a:lnTo>
                    <a:pt x="1624" y="2400"/>
                  </a:lnTo>
                  <a:lnTo>
                    <a:pt x="1500" y="2400"/>
                  </a:lnTo>
                  <a:lnTo>
                    <a:pt x="1474" y="2500"/>
                  </a:lnTo>
                  <a:close/>
                  <a:moveTo>
                    <a:pt x="1900" y="2300"/>
                  </a:moveTo>
                  <a:lnTo>
                    <a:pt x="1900" y="2424"/>
                  </a:lnTo>
                  <a:lnTo>
                    <a:pt x="2024" y="2424"/>
                  </a:lnTo>
                  <a:lnTo>
                    <a:pt x="2024" y="2300"/>
                  </a:lnTo>
                  <a:close/>
                  <a:moveTo>
                    <a:pt x="800" y="2200"/>
                  </a:moveTo>
                  <a:lnTo>
                    <a:pt x="800" y="2524"/>
                  </a:lnTo>
                  <a:lnTo>
                    <a:pt x="874" y="2524"/>
                  </a:lnTo>
                  <a:lnTo>
                    <a:pt x="900" y="2624"/>
                  </a:lnTo>
                  <a:lnTo>
                    <a:pt x="1024" y="2624"/>
                  </a:lnTo>
                  <a:lnTo>
                    <a:pt x="1024" y="2400"/>
                  </a:lnTo>
                  <a:lnTo>
                    <a:pt x="924" y="2374"/>
                  </a:lnTo>
                  <a:lnTo>
                    <a:pt x="924" y="2200"/>
                  </a:lnTo>
                  <a:close/>
                  <a:moveTo>
                    <a:pt x="624" y="2100"/>
                  </a:moveTo>
                  <a:lnTo>
                    <a:pt x="500" y="2100"/>
                  </a:lnTo>
                  <a:lnTo>
                    <a:pt x="500" y="2224"/>
                  </a:lnTo>
                  <a:lnTo>
                    <a:pt x="574" y="2224"/>
                  </a:lnTo>
                  <a:lnTo>
                    <a:pt x="600" y="2274"/>
                  </a:lnTo>
                  <a:lnTo>
                    <a:pt x="500" y="2300"/>
                  </a:lnTo>
                  <a:lnTo>
                    <a:pt x="474" y="2400"/>
                  </a:lnTo>
                  <a:lnTo>
                    <a:pt x="400" y="2400"/>
                  </a:lnTo>
                  <a:lnTo>
                    <a:pt x="400" y="2524"/>
                  </a:lnTo>
                  <a:lnTo>
                    <a:pt x="524" y="2524"/>
                  </a:lnTo>
                  <a:lnTo>
                    <a:pt x="524" y="2450"/>
                  </a:lnTo>
                  <a:lnTo>
                    <a:pt x="624" y="2424"/>
                  </a:lnTo>
                  <a:lnTo>
                    <a:pt x="650" y="2324"/>
                  </a:lnTo>
                  <a:lnTo>
                    <a:pt x="724" y="2324"/>
                  </a:lnTo>
                  <a:lnTo>
                    <a:pt x="724" y="2200"/>
                  </a:lnTo>
                  <a:lnTo>
                    <a:pt x="650" y="2200"/>
                  </a:lnTo>
                  <a:close/>
                  <a:moveTo>
                    <a:pt x="2300" y="2000"/>
                  </a:moveTo>
                  <a:lnTo>
                    <a:pt x="2300" y="2224"/>
                  </a:lnTo>
                  <a:lnTo>
                    <a:pt x="2424" y="2224"/>
                  </a:lnTo>
                  <a:lnTo>
                    <a:pt x="2424" y="2000"/>
                  </a:lnTo>
                  <a:close/>
                  <a:moveTo>
                    <a:pt x="1500" y="2000"/>
                  </a:moveTo>
                  <a:lnTo>
                    <a:pt x="1500" y="2124"/>
                  </a:lnTo>
                  <a:lnTo>
                    <a:pt x="1624" y="2124"/>
                  </a:lnTo>
                  <a:lnTo>
                    <a:pt x="1624" y="2000"/>
                  </a:lnTo>
                  <a:close/>
                  <a:moveTo>
                    <a:pt x="300" y="2000"/>
                  </a:moveTo>
                  <a:lnTo>
                    <a:pt x="300" y="2124"/>
                  </a:lnTo>
                  <a:lnTo>
                    <a:pt x="424" y="2124"/>
                  </a:lnTo>
                  <a:lnTo>
                    <a:pt x="424" y="2000"/>
                  </a:lnTo>
                  <a:close/>
                  <a:moveTo>
                    <a:pt x="2200" y="1800"/>
                  </a:moveTo>
                  <a:lnTo>
                    <a:pt x="2200" y="1924"/>
                  </a:lnTo>
                  <a:lnTo>
                    <a:pt x="2324" y="1924"/>
                  </a:lnTo>
                  <a:lnTo>
                    <a:pt x="2324" y="1800"/>
                  </a:lnTo>
                  <a:close/>
                  <a:moveTo>
                    <a:pt x="1724" y="1600"/>
                  </a:moveTo>
                  <a:lnTo>
                    <a:pt x="1600" y="1600"/>
                  </a:lnTo>
                  <a:lnTo>
                    <a:pt x="1600" y="1674"/>
                  </a:lnTo>
                  <a:lnTo>
                    <a:pt x="1500" y="1700"/>
                  </a:lnTo>
                  <a:lnTo>
                    <a:pt x="1500" y="1824"/>
                  </a:lnTo>
                  <a:lnTo>
                    <a:pt x="1624" y="1824"/>
                  </a:lnTo>
                  <a:lnTo>
                    <a:pt x="1624" y="1750"/>
                  </a:lnTo>
                  <a:lnTo>
                    <a:pt x="1724" y="1724"/>
                  </a:lnTo>
                  <a:close/>
                  <a:moveTo>
                    <a:pt x="1000" y="1700"/>
                  </a:moveTo>
                  <a:lnTo>
                    <a:pt x="1000" y="1824"/>
                  </a:lnTo>
                  <a:lnTo>
                    <a:pt x="1124" y="1824"/>
                  </a:lnTo>
                  <a:lnTo>
                    <a:pt x="1150" y="1724"/>
                  </a:lnTo>
                  <a:lnTo>
                    <a:pt x="1274" y="1724"/>
                  </a:lnTo>
                  <a:lnTo>
                    <a:pt x="1300" y="1824"/>
                  </a:lnTo>
                  <a:lnTo>
                    <a:pt x="1424" y="1824"/>
                  </a:lnTo>
                  <a:lnTo>
                    <a:pt x="1424" y="1700"/>
                  </a:lnTo>
                  <a:lnTo>
                    <a:pt x="1350" y="1700"/>
                  </a:lnTo>
                  <a:lnTo>
                    <a:pt x="1324" y="1600"/>
                  </a:lnTo>
                  <a:lnTo>
                    <a:pt x="1100" y="1600"/>
                  </a:lnTo>
                  <a:lnTo>
                    <a:pt x="1100" y="1674"/>
                  </a:lnTo>
                  <a:close/>
                  <a:moveTo>
                    <a:pt x="2200" y="1500"/>
                  </a:moveTo>
                  <a:lnTo>
                    <a:pt x="2200" y="1624"/>
                  </a:lnTo>
                  <a:lnTo>
                    <a:pt x="2324" y="1624"/>
                  </a:lnTo>
                  <a:lnTo>
                    <a:pt x="2324" y="1500"/>
                  </a:lnTo>
                  <a:close/>
                  <a:moveTo>
                    <a:pt x="1900" y="1400"/>
                  </a:moveTo>
                  <a:lnTo>
                    <a:pt x="1900" y="1624"/>
                  </a:lnTo>
                  <a:lnTo>
                    <a:pt x="2024" y="1624"/>
                  </a:lnTo>
                  <a:lnTo>
                    <a:pt x="2024" y="1400"/>
                  </a:lnTo>
                  <a:close/>
                  <a:moveTo>
                    <a:pt x="2400" y="1300"/>
                  </a:moveTo>
                  <a:lnTo>
                    <a:pt x="2400" y="1824"/>
                  </a:lnTo>
                  <a:lnTo>
                    <a:pt x="2524" y="1824"/>
                  </a:lnTo>
                  <a:lnTo>
                    <a:pt x="2524" y="1750"/>
                  </a:lnTo>
                  <a:lnTo>
                    <a:pt x="2624" y="1724"/>
                  </a:lnTo>
                  <a:lnTo>
                    <a:pt x="2624" y="1600"/>
                  </a:lnTo>
                  <a:lnTo>
                    <a:pt x="2524" y="1574"/>
                  </a:lnTo>
                  <a:lnTo>
                    <a:pt x="2550" y="1524"/>
                  </a:lnTo>
                  <a:lnTo>
                    <a:pt x="2624" y="1524"/>
                  </a:lnTo>
                  <a:lnTo>
                    <a:pt x="2624" y="1400"/>
                  </a:lnTo>
                  <a:lnTo>
                    <a:pt x="2550" y="1400"/>
                  </a:lnTo>
                  <a:lnTo>
                    <a:pt x="2524" y="1300"/>
                  </a:lnTo>
                  <a:close/>
                  <a:moveTo>
                    <a:pt x="1100" y="1300"/>
                  </a:moveTo>
                  <a:lnTo>
                    <a:pt x="1100" y="1424"/>
                  </a:lnTo>
                  <a:lnTo>
                    <a:pt x="1224" y="1424"/>
                  </a:lnTo>
                  <a:lnTo>
                    <a:pt x="1224" y="1300"/>
                  </a:lnTo>
                  <a:close/>
                  <a:moveTo>
                    <a:pt x="2600" y="1200"/>
                  </a:moveTo>
                  <a:lnTo>
                    <a:pt x="2600" y="1324"/>
                  </a:lnTo>
                  <a:lnTo>
                    <a:pt x="2724" y="1324"/>
                  </a:lnTo>
                  <a:lnTo>
                    <a:pt x="2724" y="1200"/>
                  </a:lnTo>
                  <a:close/>
                  <a:moveTo>
                    <a:pt x="800" y="1200"/>
                  </a:moveTo>
                  <a:lnTo>
                    <a:pt x="800" y="1324"/>
                  </a:lnTo>
                  <a:lnTo>
                    <a:pt x="924" y="1324"/>
                  </a:lnTo>
                  <a:lnTo>
                    <a:pt x="924" y="1200"/>
                  </a:lnTo>
                  <a:close/>
                  <a:moveTo>
                    <a:pt x="300" y="1200"/>
                  </a:moveTo>
                  <a:lnTo>
                    <a:pt x="300" y="1324"/>
                  </a:lnTo>
                  <a:lnTo>
                    <a:pt x="374" y="1324"/>
                  </a:lnTo>
                  <a:lnTo>
                    <a:pt x="400" y="1374"/>
                  </a:lnTo>
                  <a:lnTo>
                    <a:pt x="374" y="1400"/>
                  </a:lnTo>
                  <a:lnTo>
                    <a:pt x="200" y="1400"/>
                  </a:lnTo>
                  <a:lnTo>
                    <a:pt x="200" y="1524"/>
                  </a:lnTo>
                  <a:lnTo>
                    <a:pt x="424" y="1524"/>
                  </a:lnTo>
                  <a:lnTo>
                    <a:pt x="424" y="1450"/>
                  </a:lnTo>
                  <a:lnTo>
                    <a:pt x="524" y="1424"/>
                  </a:lnTo>
                  <a:lnTo>
                    <a:pt x="524" y="1300"/>
                  </a:lnTo>
                  <a:lnTo>
                    <a:pt x="450" y="1300"/>
                  </a:lnTo>
                  <a:lnTo>
                    <a:pt x="424" y="1200"/>
                  </a:lnTo>
                  <a:close/>
                  <a:moveTo>
                    <a:pt x="1500" y="1100"/>
                  </a:moveTo>
                  <a:lnTo>
                    <a:pt x="1500" y="1224"/>
                  </a:lnTo>
                  <a:lnTo>
                    <a:pt x="1624" y="1224"/>
                  </a:lnTo>
                  <a:lnTo>
                    <a:pt x="1624" y="1100"/>
                  </a:lnTo>
                  <a:close/>
                  <a:moveTo>
                    <a:pt x="1300" y="1100"/>
                  </a:moveTo>
                  <a:lnTo>
                    <a:pt x="1300" y="1224"/>
                  </a:lnTo>
                  <a:lnTo>
                    <a:pt x="1424" y="1224"/>
                  </a:lnTo>
                  <a:lnTo>
                    <a:pt x="1424" y="1100"/>
                  </a:lnTo>
                  <a:close/>
                  <a:moveTo>
                    <a:pt x="1000" y="1100"/>
                  </a:moveTo>
                  <a:lnTo>
                    <a:pt x="1000" y="1224"/>
                  </a:lnTo>
                  <a:lnTo>
                    <a:pt x="1124" y="1224"/>
                  </a:lnTo>
                  <a:lnTo>
                    <a:pt x="1124" y="1100"/>
                  </a:lnTo>
                  <a:close/>
                  <a:moveTo>
                    <a:pt x="400" y="1000"/>
                  </a:moveTo>
                  <a:lnTo>
                    <a:pt x="400" y="1124"/>
                  </a:lnTo>
                  <a:lnTo>
                    <a:pt x="624" y="1124"/>
                  </a:lnTo>
                  <a:lnTo>
                    <a:pt x="624" y="1000"/>
                  </a:lnTo>
                  <a:close/>
                  <a:moveTo>
                    <a:pt x="0" y="1000"/>
                  </a:moveTo>
                  <a:lnTo>
                    <a:pt x="0" y="1124"/>
                  </a:lnTo>
                  <a:lnTo>
                    <a:pt x="224" y="1124"/>
                  </a:lnTo>
                  <a:lnTo>
                    <a:pt x="224" y="1000"/>
                  </a:lnTo>
                  <a:close/>
                  <a:moveTo>
                    <a:pt x="400" y="800"/>
                  </a:moveTo>
                  <a:lnTo>
                    <a:pt x="400" y="924"/>
                  </a:lnTo>
                  <a:lnTo>
                    <a:pt x="624" y="924"/>
                  </a:lnTo>
                  <a:lnTo>
                    <a:pt x="624" y="800"/>
                  </a:lnTo>
                  <a:close/>
                  <a:moveTo>
                    <a:pt x="1300" y="700"/>
                  </a:moveTo>
                  <a:lnTo>
                    <a:pt x="1300" y="924"/>
                  </a:lnTo>
                  <a:lnTo>
                    <a:pt x="1374" y="924"/>
                  </a:lnTo>
                  <a:lnTo>
                    <a:pt x="1400" y="1024"/>
                  </a:lnTo>
                  <a:lnTo>
                    <a:pt x="1524" y="1024"/>
                  </a:lnTo>
                  <a:lnTo>
                    <a:pt x="1524" y="900"/>
                  </a:lnTo>
                  <a:lnTo>
                    <a:pt x="1424" y="874"/>
                  </a:lnTo>
                  <a:lnTo>
                    <a:pt x="1424" y="700"/>
                  </a:lnTo>
                  <a:close/>
                  <a:moveTo>
                    <a:pt x="300" y="600"/>
                  </a:moveTo>
                  <a:lnTo>
                    <a:pt x="300" y="724"/>
                  </a:lnTo>
                  <a:lnTo>
                    <a:pt x="524" y="724"/>
                  </a:lnTo>
                  <a:lnTo>
                    <a:pt x="524" y="600"/>
                  </a:lnTo>
                  <a:close/>
                  <a:moveTo>
                    <a:pt x="1000" y="500"/>
                  </a:moveTo>
                  <a:lnTo>
                    <a:pt x="1000" y="624"/>
                  </a:lnTo>
                  <a:lnTo>
                    <a:pt x="1124" y="624"/>
                  </a:lnTo>
                  <a:lnTo>
                    <a:pt x="1124" y="500"/>
                  </a:lnTo>
                  <a:close/>
                  <a:moveTo>
                    <a:pt x="1900" y="400"/>
                  </a:moveTo>
                  <a:lnTo>
                    <a:pt x="1900" y="524"/>
                  </a:lnTo>
                  <a:lnTo>
                    <a:pt x="1974" y="524"/>
                  </a:lnTo>
                  <a:lnTo>
                    <a:pt x="2000" y="624"/>
                  </a:lnTo>
                  <a:lnTo>
                    <a:pt x="2174" y="624"/>
                  </a:lnTo>
                  <a:lnTo>
                    <a:pt x="2200" y="650"/>
                  </a:lnTo>
                  <a:lnTo>
                    <a:pt x="2200" y="774"/>
                  </a:lnTo>
                  <a:lnTo>
                    <a:pt x="2100" y="800"/>
                  </a:lnTo>
                  <a:lnTo>
                    <a:pt x="2100" y="924"/>
                  </a:lnTo>
                  <a:lnTo>
                    <a:pt x="2174" y="924"/>
                  </a:lnTo>
                  <a:lnTo>
                    <a:pt x="2200" y="1024"/>
                  </a:lnTo>
                  <a:lnTo>
                    <a:pt x="2424" y="1024"/>
                  </a:lnTo>
                  <a:lnTo>
                    <a:pt x="2424" y="950"/>
                  </a:lnTo>
                  <a:lnTo>
                    <a:pt x="2524" y="924"/>
                  </a:lnTo>
                  <a:lnTo>
                    <a:pt x="2524" y="800"/>
                  </a:lnTo>
                  <a:lnTo>
                    <a:pt x="2400" y="800"/>
                  </a:lnTo>
                  <a:lnTo>
                    <a:pt x="2374" y="900"/>
                  </a:lnTo>
                  <a:lnTo>
                    <a:pt x="2250" y="900"/>
                  </a:lnTo>
                  <a:lnTo>
                    <a:pt x="2224" y="874"/>
                  </a:lnTo>
                  <a:lnTo>
                    <a:pt x="2250" y="824"/>
                  </a:lnTo>
                  <a:lnTo>
                    <a:pt x="2324" y="824"/>
                  </a:lnTo>
                  <a:lnTo>
                    <a:pt x="2324" y="500"/>
                  </a:lnTo>
                  <a:lnTo>
                    <a:pt x="2050" y="500"/>
                  </a:lnTo>
                  <a:lnTo>
                    <a:pt x="2024" y="400"/>
                  </a:lnTo>
                  <a:close/>
                  <a:moveTo>
                    <a:pt x="1200" y="400"/>
                  </a:moveTo>
                  <a:lnTo>
                    <a:pt x="1200" y="524"/>
                  </a:lnTo>
                  <a:lnTo>
                    <a:pt x="1324" y="524"/>
                  </a:lnTo>
                  <a:lnTo>
                    <a:pt x="1324" y="400"/>
                  </a:lnTo>
                  <a:close/>
                  <a:moveTo>
                    <a:pt x="700" y="300"/>
                  </a:moveTo>
                  <a:lnTo>
                    <a:pt x="700" y="424"/>
                  </a:lnTo>
                  <a:lnTo>
                    <a:pt x="800" y="450"/>
                  </a:lnTo>
                  <a:lnTo>
                    <a:pt x="800" y="624"/>
                  </a:lnTo>
                  <a:lnTo>
                    <a:pt x="924" y="624"/>
                  </a:lnTo>
                  <a:lnTo>
                    <a:pt x="924" y="400"/>
                  </a:lnTo>
                  <a:lnTo>
                    <a:pt x="850" y="400"/>
                  </a:lnTo>
                  <a:lnTo>
                    <a:pt x="824" y="300"/>
                  </a:lnTo>
                  <a:close/>
                  <a:moveTo>
                    <a:pt x="1624" y="100"/>
                  </a:moveTo>
                  <a:lnTo>
                    <a:pt x="1500" y="100"/>
                  </a:lnTo>
                  <a:lnTo>
                    <a:pt x="1500" y="174"/>
                  </a:lnTo>
                  <a:lnTo>
                    <a:pt x="1400" y="200"/>
                  </a:lnTo>
                  <a:lnTo>
                    <a:pt x="1400" y="424"/>
                  </a:lnTo>
                  <a:lnTo>
                    <a:pt x="1524" y="424"/>
                  </a:lnTo>
                  <a:lnTo>
                    <a:pt x="1524" y="350"/>
                  </a:lnTo>
                  <a:lnTo>
                    <a:pt x="1624" y="324"/>
                  </a:lnTo>
                  <a:close/>
                  <a:moveTo>
                    <a:pt x="1000" y="0"/>
                  </a:moveTo>
                  <a:lnTo>
                    <a:pt x="1000" y="224"/>
                  </a:lnTo>
                  <a:lnTo>
                    <a:pt x="1124" y="2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A8E7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0" name="Frozen LLM snowflake color 3"/>
            <p:cNvSpPr/>
            <p:nvPr/>
          </p:nvSpPr>
          <p:spPr>
            <a:xfrm>
              <a:off x="16288939" y="3066715"/>
              <a:ext cx="11339" cy="11339"/>
            </a:xfrm>
            <a:custGeom>
              <a:avLst/>
              <a:gdLst/>
              <a:ahLst/>
              <a:cxnLst/>
              <a:rect l="l" t="t" r="r" b="b"/>
              <a:pathLst>
                <a:path w="124" h="124"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D9DAC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1" name="Frozen LLM snowflake color 4"/>
            <p:cNvSpPr/>
            <p:nvPr/>
          </p:nvSpPr>
          <p:spPr>
            <a:xfrm>
              <a:off x="16215787" y="3203875"/>
              <a:ext cx="194219" cy="111923"/>
            </a:xfrm>
            <a:custGeom>
              <a:avLst/>
              <a:gdLst/>
              <a:ahLst/>
              <a:cxnLst/>
              <a:rect l="l" t="t" r="r" b="b"/>
              <a:pathLst>
                <a:path w="2124" h="1224">
                  <a:moveTo>
                    <a:pt x="2000" y="11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1100"/>
                  </a:lnTo>
                  <a:close/>
                  <a:moveTo>
                    <a:pt x="1200" y="500"/>
                  </a:moveTo>
                  <a:lnTo>
                    <a:pt x="1200" y="624"/>
                  </a:lnTo>
                  <a:lnTo>
                    <a:pt x="1324" y="624"/>
                  </a:lnTo>
                  <a:lnTo>
                    <a:pt x="13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724" y="424"/>
                  </a:lnTo>
                  <a:lnTo>
                    <a:pt x="1724" y="300"/>
                  </a:lnTo>
                  <a:close/>
                  <a:moveTo>
                    <a:pt x="0" y="20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20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824" y="124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96BB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2" name="Frozen LLM snowflake color 5"/>
            <p:cNvSpPr/>
            <p:nvPr/>
          </p:nvSpPr>
          <p:spPr>
            <a:xfrm>
              <a:off x="16224931" y="3075859"/>
              <a:ext cx="249083" cy="230795"/>
            </a:xfrm>
            <a:custGeom>
              <a:avLst/>
              <a:gdLst/>
              <a:ahLst/>
              <a:cxnLst/>
              <a:rect l="l" t="t" r="r" b="b"/>
              <a:pathLst>
                <a:path w="2724" h="2524">
                  <a:moveTo>
                    <a:pt x="1400" y="2400"/>
                  </a:moveTo>
                  <a:lnTo>
                    <a:pt x="1400" y="2524"/>
                  </a:lnTo>
                  <a:lnTo>
                    <a:pt x="1524" y="2524"/>
                  </a:lnTo>
                  <a:lnTo>
                    <a:pt x="1524" y="2400"/>
                  </a:lnTo>
                  <a:close/>
                  <a:moveTo>
                    <a:pt x="1900" y="2300"/>
                  </a:moveTo>
                  <a:lnTo>
                    <a:pt x="1900" y="2424"/>
                  </a:lnTo>
                  <a:lnTo>
                    <a:pt x="2024" y="2424"/>
                  </a:lnTo>
                  <a:lnTo>
                    <a:pt x="2024" y="2300"/>
                  </a:lnTo>
                  <a:close/>
                  <a:moveTo>
                    <a:pt x="724" y="2000"/>
                  </a:moveTo>
                  <a:lnTo>
                    <a:pt x="600" y="2000"/>
                  </a:lnTo>
                  <a:lnTo>
                    <a:pt x="600" y="2074"/>
                  </a:lnTo>
                  <a:lnTo>
                    <a:pt x="500" y="2100"/>
                  </a:lnTo>
                  <a:lnTo>
                    <a:pt x="500" y="2224"/>
                  </a:lnTo>
                  <a:lnTo>
                    <a:pt x="624" y="2224"/>
                  </a:lnTo>
                  <a:lnTo>
                    <a:pt x="624" y="2150"/>
                  </a:lnTo>
                  <a:lnTo>
                    <a:pt x="724" y="2124"/>
                  </a:lnTo>
                  <a:close/>
                  <a:moveTo>
                    <a:pt x="200" y="1800"/>
                  </a:moveTo>
                  <a:lnTo>
                    <a:pt x="200" y="1924"/>
                  </a:lnTo>
                  <a:lnTo>
                    <a:pt x="424" y="1924"/>
                  </a:lnTo>
                  <a:lnTo>
                    <a:pt x="424" y="1800"/>
                  </a:lnTo>
                  <a:close/>
                  <a:moveTo>
                    <a:pt x="0" y="1800"/>
                  </a:moveTo>
                  <a:lnTo>
                    <a:pt x="0" y="1924"/>
                  </a:lnTo>
                  <a:lnTo>
                    <a:pt x="124" y="1924"/>
                  </a:lnTo>
                  <a:lnTo>
                    <a:pt x="124" y="1800"/>
                  </a:lnTo>
                  <a:close/>
                  <a:moveTo>
                    <a:pt x="2600" y="1700"/>
                  </a:moveTo>
                  <a:lnTo>
                    <a:pt x="2600" y="1824"/>
                  </a:lnTo>
                  <a:lnTo>
                    <a:pt x="2724" y="1824"/>
                  </a:lnTo>
                  <a:lnTo>
                    <a:pt x="2724" y="1700"/>
                  </a:lnTo>
                  <a:close/>
                  <a:moveTo>
                    <a:pt x="2400" y="1600"/>
                  </a:moveTo>
                  <a:lnTo>
                    <a:pt x="2400" y="1724"/>
                  </a:lnTo>
                  <a:lnTo>
                    <a:pt x="2524" y="1724"/>
                  </a:lnTo>
                  <a:lnTo>
                    <a:pt x="2524" y="1600"/>
                  </a:lnTo>
                  <a:close/>
                  <a:moveTo>
                    <a:pt x="1900" y="1700"/>
                  </a:moveTo>
                  <a:lnTo>
                    <a:pt x="1900" y="1824"/>
                  </a:lnTo>
                  <a:lnTo>
                    <a:pt x="2224" y="1824"/>
                  </a:lnTo>
                  <a:lnTo>
                    <a:pt x="2224" y="1700"/>
                  </a:lnTo>
                  <a:lnTo>
                    <a:pt x="2150" y="1700"/>
                  </a:lnTo>
                  <a:lnTo>
                    <a:pt x="2124" y="1600"/>
                  </a:lnTo>
                  <a:lnTo>
                    <a:pt x="2000" y="1600"/>
                  </a:lnTo>
                  <a:lnTo>
                    <a:pt x="2000" y="1674"/>
                  </a:lnTo>
                  <a:close/>
                  <a:moveTo>
                    <a:pt x="2000" y="1400"/>
                  </a:moveTo>
                  <a:lnTo>
                    <a:pt x="20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1424" y="1300"/>
                  </a:moveTo>
                  <a:lnTo>
                    <a:pt x="1300" y="1300"/>
                  </a:lnTo>
                  <a:lnTo>
                    <a:pt x="1300" y="1374"/>
                  </a:lnTo>
                  <a:lnTo>
                    <a:pt x="1200" y="1400"/>
                  </a:lnTo>
                  <a:lnTo>
                    <a:pt x="1174" y="1500"/>
                  </a:lnTo>
                  <a:lnTo>
                    <a:pt x="900" y="1500"/>
                  </a:lnTo>
                  <a:lnTo>
                    <a:pt x="900" y="1624"/>
                  </a:lnTo>
                  <a:lnTo>
                    <a:pt x="1074" y="1624"/>
                  </a:lnTo>
                  <a:lnTo>
                    <a:pt x="1100" y="1724"/>
                  </a:lnTo>
                  <a:lnTo>
                    <a:pt x="1324" y="1724"/>
                  </a:lnTo>
                  <a:lnTo>
                    <a:pt x="1324" y="1650"/>
                  </a:lnTo>
                  <a:lnTo>
                    <a:pt x="1424" y="1624"/>
                  </a:lnTo>
                  <a:lnTo>
                    <a:pt x="1424" y="1500"/>
                  </a:lnTo>
                  <a:lnTo>
                    <a:pt x="1324" y="1474"/>
                  </a:lnTo>
                  <a:lnTo>
                    <a:pt x="1350" y="1424"/>
                  </a:lnTo>
                  <a:lnTo>
                    <a:pt x="1424" y="1424"/>
                  </a:lnTo>
                  <a:close/>
                  <a:moveTo>
                    <a:pt x="1224" y="1550"/>
                  </a:moveTo>
                  <a:lnTo>
                    <a:pt x="1274" y="1524"/>
                  </a:lnTo>
                  <a:lnTo>
                    <a:pt x="1300" y="1574"/>
                  </a:lnTo>
                  <a:lnTo>
                    <a:pt x="1250" y="1600"/>
                  </a:lnTo>
                  <a:close/>
                  <a:moveTo>
                    <a:pt x="1224" y="1200"/>
                  </a:moveTo>
                  <a:lnTo>
                    <a:pt x="1100" y="1200"/>
                  </a:lnTo>
                  <a:lnTo>
                    <a:pt x="1100" y="1274"/>
                  </a:lnTo>
                  <a:lnTo>
                    <a:pt x="1000" y="1300"/>
                  </a:lnTo>
                  <a:lnTo>
                    <a:pt x="1000" y="1424"/>
                  </a:lnTo>
                  <a:lnTo>
                    <a:pt x="1124" y="1424"/>
                  </a:lnTo>
                  <a:lnTo>
                    <a:pt x="1124" y="1350"/>
                  </a:lnTo>
                  <a:lnTo>
                    <a:pt x="1224" y="1324"/>
                  </a:lnTo>
                  <a:close/>
                  <a:moveTo>
                    <a:pt x="300" y="1100"/>
                  </a:moveTo>
                  <a:lnTo>
                    <a:pt x="300" y="1324"/>
                  </a:lnTo>
                  <a:lnTo>
                    <a:pt x="624" y="1324"/>
                  </a:lnTo>
                  <a:lnTo>
                    <a:pt x="624" y="1200"/>
                  </a:lnTo>
                  <a:lnTo>
                    <a:pt x="450" y="1200"/>
                  </a:lnTo>
                  <a:lnTo>
                    <a:pt x="424" y="1100"/>
                  </a:lnTo>
                  <a:close/>
                  <a:moveTo>
                    <a:pt x="1600" y="700"/>
                  </a:moveTo>
                  <a:lnTo>
                    <a:pt x="1600" y="924"/>
                  </a:lnTo>
                  <a:lnTo>
                    <a:pt x="1774" y="924"/>
                  </a:lnTo>
                  <a:lnTo>
                    <a:pt x="1800" y="1024"/>
                  </a:lnTo>
                  <a:lnTo>
                    <a:pt x="1924" y="1024"/>
                  </a:lnTo>
                  <a:lnTo>
                    <a:pt x="1924" y="900"/>
                  </a:lnTo>
                  <a:lnTo>
                    <a:pt x="1824" y="874"/>
                  </a:lnTo>
                  <a:lnTo>
                    <a:pt x="1850" y="824"/>
                  </a:lnTo>
                  <a:lnTo>
                    <a:pt x="1924" y="824"/>
                  </a:lnTo>
                  <a:lnTo>
                    <a:pt x="1924" y="700"/>
                  </a:lnTo>
                  <a:lnTo>
                    <a:pt x="1800" y="700"/>
                  </a:lnTo>
                  <a:lnTo>
                    <a:pt x="1774" y="800"/>
                  </a:lnTo>
                  <a:lnTo>
                    <a:pt x="1724" y="774"/>
                  </a:lnTo>
                  <a:lnTo>
                    <a:pt x="1724" y="700"/>
                  </a:lnTo>
                  <a:close/>
                  <a:moveTo>
                    <a:pt x="900" y="500"/>
                  </a:moveTo>
                  <a:lnTo>
                    <a:pt x="900" y="824"/>
                  </a:lnTo>
                  <a:lnTo>
                    <a:pt x="974" y="824"/>
                  </a:lnTo>
                  <a:lnTo>
                    <a:pt x="1000" y="924"/>
                  </a:lnTo>
                  <a:lnTo>
                    <a:pt x="1124" y="924"/>
                  </a:lnTo>
                  <a:lnTo>
                    <a:pt x="1124" y="500"/>
                  </a:lnTo>
                  <a:close/>
                  <a:moveTo>
                    <a:pt x="1900" y="400"/>
                  </a:moveTo>
                  <a:lnTo>
                    <a:pt x="1900" y="524"/>
                  </a:lnTo>
                  <a:lnTo>
                    <a:pt x="2024" y="524"/>
                  </a:lnTo>
                  <a:lnTo>
                    <a:pt x="2024" y="400"/>
                  </a:lnTo>
                  <a:close/>
                  <a:moveTo>
                    <a:pt x="2200" y="300"/>
                  </a:moveTo>
                  <a:lnTo>
                    <a:pt x="2200" y="424"/>
                  </a:lnTo>
                  <a:lnTo>
                    <a:pt x="2324" y="424"/>
                  </a:lnTo>
                  <a:lnTo>
                    <a:pt x="2324" y="30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D5F3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3" name="Frozen LLM snowflake color 6"/>
            <p:cNvSpPr/>
            <p:nvPr/>
          </p:nvSpPr>
          <p:spPr>
            <a:xfrm>
              <a:off x="16288939" y="3176443"/>
              <a:ext cx="93635" cy="84491"/>
            </a:xfrm>
            <a:custGeom>
              <a:avLst/>
              <a:gdLst/>
              <a:ahLst/>
              <a:cxnLst/>
              <a:rect l="l" t="t" r="r" b="b"/>
              <a:pathLst>
                <a:path w="1024" h="924">
                  <a:moveTo>
                    <a:pt x="400" y="700"/>
                  </a:moveTo>
                  <a:lnTo>
                    <a:pt x="400" y="824"/>
                  </a:lnTo>
                  <a:lnTo>
                    <a:pt x="474" y="824"/>
                  </a:lnTo>
                  <a:lnTo>
                    <a:pt x="500" y="924"/>
                  </a:lnTo>
                  <a:lnTo>
                    <a:pt x="624" y="924"/>
                  </a:lnTo>
                  <a:lnTo>
                    <a:pt x="624" y="800"/>
                  </a:lnTo>
                  <a:lnTo>
                    <a:pt x="550" y="800"/>
                  </a:lnTo>
                  <a:lnTo>
                    <a:pt x="524" y="7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0" y="200"/>
                  </a:moveTo>
                  <a:lnTo>
                    <a:pt x="0" y="324"/>
                  </a:lnTo>
                  <a:lnTo>
                    <a:pt x="224" y="324"/>
                  </a:lnTo>
                  <a:lnTo>
                    <a:pt x="224" y="20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924" y="124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7AD1F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4" name="Frozen LLM snowflake color 7"/>
            <p:cNvSpPr/>
            <p:nvPr/>
          </p:nvSpPr>
          <p:spPr>
            <a:xfrm>
              <a:off x="16206643" y="3066715"/>
              <a:ext cx="249083" cy="285659"/>
            </a:xfrm>
            <a:custGeom>
              <a:avLst/>
              <a:gdLst/>
              <a:ahLst/>
              <a:cxnLst/>
              <a:rect l="l" t="t" r="r" b="b"/>
              <a:pathLst>
                <a:path w="2724" h="3124">
                  <a:moveTo>
                    <a:pt x="1600" y="2900"/>
                  </a:moveTo>
                  <a:lnTo>
                    <a:pt x="1600" y="3024"/>
                  </a:lnTo>
                  <a:lnTo>
                    <a:pt x="1674" y="3024"/>
                  </a:lnTo>
                  <a:lnTo>
                    <a:pt x="1700" y="3124"/>
                  </a:lnTo>
                  <a:lnTo>
                    <a:pt x="1824" y="3124"/>
                  </a:lnTo>
                  <a:lnTo>
                    <a:pt x="1824" y="3000"/>
                  </a:lnTo>
                  <a:lnTo>
                    <a:pt x="1750" y="3000"/>
                  </a:lnTo>
                  <a:lnTo>
                    <a:pt x="1724" y="2900"/>
                  </a:lnTo>
                  <a:close/>
                  <a:moveTo>
                    <a:pt x="1200" y="2900"/>
                  </a:moveTo>
                  <a:lnTo>
                    <a:pt x="1200" y="3024"/>
                  </a:lnTo>
                  <a:lnTo>
                    <a:pt x="1324" y="3024"/>
                  </a:lnTo>
                  <a:lnTo>
                    <a:pt x="1324" y="2900"/>
                  </a:lnTo>
                  <a:close/>
                  <a:moveTo>
                    <a:pt x="1500" y="2700"/>
                  </a:moveTo>
                  <a:lnTo>
                    <a:pt x="1500" y="2824"/>
                  </a:lnTo>
                  <a:lnTo>
                    <a:pt x="1624" y="2824"/>
                  </a:lnTo>
                  <a:lnTo>
                    <a:pt x="1624" y="2700"/>
                  </a:lnTo>
                  <a:close/>
                  <a:moveTo>
                    <a:pt x="1024" y="2700"/>
                  </a:moveTo>
                  <a:lnTo>
                    <a:pt x="900" y="2700"/>
                  </a:lnTo>
                  <a:lnTo>
                    <a:pt x="900" y="2774"/>
                  </a:lnTo>
                  <a:lnTo>
                    <a:pt x="800" y="2800"/>
                  </a:lnTo>
                  <a:lnTo>
                    <a:pt x="800" y="2924"/>
                  </a:lnTo>
                  <a:lnTo>
                    <a:pt x="924" y="2924"/>
                  </a:lnTo>
                  <a:lnTo>
                    <a:pt x="924" y="2850"/>
                  </a:lnTo>
                  <a:lnTo>
                    <a:pt x="1024" y="2824"/>
                  </a:lnTo>
                  <a:close/>
                  <a:moveTo>
                    <a:pt x="1800" y="2600"/>
                  </a:moveTo>
                  <a:lnTo>
                    <a:pt x="1800" y="2724"/>
                  </a:lnTo>
                  <a:lnTo>
                    <a:pt x="1924" y="2724"/>
                  </a:lnTo>
                  <a:lnTo>
                    <a:pt x="1924" y="2600"/>
                  </a:lnTo>
                  <a:close/>
                  <a:moveTo>
                    <a:pt x="700" y="2500"/>
                  </a:moveTo>
                  <a:lnTo>
                    <a:pt x="700" y="2724"/>
                  </a:lnTo>
                  <a:lnTo>
                    <a:pt x="824" y="2724"/>
                  </a:lnTo>
                  <a:lnTo>
                    <a:pt x="824" y="2500"/>
                  </a:lnTo>
                  <a:close/>
                  <a:moveTo>
                    <a:pt x="2200" y="2200"/>
                  </a:moveTo>
                  <a:lnTo>
                    <a:pt x="2200" y="2324"/>
                  </a:lnTo>
                  <a:lnTo>
                    <a:pt x="2324" y="2324"/>
                  </a:lnTo>
                  <a:lnTo>
                    <a:pt x="2324" y="2200"/>
                  </a:lnTo>
                  <a:close/>
                  <a:moveTo>
                    <a:pt x="400" y="2200"/>
                  </a:moveTo>
                  <a:lnTo>
                    <a:pt x="400" y="2324"/>
                  </a:lnTo>
                  <a:lnTo>
                    <a:pt x="524" y="2324"/>
                  </a:lnTo>
                  <a:lnTo>
                    <a:pt x="524" y="2200"/>
                  </a:lnTo>
                  <a:close/>
                  <a:moveTo>
                    <a:pt x="1000" y="2100"/>
                  </a:moveTo>
                  <a:lnTo>
                    <a:pt x="1000" y="2224"/>
                  </a:lnTo>
                  <a:lnTo>
                    <a:pt x="1124" y="2224"/>
                  </a:lnTo>
                  <a:lnTo>
                    <a:pt x="1124" y="2100"/>
                  </a:lnTo>
                  <a:close/>
                  <a:moveTo>
                    <a:pt x="1800" y="1800"/>
                  </a:moveTo>
                  <a:lnTo>
                    <a:pt x="1800" y="1924"/>
                  </a:lnTo>
                  <a:lnTo>
                    <a:pt x="2024" y="1924"/>
                  </a:lnTo>
                  <a:lnTo>
                    <a:pt x="2024" y="1800"/>
                  </a:lnTo>
                  <a:close/>
                  <a:moveTo>
                    <a:pt x="200" y="1700"/>
                  </a:moveTo>
                  <a:lnTo>
                    <a:pt x="200" y="1824"/>
                  </a:lnTo>
                  <a:lnTo>
                    <a:pt x="324" y="1824"/>
                  </a:lnTo>
                  <a:lnTo>
                    <a:pt x="324" y="17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2724" y="1500"/>
                  </a:moveTo>
                  <a:lnTo>
                    <a:pt x="2600" y="1500"/>
                  </a:lnTo>
                  <a:lnTo>
                    <a:pt x="2600" y="1574"/>
                  </a:lnTo>
                  <a:lnTo>
                    <a:pt x="2500" y="1600"/>
                  </a:lnTo>
                  <a:lnTo>
                    <a:pt x="2500" y="1724"/>
                  </a:lnTo>
                  <a:lnTo>
                    <a:pt x="2624" y="1724"/>
                  </a:lnTo>
                  <a:lnTo>
                    <a:pt x="2624" y="1650"/>
                  </a:lnTo>
                  <a:lnTo>
                    <a:pt x="2724" y="1624"/>
                  </a:lnTo>
                  <a:close/>
                  <a:moveTo>
                    <a:pt x="0" y="1200"/>
                  </a:moveTo>
                  <a:lnTo>
                    <a:pt x="0" y="1324"/>
                  </a:lnTo>
                  <a:lnTo>
                    <a:pt x="124" y="1324"/>
                  </a:lnTo>
                  <a:lnTo>
                    <a:pt x="124" y="1200"/>
                  </a:lnTo>
                  <a:close/>
                  <a:moveTo>
                    <a:pt x="2600" y="1000"/>
                  </a:moveTo>
                  <a:lnTo>
                    <a:pt x="2600" y="1124"/>
                  </a:lnTo>
                  <a:lnTo>
                    <a:pt x="2724" y="1124"/>
                  </a:lnTo>
                  <a:lnTo>
                    <a:pt x="2724" y="1000"/>
                  </a:lnTo>
                  <a:close/>
                  <a:moveTo>
                    <a:pt x="1800" y="600"/>
                  </a:moveTo>
                  <a:lnTo>
                    <a:pt x="1800" y="724"/>
                  </a:lnTo>
                  <a:lnTo>
                    <a:pt x="1924" y="724"/>
                  </a:lnTo>
                  <a:lnTo>
                    <a:pt x="1924" y="60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B9CD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5" name="Frozen LLM snowflake color 8"/>
            <p:cNvSpPr/>
            <p:nvPr/>
          </p:nvSpPr>
          <p:spPr>
            <a:xfrm>
              <a:off x="16206643" y="3075859"/>
              <a:ext cx="249083" cy="267371"/>
            </a:xfrm>
            <a:custGeom>
              <a:avLst/>
              <a:gdLst/>
              <a:ahLst/>
              <a:cxnLst/>
              <a:rect l="l" t="t" r="r" b="b"/>
              <a:pathLst>
                <a:path w="2724" h="2924">
                  <a:moveTo>
                    <a:pt x="1300" y="2800"/>
                  </a:moveTo>
                  <a:lnTo>
                    <a:pt x="1300" y="2924"/>
                  </a:lnTo>
                  <a:lnTo>
                    <a:pt x="1424" y="2924"/>
                  </a:lnTo>
                  <a:lnTo>
                    <a:pt x="1424" y="2800"/>
                  </a:lnTo>
                  <a:close/>
                  <a:moveTo>
                    <a:pt x="900" y="2700"/>
                  </a:moveTo>
                  <a:lnTo>
                    <a:pt x="900" y="2824"/>
                  </a:lnTo>
                  <a:lnTo>
                    <a:pt x="1024" y="2824"/>
                  </a:lnTo>
                  <a:lnTo>
                    <a:pt x="1024" y="2700"/>
                  </a:lnTo>
                  <a:close/>
                  <a:moveTo>
                    <a:pt x="1800" y="2600"/>
                  </a:moveTo>
                  <a:lnTo>
                    <a:pt x="1800" y="2724"/>
                  </a:lnTo>
                  <a:lnTo>
                    <a:pt x="1924" y="2724"/>
                  </a:lnTo>
                  <a:lnTo>
                    <a:pt x="1924" y="2600"/>
                  </a:lnTo>
                  <a:close/>
                  <a:moveTo>
                    <a:pt x="700" y="2600"/>
                  </a:moveTo>
                  <a:lnTo>
                    <a:pt x="700" y="2724"/>
                  </a:lnTo>
                  <a:lnTo>
                    <a:pt x="824" y="2724"/>
                  </a:lnTo>
                  <a:lnTo>
                    <a:pt x="824" y="2600"/>
                  </a:lnTo>
                  <a:close/>
                  <a:moveTo>
                    <a:pt x="600" y="2400"/>
                  </a:moveTo>
                  <a:lnTo>
                    <a:pt x="600" y="2524"/>
                  </a:lnTo>
                  <a:lnTo>
                    <a:pt x="724" y="2524"/>
                  </a:lnTo>
                  <a:lnTo>
                    <a:pt x="724" y="2400"/>
                  </a:lnTo>
                  <a:close/>
                  <a:moveTo>
                    <a:pt x="300" y="2300"/>
                  </a:moveTo>
                  <a:lnTo>
                    <a:pt x="300" y="2424"/>
                  </a:lnTo>
                  <a:lnTo>
                    <a:pt x="424" y="2424"/>
                  </a:lnTo>
                  <a:lnTo>
                    <a:pt x="424" y="2300"/>
                  </a:lnTo>
                  <a:close/>
                  <a:moveTo>
                    <a:pt x="1900" y="2200"/>
                  </a:moveTo>
                  <a:lnTo>
                    <a:pt x="1900" y="2324"/>
                  </a:lnTo>
                  <a:lnTo>
                    <a:pt x="2024" y="2324"/>
                  </a:lnTo>
                  <a:lnTo>
                    <a:pt x="2024" y="2200"/>
                  </a:lnTo>
                  <a:close/>
                  <a:moveTo>
                    <a:pt x="2624" y="2100"/>
                  </a:moveTo>
                  <a:lnTo>
                    <a:pt x="2500" y="2100"/>
                  </a:lnTo>
                  <a:lnTo>
                    <a:pt x="2500" y="2274"/>
                  </a:lnTo>
                  <a:lnTo>
                    <a:pt x="2400" y="2300"/>
                  </a:lnTo>
                  <a:lnTo>
                    <a:pt x="2400" y="2424"/>
                  </a:lnTo>
                  <a:lnTo>
                    <a:pt x="2524" y="2424"/>
                  </a:lnTo>
                  <a:lnTo>
                    <a:pt x="2524" y="2350"/>
                  </a:lnTo>
                  <a:lnTo>
                    <a:pt x="2624" y="2324"/>
                  </a:lnTo>
                  <a:close/>
                  <a:moveTo>
                    <a:pt x="1300" y="2000"/>
                  </a:moveTo>
                  <a:lnTo>
                    <a:pt x="1300" y="2124"/>
                  </a:lnTo>
                  <a:lnTo>
                    <a:pt x="1424" y="2124"/>
                  </a:lnTo>
                  <a:lnTo>
                    <a:pt x="1424" y="2000"/>
                  </a:lnTo>
                  <a:close/>
                  <a:moveTo>
                    <a:pt x="2600" y="1900"/>
                  </a:moveTo>
                  <a:lnTo>
                    <a:pt x="2600" y="2024"/>
                  </a:lnTo>
                  <a:lnTo>
                    <a:pt x="2724" y="2024"/>
                  </a:lnTo>
                  <a:lnTo>
                    <a:pt x="2724" y="1900"/>
                  </a:lnTo>
                  <a:close/>
                  <a:moveTo>
                    <a:pt x="1700" y="1800"/>
                  </a:moveTo>
                  <a:lnTo>
                    <a:pt x="1700" y="1924"/>
                  </a:lnTo>
                  <a:lnTo>
                    <a:pt x="1824" y="1924"/>
                  </a:lnTo>
                  <a:lnTo>
                    <a:pt x="1824" y="1800"/>
                  </a:lnTo>
                  <a:close/>
                  <a:moveTo>
                    <a:pt x="600" y="1800"/>
                  </a:moveTo>
                  <a:lnTo>
                    <a:pt x="600" y="1924"/>
                  </a:lnTo>
                  <a:lnTo>
                    <a:pt x="724" y="1924"/>
                  </a:lnTo>
                  <a:lnTo>
                    <a:pt x="724" y="1800"/>
                  </a:lnTo>
                  <a:close/>
                  <a:moveTo>
                    <a:pt x="800" y="1700"/>
                  </a:moveTo>
                  <a:lnTo>
                    <a:pt x="800" y="1824"/>
                  </a:lnTo>
                  <a:lnTo>
                    <a:pt x="924" y="1824"/>
                  </a:lnTo>
                  <a:lnTo>
                    <a:pt x="924" y="1700"/>
                  </a:lnTo>
                  <a:close/>
                  <a:moveTo>
                    <a:pt x="2100" y="1400"/>
                  </a:moveTo>
                  <a:lnTo>
                    <a:pt x="2100" y="1524"/>
                  </a:lnTo>
                  <a:lnTo>
                    <a:pt x="2224" y="1524"/>
                  </a:lnTo>
                  <a:lnTo>
                    <a:pt x="2224" y="1400"/>
                  </a:lnTo>
                  <a:close/>
                  <a:moveTo>
                    <a:pt x="600" y="1400"/>
                  </a:moveTo>
                  <a:lnTo>
                    <a:pt x="600" y="1524"/>
                  </a:lnTo>
                  <a:lnTo>
                    <a:pt x="724" y="1524"/>
                  </a:lnTo>
                  <a:lnTo>
                    <a:pt x="724" y="14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1400" y="800"/>
                  </a:moveTo>
                  <a:lnTo>
                    <a:pt x="1400" y="924"/>
                  </a:lnTo>
                  <a:lnTo>
                    <a:pt x="1524" y="924"/>
                  </a:lnTo>
                  <a:lnTo>
                    <a:pt x="1524" y="800"/>
                  </a:lnTo>
                  <a:close/>
                  <a:moveTo>
                    <a:pt x="1000" y="800"/>
                  </a:moveTo>
                  <a:lnTo>
                    <a:pt x="1000" y="924"/>
                  </a:lnTo>
                  <a:lnTo>
                    <a:pt x="1124" y="924"/>
                  </a:lnTo>
                  <a:lnTo>
                    <a:pt x="1124" y="800"/>
                  </a:lnTo>
                  <a:close/>
                  <a:moveTo>
                    <a:pt x="2400" y="700"/>
                  </a:moveTo>
                  <a:lnTo>
                    <a:pt x="2400" y="824"/>
                  </a:lnTo>
                  <a:lnTo>
                    <a:pt x="2524" y="824"/>
                  </a:lnTo>
                  <a:lnTo>
                    <a:pt x="2524" y="700"/>
                  </a:lnTo>
                  <a:close/>
                  <a:moveTo>
                    <a:pt x="1400" y="500"/>
                  </a:moveTo>
                  <a:lnTo>
                    <a:pt x="1400" y="624"/>
                  </a:lnTo>
                  <a:lnTo>
                    <a:pt x="1524" y="624"/>
                  </a:lnTo>
                  <a:lnTo>
                    <a:pt x="1524" y="500"/>
                  </a:lnTo>
                  <a:close/>
                  <a:moveTo>
                    <a:pt x="2000" y="200"/>
                  </a:moveTo>
                  <a:lnTo>
                    <a:pt x="2000" y="324"/>
                  </a:lnTo>
                  <a:lnTo>
                    <a:pt x="2124" y="324"/>
                  </a:lnTo>
                  <a:lnTo>
                    <a:pt x="2124" y="200"/>
                  </a:lnTo>
                  <a:close/>
                  <a:moveTo>
                    <a:pt x="1800" y="100"/>
                  </a:moveTo>
                  <a:lnTo>
                    <a:pt x="1800" y="224"/>
                  </a:lnTo>
                  <a:lnTo>
                    <a:pt x="1924" y="224"/>
                  </a:lnTo>
                  <a:lnTo>
                    <a:pt x="1924" y="100"/>
                  </a:lnTo>
                  <a:close/>
                  <a:moveTo>
                    <a:pt x="1600" y="100"/>
                  </a:moveTo>
                  <a:lnTo>
                    <a:pt x="1600" y="224"/>
                  </a:lnTo>
                  <a:lnTo>
                    <a:pt x="1724" y="224"/>
                  </a:lnTo>
                  <a:lnTo>
                    <a:pt x="1724" y="100"/>
                  </a:lnTo>
                  <a:close/>
                  <a:moveTo>
                    <a:pt x="1300" y="100"/>
                  </a:moveTo>
                  <a:lnTo>
                    <a:pt x="1300" y="224"/>
                  </a:lnTo>
                  <a:lnTo>
                    <a:pt x="1424" y="224"/>
                  </a:lnTo>
                  <a:lnTo>
                    <a:pt x="1424" y="100"/>
                  </a:lnTo>
                  <a:close/>
                  <a:moveTo>
                    <a:pt x="900" y="0"/>
                  </a:moveTo>
                  <a:lnTo>
                    <a:pt x="900" y="224"/>
                  </a:lnTo>
                  <a:lnTo>
                    <a:pt x="1024" y="2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E9E3E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6" name="Frozen LLM snowflake color 9"/>
            <p:cNvSpPr/>
            <p:nvPr/>
          </p:nvSpPr>
          <p:spPr>
            <a:xfrm>
              <a:off x="16197499" y="3075859"/>
              <a:ext cx="276515" cy="267371"/>
            </a:xfrm>
            <a:custGeom>
              <a:avLst/>
              <a:gdLst/>
              <a:ahLst/>
              <a:cxnLst/>
              <a:rect l="l" t="t" r="r" b="b"/>
              <a:pathLst>
                <a:path w="3024" h="2924">
                  <a:moveTo>
                    <a:pt x="1900" y="2700"/>
                  </a:moveTo>
                  <a:lnTo>
                    <a:pt x="1900" y="2924"/>
                  </a:lnTo>
                  <a:lnTo>
                    <a:pt x="2024" y="2924"/>
                  </a:lnTo>
                  <a:lnTo>
                    <a:pt x="2024" y="2700"/>
                  </a:lnTo>
                  <a:close/>
                  <a:moveTo>
                    <a:pt x="1500" y="2700"/>
                  </a:moveTo>
                  <a:lnTo>
                    <a:pt x="1500" y="2824"/>
                  </a:lnTo>
                  <a:lnTo>
                    <a:pt x="1624" y="2824"/>
                  </a:lnTo>
                  <a:lnTo>
                    <a:pt x="1624" y="2700"/>
                  </a:lnTo>
                  <a:close/>
                  <a:moveTo>
                    <a:pt x="2300" y="2500"/>
                  </a:moveTo>
                  <a:lnTo>
                    <a:pt x="2300" y="2624"/>
                  </a:lnTo>
                  <a:lnTo>
                    <a:pt x="2424" y="2624"/>
                  </a:lnTo>
                  <a:lnTo>
                    <a:pt x="2424" y="2500"/>
                  </a:lnTo>
                  <a:close/>
                  <a:moveTo>
                    <a:pt x="1300" y="2500"/>
                  </a:moveTo>
                  <a:lnTo>
                    <a:pt x="1300" y="2624"/>
                  </a:lnTo>
                  <a:lnTo>
                    <a:pt x="1424" y="2624"/>
                  </a:lnTo>
                  <a:lnTo>
                    <a:pt x="1424" y="2500"/>
                  </a:lnTo>
                  <a:close/>
                  <a:moveTo>
                    <a:pt x="400" y="2500"/>
                  </a:moveTo>
                  <a:lnTo>
                    <a:pt x="400" y="2624"/>
                  </a:lnTo>
                  <a:lnTo>
                    <a:pt x="624" y="2624"/>
                  </a:lnTo>
                  <a:lnTo>
                    <a:pt x="624" y="2500"/>
                  </a:lnTo>
                  <a:close/>
                  <a:moveTo>
                    <a:pt x="1000" y="2100"/>
                  </a:moveTo>
                  <a:lnTo>
                    <a:pt x="1000" y="2224"/>
                  </a:lnTo>
                  <a:lnTo>
                    <a:pt x="1124" y="2224"/>
                  </a:lnTo>
                  <a:lnTo>
                    <a:pt x="1124" y="2100"/>
                  </a:lnTo>
                  <a:close/>
                  <a:moveTo>
                    <a:pt x="1800" y="2000"/>
                  </a:moveTo>
                  <a:lnTo>
                    <a:pt x="1800" y="2224"/>
                  </a:lnTo>
                  <a:lnTo>
                    <a:pt x="1924" y="2224"/>
                  </a:lnTo>
                  <a:lnTo>
                    <a:pt x="1924" y="2000"/>
                  </a:lnTo>
                  <a:close/>
                  <a:moveTo>
                    <a:pt x="1300" y="1900"/>
                  </a:moveTo>
                  <a:lnTo>
                    <a:pt x="1300" y="2024"/>
                  </a:lnTo>
                  <a:lnTo>
                    <a:pt x="1424" y="2024"/>
                  </a:lnTo>
                  <a:lnTo>
                    <a:pt x="1424" y="1900"/>
                  </a:lnTo>
                  <a:close/>
                  <a:moveTo>
                    <a:pt x="200" y="1900"/>
                  </a:moveTo>
                  <a:lnTo>
                    <a:pt x="200" y="2124"/>
                  </a:lnTo>
                  <a:lnTo>
                    <a:pt x="274" y="2124"/>
                  </a:lnTo>
                  <a:lnTo>
                    <a:pt x="300" y="2224"/>
                  </a:lnTo>
                  <a:lnTo>
                    <a:pt x="474" y="2224"/>
                  </a:lnTo>
                  <a:lnTo>
                    <a:pt x="500" y="2324"/>
                  </a:lnTo>
                  <a:lnTo>
                    <a:pt x="624" y="2324"/>
                  </a:lnTo>
                  <a:lnTo>
                    <a:pt x="624" y="2200"/>
                  </a:lnTo>
                  <a:lnTo>
                    <a:pt x="550" y="2200"/>
                  </a:lnTo>
                  <a:lnTo>
                    <a:pt x="524" y="2100"/>
                  </a:lnTo>
                  <a:lnTo>
                    <a:pt x="350" y="2100"/>
                  </a:lnTo>
                  <a:lnTo>
                    <a:pt x="324" y="2074"/>
                  </a:lnTo>
                  <a:lnTo>
                    <a:pt x="324" y="1900"/>
                  </a:lnTo>
                  <a:close/>
                  <a:moveTo>
                    <a:pt x="2900" y="1800"/>
                  </a:moveTo>
                  <a:lnTo>
                    <a:pt x="2900" y="1924"/>
                  </a:lnTo>
                  <a:lnTo>
                    <a:pt x="3024" y="1924"/>
                  </a:lnTo>
                  <a:lnTo>
                    <a:pt x="3024" y="1800"/>
                  </a:lnTo>
                  <a:close/>
                  <a:moveTo>
                    <a:pt x="800" y="1800"/>
                  </a:moveTo>
                  <a:lnTo>
                    <a:pt x="800" y="1924"/>
                  </a:lnTo>
                  <a:lnTo>
                    <a:pt x="1024" y="1924"/>
                  </a:lnTo>
                  <a:lnTo>
                    <a:pt x="1024" y="1800"/>
                  </a:lnTo>
                  <a:close/>
                  <a:moveTo>
                    <a:pt x="400" y="1800"/>
                  </a:moveTo>
                  <a:lnTo>
                    <a:pt x="400" y="1924"/>
                  </a:lnTo>
                  <a:lnTo>
                    <a:pt x="524" y="1924"/>
                  </a:lnTo>
                  <a:lnTo>
                    <a:pt x="524" y="1800"/>
                  </a:lnTo>
                  <a:close/>
                  <a:moveTo>
                    <a:pt x="2400" y="1600"/>
                  </a:moveTo>
                  <a:lnTo>
                    <a:pt x="2400" y="1724"/>
                  </a:lnTo>
                  <a:lnTo>
                    <a:pt x="2524" y="1724"/>
                  </a:lnTo>
                  <a:lnTo>
                    <a:pt x="2524" y="1600"/>
                  </a:lnTo>
                  <a:close/>
                  <a:moveTo>
                    <a:pt x="1000" y="1600"/>
                  </a:moveTo>
                  <a:lnTo>
                    <a:pt x="1000" y="1724"/>
                  </a:lnTo>
                  <a:lnTo>
                    <a:pt x="1124" y="1724"/>
                  </a:lnTo>
                  <a:lnTo>
                    <a:pt x="1124" y="1600"/>
                  </a:lnTo>
                  <a:close/>
                  <a:moveTo>
                    <a:pt x="100" y="1500"/>
                  </a:moveTo>
                  <a:lnTo>
                    <a:pt x="100" y="1624"/>
                  </a:lnTo>
                  <a:lnTo>
                    <a:pt x="224" y="1624"/>
                  </a:lnTo>
                  <a:lnTo>
                    <a:pt x="224" y="1500"/>
                  </a:lnTo>
                  <a:close/>
                  <a:moveTo>
                    <a:pt x="2100" y="1400"/>
                  </a:moveTo>
                  <a:lnTo>
                    <a:pt x="2100" y="1524"/>
                  </a:lnTo>
                  <a:lnTo>
                    <a:pt x="2200" y="1550"/>
                  </a:lnTo>
                  <a:lnTo>
                    <a:pt x="2200" y="1674"/>
                  </a:lnTo>
                  <a:lnTo>
                    <a:pt x="2100" y="1700"/>
                  </a:lnTo>
                  <a:lnTo>
                    <a:pt x="2100" y="1924"/>
                  </a:lnTo>
                  <a:lnTo>
                    <a:pt x="2174" y="1924"/>
                  </a:lnTo>
                  <a:lnTo>
                    <a:pt x="2200" y="2024"/>
                  </a:lnTo>
                  <a:lnTo>
                    <a:pt x="2324" y="2024"/>
                  </a:lnTo>
                  <a:lnTo>
                    <a:pt x="2324" y="1900"/>
                  </a:lnTo>
                  <a:lnTo>
                    <a:pt x="2224" y="1874"/>
                  </a:lnTo>
                  <a:lnTo>
                    <a:pt x="2224" y="1750"/>
                  </a:lnTo>
                  <a:lnTo>
                    <a:pt x="2324" y="1724"/>
                  </a:lnTo>
                  <a:lnTo>
                    <a:pt x="2324" y="1500"/>
                  </a:lnTo>
                  <a:lnTo>
                    <a:pt x="2250" y="1500"/>
                  </a:lnTo>
                  <a:lnTo>
                    <a:pt x="2224" y="1400"/>
                  </a:lnTo>
                  <a:close/>
                  <a:moveTo>
                    <a:pt x="724" y="1400"/>
                  </a:moveTo>
                  <a:lnTo>
                    <a:pt x="600" y="1400"/>
                  </a:lnTo>
                  <a:lnTo>
                    <a:pt x="600" y="1474"/>
                  </a:lnTo>
                  <a:lnTo>
                    <a:pt x="500" y="1500"/>
                  </a:lnTo>
                  <a:lnTo>
                    <a:pt x="500" y="1624"/>
                  </a:lnTo>
                  <a:lnTo>
                    <a:pt x="624" y="1624"/>
                  </a:lnTo>
                  <a:lnTo>
                    <a:pt x="624" y="1550"/>
                  </a:lnTo>
                  <a:lnTo>
                    <a:pt x="724" y="1524"/>
                  </a:lnTo>
                  <a:close/>
                  <a:moveTo>
                    <a:pt x="2400" y="1300"/>
                  </a:moveTo>
                  <a:lnTo>
                    <a:pt x="2400" y="1424"/>
                  </a:lnTo>
                  <a:lnTo>
                    <a:pt x="2524" y="1424"/>
                  </a:lnTo>
                  <a:lnTo>
                    <a:pt x="2524" y="1300"/>
                  </a:lnTo>
                  <a:close/>
                  <a:moveTo>
                    <a:pt x="800" y="1300"/>
                  </a:moveTo>
                  <a:lnTo>
                    <a:pt x="800" y="1524"/>
                  </a:lnTo>
                  <a:lnTo>
                    <a:pt x="924" y="1524"/>
                  </a:lnTo>
                  <a:lnTo>
                    <a:pt x="924" y="1300"/>
                  </a:lnTo>
                  <a:close/>
                  <a:moveTo>
                    <a:pt x="2800" y="1200"/>
                  </a:moveTo>
                  <a:lnTo>
                    <a:pt x="2800" y="1424"/>
                  </a:lnTo>
                  <a:lnTo>
                    <a:pt x="2924" y="1424"/>
                  </a:lnTo>
                  <a:lnTo>
                    <a:pt x="2924" y="1200"/>
                  </a:lnTo>
                  <a:close/>
                  <a:moveTo>
                    <a:pt x="2600" y="1200"/>
                  </a:moveTo>
                  <a:lnTo>
                    <a:pt x="2600" y="1324"/>
                  </a:lnTo>
                  <a:lnTo>
                    <a:pt x="2724" y="1324"/>
                  </a:lnTo>
                  <a:lnTo>
                    <a:pt x="2724" y="1200"/>
                  </a:lnTo>
                  <a:close/>
                  <a:moveTo>
                    <a:pt x="200" y="1200"/>
                  </a:moveTo>
                  <a:lnTo>
                    <a:pt x="200" y="1324"/>
                  </a:lnTo>
                  <a:lnTo>
                    <a:pt x="274" y="1324"/>
                  </a:lnTo>
                  <a:lnTo>
                    <a:pt x="300" y="1424"/>
                  </a:lnTo>
                  <a:lnTo>
                    <a:pt x="424" y="1424"/>
                  </a:lnTo>
                  <a:lnTo>
                    <a:pt x="424" y="1300"/>
                  </a:lnTo>
                  <a:lnTo>
                    <a:pt x="350" y="1300"/>
                  </a:lnTo>
                  <a:lnTo>
                    <a:pt x="324" y="1200"/>
                  </a:lnTo>
                  <a:close/>
                  <a:moveTo>
                    <a:pt x="2000" y="1224"/>
                  </a:moveTo>
                  <a:lnTo>
                    <a:pt x="2124" y="1224"/>
                  </a:lnTo>
                  <a:lnTo>
                    <a:pt x="2150" y="1124"/>
                  </a:lnTo>
                  <a:lnTo>
                    <a:pt x="2724" y="1124"/>
                  </a:lnTo>
                  <a:lnTo>
                    <a:pt x="2724" y="1000"/>
                  </a:lnTo>
                  <a:lnTo>
                    <a:pt x="2100" y="1000"/>
                  </a:lnTo>
                  <a:lnTo>
                    <a:pt x="2100" y="1074"/>
                  </a:lnTo>
                  <a:lnTo>
                    <a:pt x="2000" y="1100"/>
                  </a:lnTo>
                  <a:close/>
                  <a:moveTo>
                    <a:pt x="0" y="1000"/>
                  </a:moveTo>
                  <a:lnTo>
                    <a:pt x="0" y="1124"/>
                  </a:lnTo>
                  <a:lnTo>
                    <a:pt x="124" y="1124"/>
                  </a:lnTo>
                  <a:lnTo>
                    <a:pt x="124" y="1000"/>
                  </a:lnTo>
                  <a:close/>
                  <a:moveTo>
                    <a:pt x="700" y="900"/>
                  </a:moveTo>
                  <a:lnTo>
                    <a:pt x="700" y="1024"/>
                  </a:lnTo>
                  <a:lnTo>
                    <a:pt x="824" y="1024"/>
                  </a:lnTo>
                  <a:lnTo>
                    <a:pt x="824" y="900"/>
                  </a:lnTo>
                  <a:close/>
                  <a:moveTo>
                    <a:pt x="400" y="900"/>
                  </a:moveTo>
                  <a:lnTo>
                    <a:pt x="400" y="1024"/>
                  </a:lnTo>
                  <a:lnTo>
                    <a:pt x="524" y="1024"/>
                  </a:lnTo>
                  <a:lnTo>
                    <a:pt x="524" y="900"/>
                  </a:lnTo>
                  <a:close/>
                  <a:moveTo>
                    <a:pt x="1800" y="800"/>
                  </a:moveTo>
                  <a:lnTo>
                    <a:pt x="1800" y="924"/>
                  </a:lnTo>
                  <a:lnTo>
                    <a:pt x="1924" y="924"/>
                  </a:lnTo>
                  <a:lnTo>
                    <a:pt x="1924" y="800"/>
                  </a:lnTo>
                  <a:close/>
                  <a:moveTo>
                    <a:pt x="1100" y="700"/>
                  </a:moveTo>
                  <a:lnTo>
                    <a:pt x="1100" y="824"/>
                  </a:lnTo>
                  <a:lnTo>
                    <a:pt x="1224" y="824"/>
                  </a:lnTo>
                  <a:lnTo>
                    <a:pt x="1224" y="700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900" y="600"/>
                  </a:moveTo>
                  <a:lnTo>
                    <a:pt x="900" y="724"/>
                  </a:lnTo>
                  <a:lnTo>
                    <a:pt x="1024" y="724"/>
                  </a:lnTo>
                  <a:lnTo>
                    <a:pt x="1024" y="600"/>
                  </a:lnTo>
                  <a:close/>
                  <a:moveTo>
                    <a:pt x="2624" y="500"/>
                  </a:moveTo>
                  <a:lnTo>
                    <a:pt x="2500" y="500"/>
                  </a:lnTo>
                  <a:lnTo>
                    <a:pt x="2500" y="574"/>
                  </a:lnTo>
                  <a:lnTo>
                    <a:pt x="2400" y="600"/>
                  </a:lnTo>
                  <a:lnTo>
                    <a:pt x="2400" y="824"/>
                  </a:lnTo>
                  <a:lnTo>
                    <a:pt x="2524" y="824"/>
                  </a:lnTo>
                  <a:lnTo>
                    <a:pt x="2524" y="650"/>
                  </a:lnTo>
                  <a:lnTo>
                    <a:pt x="2624" y="624"/>
                  </a:lnTo>
                  <a:close/>
                  <a:moveTo>
                    <a:pt x="700" y="500"/>
                  </a:moveTo>
                  <a:lnTo>
                    <a:pt x="700" y="624"/>
                  </a:lnTo>
                  <a:lnTo>
                    <a:pt x="824" y="624"/>
                  </a:lnTo>
                  <a:lnTo>
                    <a:pt x="824" y="500"/>
                  </a:lnTo>
                  <a:close/>
                  <a:moveTo>
                    <a:pt x="2400" y="300"/>
                  </a:moveTo>
                  <a:lnTo>
                    <a:pt x="2400" y="424"/>
                  </a:lnTo>
                  <a:lnTo>
                    <a:pt x="2524" y="424"/>
                  </a:lnTo>
                  <a:lnTo>
                    <a:pt x="2524" y="300"/>
                  </a:lnTo>
                  <a:close/>
                  <a:moveTo>
                    <a:pt x="2100" y="300"/>
                  </a:moveTo>
                  <a:lnTo>
                    <a:pt x="2100" y="424"/>
                  </a:lnTo>
                  <a:lnTo>
                    <a:pt x="2224" y="424"/>
                  </a:lnTo>
                  <a:lnTo>
                    <a:pt x="2224" y="3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724" y="424"/>
                  </a:lnTo>
                  <a:lnTo>
                    <a:pt x="1724" y="300"/>
                  </a:lnTo>
                  <a:close/>
                  <a:moveTo>
                    <a:pt x="600" y="300"/>
                  </a:moveTo>
                  <a:lnTo>
                    <a:pt x="600" y="424"/>
                  </a:lnTo>
                  <a:lnTo>
                    <a:pt x="724" y="424"/>
                  </a:lnTo>
                  <a:lnTo>
                    <a:pt x="724" y="300"/>
                  </a:lnTo>
                  <a:close/>
                  <a:moveTo>
                    <a:pt x="1000" y="2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200"/>
                  </a:lnTo>
                  <a:close/>
                  <a:moveTo>
                    <a:pt x="2124" y="100"/>
                  </a:moveTo>
                  <a:lnTo>
                    <a:pt x="2000" y="100"/>
                  </a:lnTo>
                  <a:lnTo>
                    <a:pt x="2000" y="174"/>
                  </a:lnTo>
                  <a:lnTo>
                    <a:pt x="1900" y="200"/>
                  </a:lnTo>
                  <a:lnTo>
                    <a:pt x="1900" y="324"/>
                  </a:lnTo>
                  <a:lnTo>
                    <a:pt x="2024" y="324"/>
                  </a:lnTo>
                  <a:lnTo>
                    <a:pt x="2024" y="250"/>
                  </a:lnTo>
                  <a:lnTo>
                    <a:pt x="2124" y="224"/>
                  </a:lnTo>
                  <a:close/>
                  <a:moveTo>
                    <a:pt x="1600" y="0"/>
                  </a:moveTo>
                  <a:lnTo>
                    <a:pt x="16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CAE4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7" name="Frozen LLM snowflake color 10"/>
            <p:cNvSpPr/>
            <p:nvPr/>
          </p:nvSpPr>
          <p:spPr>
            <a:xfrm>
              <a:off x="16252363" y="3121579"/>
              <a:ext cx="175931" cy="185075"/>
            </a:xfrm>
            <a:custGeom>
              <a:avLst/>
              <a:gdLst/>
              <a:ahLst/>
              <a:cxnLst/>
              <a:rect l="l" t="t" r="r" b="b"/>
              <a:pathLst>
                <a:path w="1924" h="2024">
                  <a:moveTo>
                    <a:pt x="1300" y="1900"/>
                  </a:moveTo>
                  <a:lnTo>
                    <a:pt x="1300" y="2024"/>
                  </a:lnTo>
                  <a:lnTo>
                    <a:pt x="1424" y="2024"/>
                  </a:lnTo>
                  <a:lnTo>
                    <a:pt x="1424" y="19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1700" y="1400"/>
                  </a:moveTo>
                  <a:lnTo>
                    <a:pt x="1700" y="1524"/>
                  </a:lnTo>
                  <a:lnTo>
                    <a:pt x="1824" y="1524"/>
                  </a:lnTo>
                  <a:lnTo>
                    <a:pt x="1824" y="1400"/>
                  </a:lnTo>
                  <a:close/>
                  <a:moveTo>
                    <a:pt x="1800" y="1000"/>
                  </a:moveTo>
                  <a:lnTo>
                    <a:pt x="1800" y="1124"/>
                  </a:lnTo>
                  <a:lnTo>
                    <a:pt x="1924" y="1124"/>
                  </a:lnTo>
                  <a:lnTo>
                    <a:pt x="1924" y="1000"/>
                  </a:lnTo>
                  <a:close/>
                  <a:moveTo>
                    <a:pt x="1200" y="900"/>
                  </a:moveTo>
                  <a:lnTo>
                    <a:pt x="1200" y="1024"/>
                  </a:lnTo>
                  <a:lnTo>
                    <a:pt x="1424" y="1024"/>
                  </a:lnTo>
                  <a:lnTo>
                    <a:pt x="1424" y="900"/>
                  </a:lnTo>
                  <a:close/>
                  <a:moveTo>
                    <a:pt x="400" y="700"/>
                  </a:moveTo>
                  <a:lnTo>
                    <a:pt x="4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1000" y="500"/>
                  </a:moveTo>
                  <a:lnTo>
                    <a:pt x="1000" y="624"/>
                  </a:lnTo>
                  <a:lnTo>
                    <a:pt x="1074" y="624"/>
                  </a:lnTo>
                  <a:lnTo>
                    <a:pt x="1100" y="724"/>
                  </a:lnTo>
                  <a:lnTo>
                    <a:pt x="1224" y="724"/>
                  </a:lnTo>
                  <a:lnTo>
                    <a:pt x="1224" y="650"/>
                  </a:lnTo>
                  <a:lnTo>
                    <a:pt x="1324" y="624"/>
                  </a:lnTo>
                  <a:lnTo>
                    <a:pt x="1324" y="500"/>
                  </a:lnTo>
                  <a:close/>
                  <a:moveTo>
                    <a:pt x="700" y="400"/>
                  </a:moveTo>
                  <a:lnTo>
                    <a:pt x="700" y="524"/>
                  </a:lnTo>
                  <a:lnTo>
                    <a:pt x="774" y="524"/>
                  </a:lnTo>
                  <a:lnTo>
                    <a:pt x="800" y="624"/>
                  </a:lnTo>
                  <a:lnTo>
                    <a:pt x="924" y="624"/>
                  </a:lnTo>
                  <a:lnTo>
                    <a:pt x="924" y="500"/>
                  </a:lnTo>
                  <a:lnTo>
                    <a:pt x="850" y="500"/>
                  </a:lnTo>
                  <a:lnTo>
                    <a:pt x="824" y="40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524" y="124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8EE8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8" name="Frozen LLM snowflake color 11"/>
            <p:cNvSpPr/>
            <p:nvPr/>
          </p:nvSpPr>
          <p:spPr>
            <a:xfrm>
              <a:off x="16288939" y="3203875"/>
              <a:ext cx="93635" cy="38771"/>
            </a:xfrm>
            <a:custGeom>
              <a:avLst/>
              <a:gdLst/>
              <a:ahLst/>
              <a:cxnLst/>
              <a:rect l="l" t="t" r="r" b="b"/>
              <a:pathLst>
                <a:path w="1024" h="424">
                  <a:moveTo>
                    <a:pt x="200" y="300"/>
                  </a:moveTo>
                  <a:lnTo>
                    <a:pt x="200" y="424"/>
                  </a:lnTo>
                  <a:lnTo>
                    <a:pt x="324" y="424"/>
                  </a:lnTo>
                  <a:lnTo>
                    <a:pt x="324" y="300"/>
                  </a:lnTo>
                  <a:close/>
                  <a:moveTo>
                    <a:pt x="800" y="100"/>
                  </a:moveTo>
                  <a:lnTo>
                    <a:pt x="800" y="324"/>
                  </a:lnTo>
                  <a:lnTo>
                    <a:pt x="1024" y="324"/>
                  </a:lnTo>
                  <a:lnTo>
                    <a:pt x="1024" y="200"/>
                  </a:lnTo>
                  <a:lnTo>
                    <a:pt x="950" y="200"/>
                  </a:lnTo>
                  <a:lnTo>
                    <a:pt x="924" y="10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79B9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9" name="Frozen LLM snowflake color 12"/>
            <p:cNvSpPr/>
            <p:nvPr/>
          </p:nvSpPr>
          <p:spPr>
            <a:xfrm>
              <a:off x="16215787" y="3094147"/>
              <a:ext cx="249083" cy="249083"/>
            </a:xfrm>
            <a:custGeom>
              <a:avLst/>
              <a:gdLst/>
              <a:ahLst/>
              <a:cxnLst/>
              <a:rect l="l" t="t" r="r" b="b"/>
              <a:pathLst>
                <a:path w="2724" h="2724">
                  <a:moveTo>
                    <a:pt x="1600" y="2600"/>
                  </a:moveTo>
                  <a:lnTo>
                    <a:pt x="1600" y="2724"/>
                  </a:lnTo>
                  <a:lnTo>
                    <a:pt x="1724" y="2724"/>
                  </a:lnTo>
                  <a:lnTo>
                    <a:pt x="1724" y="2600"/>
                  </a:lnTo>
                  <a:close/>
                  <a:moveTo>
                    <a:pt x="1100" y="2500"/>
                  </a:moveTo>
                  <a:lnTo>
                    <a:pt x="1100" y="2624"/>
                  </a:lnTo>
                  <a:lnTo>
                    <a:pt x="1224" y="2624"/>
                  </a:lnTo>
                  <a:lnTo>
                    <a:pt x="1224" y="2500"/>
                  </a:lnTo>
                  <a:close/>
                  <a:moveTo>
                    <a:pt x="700" y="2400"/>
                  </a:moveTo>
                  <a:lnTo>
                    <a:pt x="700" y="2524"/>
                  </a:lnTo>
                  <a:lnTo>
                    <a:pt x="824" y="2524"/>
                  </a:lnTo>
                  <a:lnTo>
                    <a:pt x="824" y="2400"/>
                  </a:lnTo>
                  <a:close/>
                  <a:moveTo>
                    <a:pt x="1800" y="2300"/>
                  </a:moveTo>
                  <a:lnTo>
                    <a:pt x="1800" y="2424"/>
                  </a:lnTo>
                  <a:lnTo>
                    <a:pt x="1924" y="2424"/>
                  </a:lnTo>
                  <a:lnTo>
                    <a:pt x="1924" y="2300"/>
                  </a:lnTo>
                  <a:close/>
                  <a:moveTo>
                    <a:pt x="1400" y="2300"/>
                  </a:moveTo>
                  <a:lnTo>
                    <a:pt x="1400" y="2424"/>
                  </a:lnTo>
                  <a:lnTo>
                    <a:pt x="1524" y="2424"/>
                  </a:lnTo>
                  <a:lnTo>
                    <a:pt x="1524" y="2300"/>
                  </a:lnTo>
                  <a:close/>
                  <a:moveTo>
                    <a:pt x="400" y="2000"/>
                  </a:moveTo>
                  <a:lnTo>
                    <a:pt x="400" y="2124"/>
                  </a:lnTo>
                  <a:lnTo>
                    <a:pt x="474" y="2124"/>
                  </a:lnTo>
                  <a:lnTo>
                    <a:pt x="500" y="2224"/>
                  </a:lnTo>
                  <a:lnTo>
                    <a:pt x="724" y="2224"/>
                  </a:lnTo>
                  <a:lnTo>
                    <a:pt x="724" y="2100"/>
                  </a:lnTo>
                  <a:lnTo>
                    <a:pt x="550" y="2100"/>
                  </a:lnTo>
                  <a:lnTo>
                    <a:pt x="524" y="2000"/>
                  </a:lnTo>
                  <a:close/>
                  <a:moveTo>
                    <a:pt x="1300" y="1900"/>
                  </a:moveTo>
                  <a:lnTo>
                    <a:pt x="1300" y="2024"/>
                  </a:lnTo>
                  <a:lnTo>
                    <a:pt x="1424" y="2024"/>
                  </a:lnTo>
                  <a:lnTo>
                    <a:pt x="1424" y="1900"/>
                  </a:lnTo>
                  <a:close/>
                  <a:moveTo>
                    <a:pt x="500" y="1800"/>
                  </a:moveTo>
                  <a:lnTo>
                    <a:pt x="500" y="1924"/>
                  </a:lnTo>
                  <a:lnTo>
                    <a:pt x="624" y="1924"/>
                  </a:lnTo>
                  <a:lnTo>
                    <a:pt x="624" y="1800"/>
                  </a:lnTo>
                  <a:close/>
                  <a:moveTo>
                    <a:pt x="300" y="1700"/>
                  </a:moveTo>
                  <a:lnTo>
                    <a:pt x="300" y="1824"/>
                  </a:lnTo>
                  <a:lnTo>
                    <a:pt x="424" y="1824"/>
                  </a:lnTo>
                  <a:lnTo>
                    <a:pt x="424" y="1700"/>
                  </a:lnTo>
                  <a:close/>
                  <a:moveTo>
                    <a:pt x="900" y="1600"/>
                  </a:moveTo>
                  <a:lnTo>
                    <a:pt x="900" y="1824"/>
                  </a:lnTo>
                  <a:lnTo>
                    <a:pt x="1024" y="1824"/>
                  </a:lnTo>
                  <a:lnTo>
                    <a:pt x="1024" y="1600"/>
                  </a:lnTo>
                  <a:close/>
                  <a:moveTo>
                    <a:pt x="2400" y="1500"/>
                  </a:moveTo>
                  <a:lnTo>
                    <a:pt x="2400" y="1724"/>
                  </a:lnTo>
                  <a:lnTo>
                    <a:pt x="2724" y="1724"/>
                  </a:lnTo>
                  <a:lnTo>
                    <a:pt x="2724" y="1600"/>
                  </a:lnTo>
                  <a:lnTo>
                    <a:pt x="2550" y="1600"/>
                  </a:lnTo>
                  <a:lnTo>
                    <a:pt x="2524" y="1500"/>
                  </a:lnTo>
                  <a:close/>
                  <a:moveTo>
                    <a:pt x="1300" y="1500"/>
                  </a:moveTo>
                  <a:lnTo>
                    <a:pt x="1300" y="1624"/>
                  </a:lnTo>
                  <a:lnTo>
                    <a:pt x="1424" y="1624"/>
                  </a:lnTo>
                  <a:lnTo>
                    <a:pt x="1424" y="15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300" y="1200"/>
                  </a:moveTo>
                  <a:lnTo>
                    <a:pt x="300" y="1324"/>
                  </a:lnTo>
                  <a:lnTo>
                    <a:pt x="424" y="1324"/>
                  </a:lnTo>
                  <a:lnTo>
                    <a:pt x="424" y="1200"/>
                  </a:lnTo>
                  <a:close/>
                  <a:moveTo>
                    <a:pt x="700" y="1100"/>
                  </a:moveTo>
                  <a:lnTo>
                    <a:pt x="700" y="1224"/>
                  </a:lnTo>
                  <a:lnTo>
                    <a:pt x="824" y="1224"/>
                  </a:lnTo>
                  <a:lnTo>
                    <a:pt x="824" y="1100"/>
                  </a:lnTo>
                  <a:close/>
                  <a:moveTo>
                    <a:pt x="1100" y="800"/>
                  </a:moveTo>
                  <a:lnTo>
                    <a:pt x="1100" y="924"/>
                  </a:lnTo>
                  <a:lnTo>
                    <a:pt x="1224" y="924"/>
                  </a:lnTo>
                  <a:lnTo>
                    <a:pt x="1224" y="800"/>
                  </a:lnTo>
                  <a:close/>
                  <a:moveTo>
                    <a:pt x="100" y="800"/>
                  </a:moveTo>
                  <a:lnTo>
                    <a:pt x="100" y="874"/>
                  </a:lnTo>
                  <a:lnTo>
                    <a:pt x="0" y="900"/>
                  </a:lnTo>
                  <a:lnTo>
                    <a:pt x="0" y="1024"/>
                  </a:lnTo>
                  <a:lnTo>
                    <a:pt x="224" y="1024"/>
                  </a:lnTo>
                  <a:lnTo>
                    <a:pt x="224" y="800"/>
                  </a:lnTo>
                  <a:close/>
                  <a:moveTo>
                    <a:pt x="2200" y="600"/>
                  </a:moveTo>
                  <a:lnTo>
                    <a:pt x="2200" y="724"/>
                  </a:lnTo>
                  <a:lnTo>
                    <a:pt x="2324" y="724"/>
                  </a:lnTo>
                  <a:lnTo>
                    <a:pt x="2324" y="600"/>
                  </a:lnTo>
                  <a:close/>
                  <a:moveTo>
                    <a:pt x="1900" y="400"/>
                  </a:moveTo>
                  <a:lnTo>
                    <a:pt x="1900" y="524"/>
                  </a:lnTo>
                  <a:lnTo>
                    <a:pt x="2024" y="524"/>
                  </a:lnTo>
                  <a:lnTo>
                    <a:pt x="2024" y="400"/>
                  </a:lnTo>
                  <a:close/>
                  <a:moveTo>
                    <a:pt x="800" y="400"/>
                  </a:moveTo>
                  <a:lnTo>
                    <a:pt x="800" y="524"/>
                  </a:lnTo>
                  <a:lnTo>
                    <a:pt x="924" y="524"/>
                  </a:lnTo>
                  <a:lnTo>
                    <a:pt x="924" y="400"/>
                  </a:lnTo>
                  <a:close/>
                  <a:moveTo>
                    <a:pt x="800" y="200"/>
                  </a:moveTo>
                  <a:lnTo>
                    <a:pt x="800" y="324"/>
                  </a:lnTo>
                  <a:lnTo>
                    <a:pt x="924" y="324"/>
                  </a:lnTo>
                  <a:lnTo>
                    <a:pt x="924" y="200"/>
                  </a:lnTo>
                  <a:close/>
                  <a:moveTo>
                    <a:pt x="500" y="200"/>
                  </a:moveTo>
                  <a:lnTo>
                    <a:pt x="500" y="324"/>
                  </a:lnTo>
                  <a:lnTo>
                    <a:pt x="624" y="324"/>
                  </a:lnTo>
                  <a:lnTo>
                    <a:pt x="624" y="20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9AD7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0" name="Frozen LLM snowflake color 13"/>
            <p:cNvSpPr/>
            <p:nvPr/>
          </p:nvSpPr>
          <p:spPr>
            <a:xfrm>
              <a:off x="16234075" y="3094147"/>
              <a:ext cx="230795" cy="230795"/>
            </a:xfrm>
            <a:custGeom>
              <a:avLst/>
              <a:gdLst/>
              <a:ahLst/>
              <a:cxnLst/>
              <a:rect l="l" t="t" r="r" b="b"/>
              <a:pathLst>
                <a:path w="2524" h="2524">
                  <a:moveTo>
                    <a:pt x="1100" y="2400"/>
                  </a:moveTo>
                  <a:lnTo>
                    <a:pt x="1100" y="2524"/>
                  </a:lnTo>
                  <a:lnTo>
                    <a:pt x="1224" y="2524"/>
                  </a:lnTo>
                  <a:lnTo>
                    <a:pt x="1224" y="2400"/>
                  </a:lnTo>
                  <a:close/>
                  <a:moveTo>
                    <a:pt x="1700" y="2100"/>
                  </a:moveTo>
                  <a:lnTo>
                    <a:pt x="1700" y="2224"/>
                  </a:lnTo>
                  <a:lnTo>
                    <a:pt x="1824" y="2224"/>
                  </a:lnTo>
                  <a:lnTo>
                    <a:pt x="1824" y="2100"/>
                  </a:lnTo>
                  <a:close/>
                  <a:moveTo>
                    <a:pt x="224" y="2100"/>
                  </a:moveTo>
                  <a:lnTo>
                    <a:pt x="100" y="2100"/>
                  </a:lnTo>
                  <a:lnTo>
                    <a:pt x="100" y="2174"/>
                  </a:lnTo>
                  <a:lnTo>
                    <a:pt x="0" y="2200"/>
                  </a:lnTo>
                  <a:lnTo>
                    <a:pt x="0" y="2324"/>
                  </a:lnTo>
                  <a:lnTo>
                    <a:pt x="124" y="2324"/>
                  </a:lnTo>
                  <a:lnTo>
                    <a:pt x="124" y="2250"/>
                  </a:lnTo>
                  <a:lnTo>
                    <a:pt x="224" y="2224"/>
                  </a:lnTo>
                  <a:close/>
                  <a:moveTo>
                    <a:pt x="1100" y="2224"/>
                  </a:moveTo>
                  <a:lnTo>
                    <a:pt x="1324" y="2224"/>
                  </a:lnTo>
                  <a:lnTo>
                    <a:pt x="1350" y="2124"/>
                  </a:lnTo>
                  <a:lnTo>
                    <a:pt x="1524" y="2124"/>
                  </a:lnTo>
                  <a:lnTo>
                    <a:pt x="1524" y="2000"/>
                  </a:lnTo>
                  <a:lnTo>
                    <a:pt x="1350" y="2000"/>
                  </a:lnTo>
                  <a:lnTo>
                    <a:pt x="1324" y="1900"/>
                  </a:lnTo>
                  <a:lnTo>
                    <a:pt x="1200" y="1900"/>
                  </a:lnTo>
                  <a:lnTo>
                    <a:pt x="1200" y="2074"/>
                  </a:lnTo>
                  <a:lnTo>
                    <a:pt x="1100" y="2100"/>
                  </a:lnTo>
                  <a:close/>
                  <a:moveTo>
                    <a:pt x="724" y="1800"/>
                  </a:moveTo>
                  <a:lnTo>
                    <a:pt x="600" y="1800"/>
                  </a:lnTo>
                  <a:lnTo>
                    <a:pt x="600" y="1874"/>
                  </a:lnTo>
                  <a:lnTo>
                    <a:pt x="500" y="1900"/>
                  </a:lnTo>
                  <a:lnTo>
                    <a:pt x="500" y="2024"/>
                  </a:lnTo>
                  <a:lnTo>
                    <a:pt x="624" y="2024"/>
                  </a:lnTo>
                  <a:lnTo>
                    <a:pt x="624" y="1950"/>
                  </a:lnTo>
                  <a:lnTo>
                    <a:pt x="724" y="1924"/>
                  </a:lnTo>
                  <a:close/>
                  <a:moveTo>
                    <a:pt x="2100" y="1700"/>
                  </a:moveTo>
                  <a:lnTo>
                    <a:pt x="2100" y="2024"/>
                  </a:lnTo>
                  <a:lnTo>
                    <a:pt x="2224" y="2024"/>
                  </a:lnTo>
                  <a:lnTo>
                    <a:pt x="2224" y="1700"/>
                  </a:lnTo>
                  <a:close/>
                  <a:moveTo>
                    <a:pt x="300" y="1700"/>
                  </a:moveTo>
                  <a:lnTo>
                    <a:pt x="300" y="1824"/>
                  </a:lnTo>
                  <a:lnTo>
                    <a:pt x="524" y="1824"/>
                  </a:lnTo>
                  <a:lnTo>
                    <a:pt x="524" y="1700"/>
                  </a:lnTo>
                  <a:close/>
                  <a:moveTo>
                    <a:pt x="1800" y="1600"/>
                  </a:moveTo>
                  <a:lnTo>
                    <a:pt x="1800" y="1724"/>
                  </a:lnTo>
                  <a:lnTo>
                    <a:pt x="1924" y="1724"/>
                  </a:lnTo>
                  <a:lnTo>
                    <a:pt x="1924" y="1600"/>
                  </a:lnTo>
                  <a:close/>
                  <a:moveTo>
                    <a:pt x="2400" y="1500"/>
                  </a:moveTo>
                  <a:lnTo>
                    <a:pt x="2400" y="1624"/>
                  </a:lnTo>
                  <a:lnTo>
                    <a:pt x="2524" y="1624"/>
                  </a:lnTo>
                  <a:lnTo>
                    <a:pt x="2524" y="1500"/>
                  </a:lnTo>
                  <a:close/>
                  <a:moveTo>
                    <a:pt x="800" y="1200"/>
                  </a:moveTo>
                  <a:lnTo>
                    <a:pt x="800" y="1324"/>
                  </a:lnTo>
                  <a:lnTo>
                    <a:pt x="924" y="1324"/>
                  </a:lnTo>
                  <a:lnTo>
                    <a:pt x="924" y="1200"/>
                  </a:lnTo>
                  <a:close/>
                  <a:moveTo>
                    <a:pt x="1600" y="800"/>
                  </a:moveTo>
                  <a:lnTo>
                    <a:pt x="1600" y="924"/>
                  </a:lnTo>
                  <a:lnTo>
                    <a:pt x="1724" y="924"/>
                  </a:lnTo>
                  <a:lnTo>
                    <a:pt x="1724" y="800"/>
                  </a:lnTo>
                  <a:close/>
                  <a:moveTo>
                    <a:pt x="2200" y="600"/>
                  </a:moveTo>
                  <a:lnTo>
                    <a:pt x="2200" y="724"/>
                  </a:lnTo>
                  <a:lnTo>
                    <a:pt x="2324" y="724"/>
                  </a:lnTo>
                  <a:lnTo>
                    <a:pt x="2324" y="600"/>
                  </a:lnTo>
                  <a:close/>
                  <a:moveTo>
                    <a:pt x="2000" y="300"/>
                  </a:moveTo>
                  <a:lnTo>
                    <a:pt x="2000" y="424"/>
                  </a:lnTo>
                  <a:lnTo>
                    <a:pt x="2124" y="424"/>
                  </a:lnTo>
                  <a:lnTo>
                    <a:pt x="2124" y="300"/>
                  </a:lnTo>
                  <a:close/>
                  <a:moveTo>
                    <a:pt x="1700" y="200"/>
                  </a:moveTo>
                  <a:lnTo>
                    <a:pt x="1700" y="324"/>
                  </a:lnTo>
                  <a:lnTo>
                    <a:pt x="1824" y="324"/>
                  </a:lnTo>
                  <a:lnTo>
                    <a:pt x="1824" y="200"/>
                  </a:lnTo>
                  <a:close/>
                  <a:moveTo>
                    <a:pt x="1500" y="200"/>
                  </a:moveTo>
                  <a:lnTo>
                    <a:pt x="1500" y="324"/>
                  </a:lnTo>
                  <a:lnTo>
                    <a:pt x="1624" y="324"/>
                  </a:lnTo>
                  <a:lnTo>
                    <a:pt x="1624" y="200"/>
                  </a:lnTo>
                  <a:close/>
                  <a:moveTo>
                    <a:pt x="700" y="100"/>
                  </a:moveTo>
                  <a:lnTo>
                    <a:pt x="700" y="224"/>
                  </a:lnTo>
                  <a:lnTo>
                    <a:pt x="824" y="224"/>
                  </a:lnTo>
                  <a:lnTo>
                    <a:pt x="824" y="10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C2D6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1" name="Frozen LLM snowflake color 14"/>
            <p:cNvSpPr/>
            <p:nvPr/>
          </p:nvSpPr>
          <p:spPr>
            <a:xfrm>
              <a:off x="16215787" y="3085003"/>
              <a:ext cx="239939" cy="239939"/>
            </a:xfrm>
            <a:custGeom>
              <a:avLst/>
              <a:gdLst/>
              <a:ahLst/>
              <a:cxnLst/>
              <a:rect l="l" t="t" r="r" b="b"/>
              <a:pathLst>
                <a:path w="2624" h="2624">
                  <a:moveTo>
                    <a:pt x="1200" y="2500"/>
                  </a:moveTo>
                  <a:lnTo>
                    <a:pt x="1200" y="2624"/>
                  </a:lnTo>
                  <a:lnTo>
                    <a:pt x="1324" y="2624"/>
                  </a:lnTo>
                  <a:lnTo>
                    <a:pt x="1324" y="2500"/>
                  </a:lnTo>
                  <a:close/>
                  <a:moveTo>
                    <a:pt x="700" y="2400"/>
                  </a:moveTo>
                  <a:lnTo>
                    <a:pt x="700" y="2524"/>
                  </a:lnTo>
                  <a:lnTo>
                    <a:pt x="824" y="2524"/>
                  </a:lnTo>
                  <a:lnTo>
                    <a:pt x="824" y="2400"/>
                  </a:lnTo>
                  <a:close/>
                  <a:moveTo>
                    <a:pt x="1900" y="2300"/>
                  </a:moveTo>
                  <a:lnTo>
                    <a:pt x="1900" y="2424"/>
                  </a:lnTo>
                  <a:lnTo>
                    <a:pt x="2024" y="2424"/>
                  </a:lnTo>
                  <a:lnTo>
                    <a:pt x="2024" y="2300"/>
                  </a:lnTo>
                  <a:close/>
                  <a:moveTo>
                    <a:pt x="1600" y="2300"/>
                  </a:moveTo>
                  <a:lnTo>
                    <a:pt x="1600" y="2524"/>
                  </a:lnTo>
                  <a:lnTo>
                    <a:pt x="1724" y="2524"/>
                  </a:lnTo>
                  <a:lnTo>
                    <a:pt x="1724" y="2300"/>
                  </a:lnTo>
                  <a:close/>
                  <a:moveTo>
                    <a:pt x="1200" y="2300"/>
                  </a:moveTo>
                  <a:lnTo>
                    <a:pt x="1200" y="2424"/>
                  </a:lnTo>
                  <a:lnTo>
                    <a:pt x="1324" y="2424"/>
                  </a:lnTo>
                  <a:lnTo>
                    <a:pt x="1324" y="2300"/>
                  </a:lnTo>
                  <a:close/>
                  <a:moveTo>
                    <a:pt x="1500" y="2000"/>
                  </a:moveTo>
                  <a:lnTo>
                    <a:pt x="1500" y="2124"/>
                  </a:lnTo>
                  <a:lnTo>
                    <a:pt x="1624" y="2124"/>
                  </a:lnTo>
                  <a:lnTo>
                    <a:pt x="1624" y="2000"/>
                  </a:lnTo>
                  <a:close/>
                  <a:moveTo>
                    <a:pt x="100" y="1800"/>
                  </a:moveTo>
                  <a:lnTo>
                    <a:pt x="100" y="1924"/>
                  </a:lnTo>
                  <a:lnTo>
                    <a:pt x="324" y="1924"/>
                  </a:lnTo>
                  <a:lnTo>
                    <a:pt x="324" y="1800"/>
                  </a:lnTo>
                  <a:close/>
                  <a:moveTo>
                    <a:pt x="2200" y="1700"/>
                  </a:moveTo>
                  <a:lnTo>
                    <a:pt x="2200" y="1824"/>
                  </a:lnTo>
                  <a:lnTo>
                    <a:pt x="2324" y="1824"/>
                  </a:lnTo>
                  <a:lnTo>
                    <a:pt x="2324" y="1700"/>
                  </a:lnTo>
                  <a:close/>
                  <a:moveTo>
                    <a:pt x="1400" y="1500"/>
                  </a:moveTo>
                  <a:lnTo>
                    <a:pt x="1400" y="1624"/>
                  </a:lnTo>
                  <a:lnTo>
                    <a:pt x="1524" y="1624"/>
                  </a:lnTo>
                  <a:lnTo>
                    <a:pt x="1524" y="1500"/>
                  </a:lnTo>
                  <a:close/>
                  <a:moveTo>
                    <a:pt x="1024" y="1500"/>
                  </a:moveTo>
                  <a:lnTo>
                    <a:pt x="900" y="1500"/>
                  </a:lnTo>
                  <a:lnTo>
                    <a:pt x="900" y="1574"/>
                  </a:lnTo>
                  <a:lnTo>
                    <a:pt x="800" y="1600"/>
                  </a:lnTo>
                  <a:lnTo>
                    <a:pt x="800" y="1774"/>
                  </a:lnTo>
                  <a:lnTo>
                    <a:pt x="700" y="1800"/>
                  </a:lnTo>
                  <a:lnTo>
                    <a:pt x="700" y="1874"/>
                  </a:lnTo>
                  <a:lnTo>
                    <a:pt x="600" y="1900"/>
                  </a:lnTo>
                  <a:lnTo>
                    <a:pt x="574" y="2000"/>
                  </a:lnTo>
                  <a:lnTo>
                    <a:pt x="500" y="2000"/>
                  </a:lnTo>
                  <a:lnTo>
                    <a:pt x="500" y="2124"/>
                  </a:lnTo>
                  <a:lnTo>
                    <a:pt x="574" y="2124"/>
                  </a:lnTo>
                  <a:lnTo>
                    <a:pt x="600" y="2224"/>
                  </a:lnTo>
                  <a:lnTo>
                    <a:pt x="724" y="2224"/>
                  </a:lnTo>
                  <a:lnTo>
                    <a:pt x="724" y="2100"/>
                  </a:lnTo>
                  <a:lnTo>
                    <a:pt x="650" y="2100"/>
                  </a:lnTo>
                  <a:lnTo>
                    <a:pt x="624" y="2050"/>
                  </a:lnTo>
                  <a:lnTo>
                    <a:pt x="724" y="2024"/>
                  </a:lnTo>
                  <a:lnTo>
                    <a:pt x="750" y="1924"/>
                  </a:lnTo>
                  <a:lnTo>
                    <a:pt x="924" y="1924"/>
                  </a:lnTo>
                  <a:lnTo>
                    <a:pt x="924" y="1650"/>
                  </a:lnTo>
                  <a:lnTo>
                    <a:pt x="1024" y="1624"/>
                  </a:lnTo>
                  <a:close/>
                  <a:moveTo>
                    <a:pt x="1900" y="1400"/>
                  </a:moveTo>
                  <a:lnTo>
                    <a:pt x="1900" y="1624"/>
                  </a:lnTo>
                  <a:lnTo>
                    <a:pt x="2024" y="1624"/>
                  </a:lnTo>
                  <a:lnTo>
                    <a:pt x="2024" y="14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224" y="1524"/>
                  </a:lnTo>
                  <a:lnTo>
                    <a:pt x="224" y="1400"/>
                  </a:lnTo>
                  <a:close/>
                  <a:moveTo>
                    <a:pt x="2400" y="1200"/>
                  </a:moveTo>
                  <a:lnTo>
                    <a:pt x="2400" y="1324"/>
                  </a:lnTo>
                  <a:lnTo>
                    <a:pt x="2624" y="1324"/>
                  </a:lnTo>
                  <a:lnTo>
                    <a:pt x="2624" y="1200"/>
                  </a:lnTo>
                  <a:close/>
                  <a:moveTo>
                    <a:pt x="1300" y="1000"/>
                  </a:moveTo>
                  <a:lnTo>
                    <a:pt x="1300" y="1124"/>
                  </a:lnTo>
                  <a:lnTo>
                    <a:pt x="1374" y="1124"/>
                  </a:lnTo>
                  <a:lnTo>
                    <a:pt x="1400" y="1224"/>
                  </a:lnTo>
                  <a:lnTo>
                    <a:pt x="1500" y="1250"/>
                  </a:lnTo>
                  <a:lnTo>
                    <a:pt x="1500" y="1424"/>
                  </a:lnTo>
                  <a:lnTo>
                    <a:pt x="1624" y="1424"/>
                  </a:lnTo>
                  <a:lnTo>
                    <a:pt x="1624" y="1200"/>
                  </a:lnTo>
                  <a:lnTo>
                    <a:pt x="1550" y="1200"/>
                  </a:lnTo>
                  <a:lnTo>
                    <a:pt x="1524" y="1100"/>
                  </a:lnTo>
                  <a:lnTo>
                    <a:pt x="1424" y="1074"/>
                  </a:lnTo>
                  <a:lnTo>
                    <a:pt x="1424" y="1000"/>
                  </a:lnTo>
                  <a:close/>
                  <a:moveTo>
                    <a:pt x="1000" y="1000"/>
                  </a:moveTo>
                  <a:lnTo>
                    <a:pt x="1000" y="1224"/>
                  </a:lnTo>
                  <a:lnTo>
                    <a:pt x="1224" y="1224"/>
                  </a:lnTo>
                  <a:lnTo>
                    <a:pt x="1224" y="1100"/>
                  </a:lnTo>
                  <a:lnTo>
                    <a:pt x="1150" y="1100"/>
                  </a:lnTo>
                  <a:lnTo>
                    <a:pt x="1124" y="1000"/>
                  </a:lnTo>
                  <a:close/>
                  <a:moveTo>
                    <a:pt x="300" y="1000"/>
                  </a:moveTo>
                  <a:lnTo>
                    <a:pt x="300" y="1224"/>
                  </a:lnTo>
                  <a:lnTo>
                    <a:pt x="374" y="1224"/>
                  </a:lnTo>
                  <a:lnTo>
                    <a:pt x="400" y="1324"/>
                  </a:lnTo>
                  <a:lnTo>
                    <a:pt x="624" y="1324"/>
                  </a:lnTo>
                  <a:lnTo>
                    <a:pt x="624" y="1200"/>
                  </a:lnTo>
                  <a:lnTo>
                    <a:pt x="450" y="1200"/>
                  </a:lnTo>
                  <a:lnTo>
                    <a:pt x="424" y="1174"/>
                  </a:lnTo>
                  <a:lnTo>
                    <a:pt x="424" y="1000"/>
                  </a:lnTo>
                  <a:close/>
                  <a:moveTo>
                    <a:pt x="500" y="900"/>
                  </a:moveTo>
                  <a:lnTo>
                    <a:pt x="500" y="1124"/>
                  </a:lnTo>
                  <a:lnTo>
                    <a:pt x="924" y="1124"/>
                  </a:lnTo>
                  <a:lnTo>
                    <a:pt x="924" y="1000"/>
                  </a:lnTo>
                  <a:lnTo>
                    <a:pt x="650" y="1000"/>
                  </a:lnTo>
                  <a:lnTo>
                    <a:pt x="624" y="900"/>
                  </a:lnTo>
                  <a:close/>
                  <a:moveTo>
                    <a:pt x="2300" y="800"/>
                  </a:moveTo>
                  <a:lnTo>
                    <a:pt x="2300" y="924"/>
                  </a:lnTo>
                  <a:lnTo>
                    <a:pt x="2424" y="924"/>
                  </a:lnTo>
                  <a:lnTo>
                    <a:pt x="2424" y="800"/>
                  </a:lnTo>
                  <a:close/>
                  <a:moveTo>
                    <a:pt x="1000" y="700"/>
                  </a:moveTo>
                  <a:lnTo>
                    <a:pt x="1000" y="824"/>
                  </a:lnTo>
                  <a:lnTo>
                    <a:pt x="1124" y="824"/>
                  </a:lnTo>
                  <a:lnTo>
                    <a:pt x="1124" y="700"/>
                  </a:lnTo>
                  <a:close/>
                  <a:moveTo>
                    <a:pt x="1600" y="800"/>
                  </a:moveTo>
                  <a:lnTo>
                    <a:pt x="1600" y="924"/>
                  </a:lnTo>
                  <a:lnTo>
                    <a:pt x="1674" y="924"/>
                  </a:lnTo>
                  <a:lnTo>
                    <a:pt x="1700" y="1024"/>
                  </a:lnTo>
                  <a:lnTo>
                    <a:pt x="1824" y="1024"/>
                  </a:lnTo>
                  <a:lnTo>
                    <a:pt x="1824" y="950"/>
                  </a:lnTo>
                  <a:lnTo>
                    <a:pt x="1924" y="924"/>
                  </a:lnTo>
                  <a:lnTo>
                    <a:pt x="1950" y="824"/>
                  </a:lnTo>
                  <a:lnTo>
                    <a:pt x="2000" y="850"/>
                  </a:lnTo>
                  <a:lnTo>
                    <a:pt x="2000" y="924"/>
                  </a:lnTo>
                  <a:lnTo>
                    <a:pt x="2124" y="924"/>
                  </a:lnTo>
                  <a:lnTo>
                    <a:pt x="2124" y="800"/>
                  </a:lnTo>
                  <a:lnTo>
                    <a:pt x="2024" y="774"/>
                  </a:lnTo>
                  <a:lnTo>
                    <a:pt x="2050" y="724"/>
                  </a:lnTo>
                  <a:lnTo>
                    <a:pt x="2124" y="724"/>
                  </a:lnTo>
                  <a:lnTo>
                    <a:pt x="2124" y="600"/>
                  </a:lnTo>
                  <a:lnTo>
                    <a:pt x="2000" y="600"/>
                  </a:lnTo>
                  <a:lnTo>
                    <a:pt x="1974" y="700"/>
                  </a:lnTo>
                  <a:lnTo>
                    <a:pt x="1924" y="674"/>
                  </a:lnTo>
                  <a:lnTo>
                    <a:pt x="1924" y="600"/>
                  </a:lnTo>
                  <a:lnTo>
                    <a:pt x="1800" y="600"/>
                  </a:lnTo>
                  <a:lnTo>
                    <a:pt x="1800" y="724"/>
                  </a:lnTo>
                  <a:lnTo>
                    <a:pt x="1874" y="724"/>
                  </a:lnTo>
                  <a:lnTo>
                    <a:pt x="1900" y="774"/>
                  </a:lnTo>
                  <a:lnTo>
                    <a:pt x="1874" y="800"/>
                  </a:lnTo>
                  <a:close/>
                  <a:moveTo>
                    <a:pt x="200" y="600"/>
                  </a:moveTo>
                  <a:lnTo>
                    <a:pt x="200" y="724"/>
                  </a:lnTo>
                  <a:lnTo>
                    <a:pt x="424" y="724"/>
                  </a:lnTo>
                  <a:lnTo>
                    <a:pt x="424" y="600"/>
                  </a:lnTo>
                  <a:close/>
                  <a:moveTo>
                    <a:pt x="900" y="500"/>
                  </a:moveTo>
                  <a:lnTo>
                    <a:pt x="900" y="624"/>
                  </a:lnTo>
                  <a:lnTo>
                    <a:pt x="1024" y="624"/>
                  </a:lnTo>
                  <a:lnTo>
                    <a:pt x="1024" y="500"/>
                  </a:lnTo>
                  <a:close/>
                  <a:moveTo>
                    <a:pt x="1200" y="400"/>
                  </a:moveTo>
                  <a:lnTo>
                    <a:pt x="1200" y="524"/>
                  </a:lnTo>
                  <a:lnTo>
                    <a:pt x="1324" y="524"/>
                  </a:lnTo>
                  <a:lnTo>
                    <a:pt x="1324" y="400"/>
                  </a:lnTo>
                  <a:close/>
                  <a:moveTo>
                    <a:pt x="2100" y="300"/>
                  </a:moveTo>
                  <a:lnTo>
                    <a:pt x="2100" y="424"/>
                  </a:lnTo>
                  <a:lnTo>
                    <a:pt x="2324" y="424"/>
                  </a:lnTo>
                  <a:lnTo>
                    <a:pt x="2324" y="300"/>
                  </a:lnTo>
                  <a:close/>
                  <a:moveTo>
                    <a:pt x="1000" y="3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300"/>
                  </a:lnTo>
                  <a:close/>
                  <a:moveTo>
                    <a:pt x="500" y="200"/>
                  </a:moveTo>
                  <a:lnTo>
                    <a:pt x="500" y="324"/>
                  </a:lnTo>
                  <a:lnTo>
                    <a:pt x="574" y="324"/>
                  </a:lnTo>
                  <a:lnTo>
                    <a:pt x="600" y="424"/>
                  </a:lnTo>
                  <a:lnTo>
                    <a:pt x="724" y="424"/>
                  </a:lnTo>
                  <a:lnTo>
                    <a:pt x="724" y="300"/>
                  </a:lnTo>
                  <a:lnTo>
                    <a:pt x="650" y="300"/>
                  </a:lnTo>
                  <a:lnTo>
                    <a:pt x="624" y="200"/>
                  </a:lnTo>
                  <a:close/>
                  <a:moveTo>
                    <a:pt x="1800" y="100"/>
                  </a:moveTo>
                  <a:lnTo>
                    <a:pt x="1800" y="324"/>
                  </a:lnTo>
                  <a:lnTo>
                    <a:pt x="1924" y="324"/>
                  </a:lnTo>
                  <a:lnTo>
                    <a:pt x="1924" y="10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BD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2" name="Frozen LLM snowflake color 15"/>
            <p:cNvSpPr/>
            <p:nvPr/>
          </p:nvSpPr>
          <p:spPr>
            <a:xfrm>
              <a:off x="16252363" y="3121579"/>
              <a:ext cx="185075" cy="194219"/>
            </a:xfrm>
            <a:custGeom>
              <a:avLst/>
              <a:gdLst/>
              <a:ahLst/>
              <a:cxnLst/>
              <a:rect l="l" t="t" r="r" b="b"/>
              <a:pathLst>
                <a:path w="2024" h="2124">
                  <a:moveTo>
                    <a:pt x="1500" y="2000"/>
                  </a:moveTo>
                  <a:lnTo>
                    <a:pt x="1500" y="2124"/>
                  </a:lnTo>
                  <a:lnTo>
                    <a:pt x="1624" y="2124"/>
                  </a:lnTo>
                  <a:lnTo>
                    <a:pt x="1624" y="2000"/>
                  </a:lnTo>
                  <a:close/>
                  <a:moveTo>
                    <a:pt x="900" y="1900"/>
                  </a:moveTo>
                  <a:lnTo>
                    <a:pt x="900" y="2024"/>
                  </a:lnTo>
                  <a:lnTo>
                    <a:pt x="1024" y="2024"/>
                  </a:lnTo>
                  <a:lnTo>
                    <a:pt x="1024" y="1900"/>
                  </a:lnTo>
                  <a:close/>
                  <a:moveTo>
                    <a:pt x="1300" y="1800"/>
                  </a:moveTo>
                  <a:lnTo>
                    <a:pt x="1300" y="1924"/>
                  </a:lnTo>
                  <a:lnTo>
                    <a:pt x="1424" y="1924"/>
                  </a:lnTo>
                  <a:lnTo>
                    <a:pt x="1424" y="1800"/>
                  </a:lnTo>
                  <a:close/>
                  <a:moveTo>
                    <a:pt x="1900" y="1700"/>
                  </a:moveTo>
                  <a:lnTo>
                    <a:pt x="1900" y="1824"/>
                  </a:lnTo>
                  <a:lnTo>
                    <a:pt x="2024" y="1824"/>
                  </a:lnTo>
                  <a:lnTo>
                    <a:pt x="2024" y="1700"/>
                  </a:lnTo>
                  <a:close/>
                  <a:moveTo>
                    <a:pt x="1224" y="1200"/>
                  </a:moveTo>
                  <a:lnTo>
                    <a:pt x="1100" y="1200"/>
                  </a:lnTo>
                  <a:lnTo>
                    <a:pt x="1100" y="1374"/>
                  </a:lnTo>
                  <a:lnTo>
                    <a:pt x="1074" y="1400"/>
                  </a:lnTo>
                  <a:lnTo>
                    <a:pt x="1024" y="1374"/>
                  </a:lnTo>
                  <a:lnTo>
                    <a:pt x="1024" y="1300"/>
                  </a:lnTo>
                  <a:lnTo>
                    <a:pt x="900" y="1300"/>
                  </a:lnTo>
                  <a:lnTo>
                    <a:pt x="900" y="1424"/>
                  </a:lnTo>
                  <a:lnTo>
                    <a:pt x="1000" y="1450"/>
                  </a:lnTo>
                  <a:lnTo>
                    <a:pt x="974" y="1500"/>
                  </a:lnTo>
                  <a:lnTo>
                    <a:pt x="900" y="1500"/>
                  </a:lnTo>
                  <a:lnTo>
                    <a:pt x="900" y="1624"/>
                  </a:lnTo>
                  <a:lnTo>
                    <a:pt x="1024" y="1624"/>
                  </a:lnTo>
                  <a:lnTo>
                    <a:pt x="1024" y="1550"/>
                  </a:lnTo>
                  <a:lnTo>
                    <a:pt x="1124" y="1524"/>
                  </a:lnTo>
                  <a:lnTo>
                    <a:pt x="1150" y="1424"/>
                  </a:lnTo>
                  <a:lnTo>
                    <a:pt x="1224" y="1424"/>
                  </a:lnTo>
                  <a:close/>
                  <a:moveTo>
                    <a:pt x="500" y="900"/>
                  </a:moveTo>
                  <a:lnTo>
                    <a:pt x="500" y="1024"/>
                  </a:lnTo>
                  <a:lnTo>
                    <a:pt x="624" y="1024"/>
                  </a:lnTo>
                  <a:lnTo>
                    <a:pt x="624" y="900"/>
                  </a:lnTo>
                  <a:close/>
                  <a:moveTo>
                    <a:pt x="1424" y="600"/>
                  </a:moveTo>
                  <a:lnTo>
                    <a:pt x="1300" y="600"/>
                  </a:lnTo>
                  <a:lnTo>
                    <a:pt x="1274" y="700"/>
                  </a:lnTo>
                  <a:lnTo>
                    <a:pt x="1100" y="700"/>
                  </a:lnTo>
                  <a:lnTo>
                    <a:pt x="1100" y="824"/>
                  </a:lnTo>
                  <a:lnTo>
                    <a:pt x="1324" y="824"/>
                  </a:lnTo>
                  <a:lnTo>
                    <a:pt x="1324" y="750"/>
                  </a:lnTo>
                  <a:lnTo>
                    <a:pt x="1424" y="724"/>
                  </a:lnTo>
                  <a:close/>
                  <a:moveTo>
                    <a:pt x="600" y="500"/>
                  </a:moveTo>
                  <a:lnTo>
                    <a:pt x="600" y="624"/>
                  </a:lnTo>
                  <a:lnTo>
                    <a:pt x="724" y="624"/>
                  </a:lnTo>
                  <a:lnTo>
                    <a:pt x="724" y="500"/>
                  </a:lnTo>
                  <a:close/>
                  <a:moveTo>
                    <a:pt x="0" y="400"/>
                  </a:moveTo>
                  <a:lnTo>
                    <a:pt x="0" y="524"/>
                  </a:lnTo>
                  <a:lnTo>
                    <a:pt x="124" y="524"/>
                  </a:lnTo>
                  <a:lnTo>
                    <a:pt x="124" y="40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8DC7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3" name="Frozen LLM snowflake color 16"/>
            <p:cNvSpPr/>
            <p:nvPr/>
          </p:nvSpPr>
          <p:spPr>
            <a:xfrm>
              <a:off x="16234075" y="3094147"/>
              <a:ext cx="221651" cy="203363"/>
            </a:xfrm>
            <a:custGeom>
              <a:avLst/>
              <a:gdLst/>
              <a:ahLst/>
              <a:cxnLst/>
              <a:rect l="l" t="t" r="r" b="b"/>
              <a:pathLst>
                <a:path w="2424" h="2224">
                  <a:moveTo>
                    <a:pt x="1400" y="2100"/>
                  </a:moveTo>
                  <a:lnTo>
                    <a:pt x="1400" y="2224"/>
                  </a:lnTo>
                  <a:lnTo>
                    <a:pt x="1524" y="2224"/>
                  </a:lnTo>
                  <a:lnTo>
                    <a:pt x="1524" y="2100"/>
                  </a:lnTo>
                  <a:close/>
                  <a:moveTo>
                    <a:pt x="324" y="1700"/>
                  </a:moveTo>
                  <a:lnTo>
                    <a:pt x="200" y="1700"/>
                  </a:lnTo>
                  <a:lnTo>
                    <a:pt x="200" y="1774"/>
                  </a:lnTo>
                  <a:lnTo>
                    <a:pt x="100" y="1800"/>
                  </a:lnTo>
                  <a:lnTo>
                    <a:pt x="100" y="1924"/>
                  </a:lnTo>
                  <a:lnTo>
                    <a:pt x="224" y="1924"/>
                  </a:lnTo>
                  <a:lnTo>
                    <a:pt x="224" y="1850"/>
                  </a:lnTo>
                  <a:lnTo>
                    <a:pt x="324" y="1824"/>
                  </a:lnTo>
                  <a:close/>
                  <a:moveTo>
                    <a:pt x="2224" y="1600"/>
                  </a:moveTo>
                  <a:lnTo>
                    <a:pt x="2100" y="1600"/>
                  </a:lnTo>
                  <a:lnTo>
                    <a:pt x="2100" y="1674"/>
                  </a:lnTo>
                  <a:lnTo>
                    <a:pt x="2000" y="1700"/>
                  </a:lnTo>
                  <a:lnTo>
                    <a:pt x="2000" y="1824"/>
                  </a:lnTo>
                  <a:lnTo>
                    <a:pt x="2124" y="1824"/>
                  </a:lnTo>
                  <a:lnTo>
                    <a:pt x="2124" y="1750"/>
                  </a:lnTo>
                  <a:lnTo>
                    <a:pt x="2224" y="1724"/>
                  </a:lnTo>
                  <a:close/>
                  <a:moveTo>
                    <a:pt x="1200" y="1600"/>
                  </a:moveTo>
                  <a:lnTo>
                    <a:pt x="1200" y="1724"/>
                  </a:lnTo>
                  <a:lnTo>
                    <a:pt x="1274" y="1724"/>
                  </a:lnTo>
                  <a:lnTo>
                    <a:pt x="1300" y="1824"/>
                  </a:lnTo>
                  <a:lnTo>
                    <a:pt x="1424" y="1824"/>
                  </a:lnTo>
                  <a:lnTo>
                    <a:pt x="1424" y="1700"/>
                  </a:lnTo>
                  <a:lnTo>
                    <a:pt x="1350" y="1700"/>
                  </a:lnTo>
                  <a:lnTo>
                    <a:pt x="1324" y="1600"/>
                  </a:lnTo>
                  <a:close/>
                  <a:moveTo>
                    <a:pt x="2300" y="1500"/>
                  </a:moveTo>
                  <a:lnTo>
                    <a:pt x="2300" y="1624"/>
                  </a:lnTo>
                  <a:lnTo>
                    <a:pt x="2424" y="1624"/>
                  </a:lnTo>
                  <a:lnTo>
                    <a:pt x="2424" y="1500"/>
                  </a:lnTo>
                  <a:close/>
                  <a:moveTo>
                    <a:pt x="900" y="1500"/>
                  </a:moveTo>
                  <a:lnTo>
                    <a:pt x="900" y="1624"/>
                  </a:lnTo>
                  <a:lnTo>
                    <a:pt x="1024" y="1624"/>
                  </a:lnTo>
                  <a:lnTo>
                    <a:pt x="1024" y="1500"/>
                  </a:lnTo>
                  <a:close/>
                  <a:moveTo>
                    <a:pt x="1600" y="1400"/>
                  </a:moveTo>
                  <a:lnTo>
                    <a:pt x="1600" y="1524"/>
                  </a:lnTo>
                  <a:lnTo>
                    <a:pt x="1724" y="1524"/>
                  </a:lnTo>
                  <a:lnTo>
                    <a:pt x="1724" y="1400"/>
                  </a:lnTo>
                  <a:close/>
                  <a:moveTo>
                    <a:pt x="1300" y="1300"/>
                  </a:moveTo>
                  <a:lnTo>
                    <a:pt x="1300" y="1424"/>
                  </a:lnTo>
                  <a:lnTo>
                    <a:pt x="1424" y="1424"/>
                  </a:lnTo>
                  <a:lnTo>
                    <a:pt x="1424" y="1300"/>
                  </a:lnTo>
                  <a:close/>
                  <a:moveTo>
                    <a:pt x="700" y="1300"/>
                  </a:moveTo>
                  <a:lnTo>
                    <a:pt x="700" y="1424"/>
                  </a:lnTo>
                  <a:lnTo>
                    <a:pt x="824" y="1424"/>
                  </a:lnTo>
                  <a:lnTo>
                    <a:pt x="824" y="1300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1400" y="1100"/>
                  </a:moveTo>
                  <a:lnTo>
                    <a:pt x="1400" y="1224"/>
                  </a:lnTo>
                  <a:lnTo>
                    <a:pt x="1524" y="1224"/>
                  </a:lnTo>
                  <a:lnTo>
                    <a:pt x="1524" y="1100"/>
                  </a:lnTo>
                  <a:close/>
                  <a:moveTo>
                    <a:pt x="0" y="1100"/>
                  </a:moveTo>
                  <a:lnTo>
                    <a:pt x="0" y="1224"/>
                  </a:lnTo>
                  <a:lnTo>
                    <a:pt x="124" y="1224"/>
                  </a:lnTo>
                  <a:lnTo>
                    <a:pt x="124" y="1100"/>
                  </a:lnTo>
                  <a:close/>
                  <a:moveTo>
                    <a:pt x="900" y="900"/>
                  </a:moveTo>
                  <a:lnTo>
                    <a:pt x="900" y="1024"/>
                  </a:lnTo>
                  <a:lnTo>
                    <a:pt x="1024" y="1024"/>
                  </a:lnTo>
                  <a:lnTo>
                    <a:pt x="1024" y="900"/>
                  </a:lnTo>
                  <a:close/>
                  <a:moveTo>
                    <a:pt x="1000" y="700"/>
                  </a:moveTo>
                  <a:lnTo>
                    <a:pt x="1000" y="824"/>
                  </a:lnTo>
                  <a:lnTo>
                    <a:pt x="1074" y="824"/>
                  </a:lnTo>
                  <a:lnTo>
                    <a:pt x="1100" y="924"/>
                  </a:lnTo>
                  <a:lnTo>
                    <a:pt x="1224" y="924"/>
                  </a:lnTo>
                  <a:lnTo>
                    <a:pt x="1224" y="800"/>
                  </a:lnTo>
                  <a:lnTo>
                    <a:pt x="1150" y="800"/>
                  </a:lnTo>
                  <a:lnTo>
                    <a:pt x="1124" y="700"/>
                  </a:lnTo>
                  <a:close/>
                  <a:moveTo>
                    <a:pt x="800" y="700"/>
                  </a:moveTo>
                  <a:lnTo>
                    <a:pt x="800" y="824"/>
                  </a:lnTo>
                  <a:lnTo>
                    <a:pt x="924" y="824"/>
                  </a:lnTo>
                  <a:lnTo>
                    <a:pt x="924" y="700"/>
                  </a:lnTo>
                  <a:close/>
                  <a:moveTo>
                    <a:pt x="224" y="700"/>
                  </a:moveTo>
                  <a:lnTo>
                    <a:pt x="100" y="700"/>
                  </a:lnTo>
                  <a:lnTo>
                    <a:pt x="100" y="774"/>
                  </a:lnTo>
                  <a:lnTo>
                    <a:pt x="0" y="800"/>
                  </a:lnTo>
                  <a:lnTo>
                    <a:pt x="0" y="1024"/>
                  </a:lnTo>
                  <a:lnTo>
                    <a:pt x="124" y="1024"/>
                  </a:lnTo>
                  <a:lnTo>
                    <a:pt x="124" y="850"/>
                  </a:lnTo>
                  <a:lnTo>
                    <a:pt x="224" y="824"/>
                  </a:lnTo>
                  <a:close/>
                  <a:moveTo>
                    <a:pt x="1900" y="600"/>
                  </a:moveTo>
                  <a:lnTo>
                    <a:pt x="1900" y="724"/>
                  </a:lnTo>
                  <a:lnTo>
                    <a:pt x="2024" y="724"/>
                  </a:lnTo>
                  <a:lnTo>
                    <a:pt x="2024" y="600"/>
                  </a:lnTo>
                  <a:close/>
                  <a:moveTo>
                    <a:pt x="1800" y="400"/>
                  </a:moveTo>
                  <a:lnTo>
                    <a:pt x="1800" y="524"/>
                  </a:lnTo>
                  <a:lnTo>
                    <a:pt x="1924" y="524"/>
                  </a:lnTo>
                  <a:lnTo>
                    <a:pt x="1924" y="400"/>
                  </a:lnTo>
                  <a:close/>
                  <a:moveTo>
                    <a:pt x="1600" y="400"/>
                  </a:moveTo>
                  <a:lnTo>
                    <a:pt x="1600" y="524"/>
                  </a:lnTo>
                  <a:lnTo>
                    <a:pt x="1724" y="524"/>
                  </a:lnTo>
                  <a:lnTo>
                    <a:pt x="1724" y="40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800" y="150"/>
                  </a:lnTo>
                  <a:lnTo>
                    <a:pt x="774" y="200"/>
                  </a:lnTo>
                  <a:lnTo>
                    <a:pt x="700" y="200"/>
                  </a:lnTo>
                  <a:lnTo>
                    <a:pt x="700" y="324"/>
                  </a:lnTo>
                  <a:lnTo>
                    <a:pt x="824" y="324"/>
                  </a:lnTo>
                  <a:lnTo>
                    <a:pt x="850" y="224"/>
                  </a:lnTo>
                  <a:lnTo>
                    <a:pt x="974" y="224"/>
                  </a:lnTo>
                  <a:lnTo>
                    <a:pt x="1000" y="324"/>
                  </a:lnTo>
                  <a:lnTo>
                    <a:pt x="1124" y="324"/>
                  </a:lnTo>
                  <a:lnTo>
                    <a:pt x="1124" y="100"/>
                  </a:lnTo>
                  <a:lnTo>
                    <a:pt x="850" y="100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9CD2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4" name="Frozen LLM snowflake color 17"/>
            <p:cNvSpPr/>
            <p:nvPr/>
          </p:nvSpPr>
          <p:spPr>
            <a:xfrm>
              <a:off x="16224931" y="3121579"/>
              <a:ext cx="203363" cy="166787"/>
            </a:xfrm>
            <a:custGeom>
              <a:avLst/>
              <a:gdLst/>
              <a:ahLst/>
              <a:cxnLst/>
              <a:rect l="l" t="t" r="r" b="b"/>
              <a:pathLst>
                <a:path w="2224" h="1824">
                  <a:moveTo>
                    <a:pt x="2100" y="1700"/>
                  </a:moveTo>
                  <a:lnTo>
                    <a:pt x="2100" y="1824"/>
                  </a:lnTo>
                  <a:lnTo>
                    <a:pt x="2224" y="1824"/>
                  </a:lnTo>
                  <a:lnTo>
                    <a:pt x="2224" y="1700"/>
                  </a:lnTo>
                  <a:close/>
                  <a:moveTo>
                    <a:pt x="900" y="1400"/>
                  </a:moveTo>
                  <a:lnTo>
                    <a:pt x="900" y="1524"/>
                  </a:lnTo>
                  <a:lnTo>
                    <a:pt x="1024" y="1524"/>
                  </a:lnTo>
                  <a:lnTo>
                    <a:pt x="1024" y="1400"/>
                  </a:lnTo>
                  <a:close/>
                  <a:moveTo>
                    <a:pt x="700" y="1000"/>
                  </a:moveTo>
                  <a:lnTo>
                    <a:pt x="700" y="1124"/>
                  </a:lnTo>
                  <a:lnTo>
                    <a:pt x="824" y="1124"/>
                  </a:lnTo>
                  <a:lnTo>
                    <a:pt x="824" y="1000"/>
                  </a:lnTo>
                  <a:close/>
                  <a:moveTo>
                    <a:pt x="0" y="700"/>
                  </a:moveTo>
                  <a:lnTo>
                    <a:pt x="0" y="824"/>
                  </a:lnTo>
                  <a:lnTo>
                    <a:pt x="124" y="824"/>
                  </a:lnTo>
                  <a:lnTo>
                    <a:pt x="124" y="700"/>
                  </a:lnTo>
                  <a:close/>
                  <a:moveTo>
                    <a:pt x="500" y="0"/>
                  </a:moveTo>
                  <a:lnTo>
                    <a:pt x="500" y="124"/>
                  </a:lnTo>
                  <a:lnTo>
                    <a:pt x="624" y="12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A4C7D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5" name="Frozen LLM snowflake color 18"/>
            <p:cNvSpPr/>
            <p:nvPr/>
          </p:nvSpPr>
          <p:spPr>
            <a:xfrm>
              <a:off x="16316371" y="3149011"/>
              <a:ext cx="139355" cy="148499"/>
            </a:xfrm>
            <a:custGeom>
              <a:avLst/>
              <a:gdLst/>
              <a:ahLst/>
              <a:cxnLst/>
              <a:rect l="l" t="t" r="r" b="b"/>
              <a:pathLst>
                <a:path w="1524" h="1624">
                  <a:moveTo>
                    <a:pt x="400" y="1500"/>
                  </a:moveTo>
                  <a:lnTo>
                    <a:pt x="400" y="1624"/>
                  </a:lnTo>
                  <a:lnTo>
                    <a:pt x="524" y="1624"/>
                  </a:lnTo>
                  <a:lnTo>
                    <a:pt x="524" y="1500"/>
                  </a:lnTo>
                  <a:close/>
                  <a:moveTo>
                    <a:pt x="0" y="600"/>
                  </a:moveTo>
                  <a:lnTo>
                    <a:pt x="0" y="724"/>
                  </a:lnTo>
                  <a:lnTo>
                    <a:pt x="224" y="724"/>
                  </a:lnTo>
                  <a:lnTo>
                    <a:pt x="250" y="624"/>
                  </a:lnTo>
                  <a:lnTo>
                    <a:pt x="300" y="650"/>
                  </a:lnTo>
                  <a:lnTo>
                    <a:pt x="300" y="724"/>
                  </a:lnTo>
                  <a:lnTo>
                    <a:pt x="424" y="724"/>
                  </a:lnTo>
                  <a:lnTo>
                    <a:pt x="424" y="600"/>
                  </a:lnTo>
                  <a:lnTo>
                    <a:pt x="324" y="574"/>
                  </a:lnTo>
                  <a:lnTo>
                    <a:pt x="324" y="400"/>
                  </a:lnTo>
                  <a:lnTo>
                    <a:pt x="200" y="400"/>
                  </a:lnTo>
                  <a:lnTo>
                    <a:pt x="200" y="474"/>
                  </a:lnTo>
                  <a:lnTo>
                    <a:pt x="100" y="500"/>
                  </a:lnTo>
                  <a:lnTo>
                    <a:pt x="74" y="60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E9F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6" name="Frozen LLM snowflake color 19"/>
            <p:cNvSpPr/>
            <p:nvPr/>
          </p:nvSpPr>
          <p:spPr>
            <a:xfrm>
              <a:off x="16215787" y="3085003"/>
              <a:ext cx="230795" cy="249083"/>
            </a:xfrm>
            <a:custGeom>
              <a:avLst/>
              <a:gdLst/>
              <a:ahLst/>
              <a:cxnLst/>
              <a:rect l="l" t="t" r="r" b="b"/>
              <a:pathLst>
                <a:path w="2524" h="2724">
                  <a:moveTo>
                    <a:pt x="1500" y="2600"/>
                  </a:moveTo>
                  <a:lnTo>
                    <a:pt x="1500" y="2724"/>
                  </a:lnTo>
                  <a:lnTo>
                    <a:pt x="1624" y="2724"/>
                  </a:lnTo>
                  <a:lnTo>
                    <a:pt x="1624" y="2600"/>
                  </a:lnTo>
                  <a:close/>
                  <a:moveTo>
                    <a:pt x="1100" y="2500"/>
                  </a:moveTo>
                  <a:lnTo>
                    <a:pt x="1100" y="2624"/>
                  </a:lnTo>
                  <a:lnTo>
                    <a:pt x="1224" y="2624"/>
                  </a:lnTo>
                  <a:lnTo>
                    <a:pt x="1224" y="2500"/>
                  </a:lnTo>
                  <a:close/>
                  <a:moveTo>
                    <a:pt x="2000" y="2300"/>
                  </a:moveTo>
                  <a:lnTo>
                    <a:pt x="2000" y="2424"/>
                  </a:lnTo>
                  <a:lnTo>
                    <a:pt x="2124" y="2424"/>
                  </a:lnTo>
                  <a:lnTo>
                    <a:pt x="2124" y="2300"/>
                  </a:lnTo>
                  <a:close/>
                  <a:moveTo>
                    <a:pt x="1800" y="2300"/>
                  </a:moveTo>
                  <a:lnTo>
                    <a:pt x="1800" y="2424"/>
                  </a:lnTo>
                  <a:lnTo>
                    <a:pt x="1924" y="2424"/>
                  </a:lnTo>
                  <a:lnTo>
                    <a:pt x="1924" y="2300"/>
                  </a:lnTo>
                  <a:close/>
                  <a:moveTo>
                    <a:pt x="400" y="2300"/>
                  </a:moveTo>
                  <a:lnTo>
                    <a:pt x="400" y="2424"/>
                  </a:lnTo>
                  <a:lnTo>
                    <a:pt x="524" y="2424"/>
                  </a:lnTo>
                  <a:lnTo>
                    <a:pt x="524" y="2300"/>
                  </a:lnTo>
                  <a:close/>
                  <a:moveTo>
                    <a:pt x="1700" y="2100"/>
                  </a:moveTo>
                  <a:lnTo>
                    <a:pt x="1700" y="2224"/>
                  </a:lnTo>
                  <a:lnTo>
                    <a:pt x="1824" y="2224"/>
                  </a:lnTo>
                  <a:lnTo>
                    <a:pt x="1824" y="2100"/>
                  </a:lnTo>
                  <a:close/>
                  <a:moveTo>
                    <a:pt x="1300" y="2100"/>
                  </a:moveTo>
                  <a:lnTo>
                    <a:pt x="1300" y="2224"/>
                  </a:lnTo>
                  <a:lnTo>
                    <a:pt x="1424" y="2224"/>
                  </a:lnTo>
                  <a:lnTo>
                    <a:pt x="1424" y="2100"/>
                  </a:lnTo>
                  <a:close/>
                  <a:moveTo>
                    <a:pt x="800" y="2100"/>
                  </a:moveTo>
                  <a:lnTo>
                    <a:pt x="800" y="2324"/>
                  </a:lnTo>
                  <a:lnTo>
                    <a:pt x="924" y="2324"/>
                  </a:lnTo>
                  <a:lnTo>
                    <a:pt x="924" y="2100"/>
                  </a:lnTo>
                  <a:close/>
                  <a:moveTo>
                    <a:pt x="2100" y="1900"/>
                  </a:moveTo>
                  <a:lnTo>
                    <a:pt x="2100" y="2024"/>
                  </a:lnTo>
                  <a:lnTo>
                    <a:pt x="2224" y="2024"/>
                  </a:lnTo>
                  <a:lnTo>
                    <a:pt x="2224" y="1900"/>
                  </a:lnTo>
                  <a:close/>
                  <a:moveTo>
                    <a:pt x="1500" y="1900"/>
                  </a:moveTo>
                  <a:lnTo>
                    <a:pt x="1500" y="2024"/>
                  </a:lnTo>
                  <a:lnTo>
                    <a:pt x="1624" y="2024"/>
                  </a:lnTo>
                  <a:lnTo>
                    <a:pt x="1624" y="1900"/>
                  </a:lnTo>
                  <a:close/>
                  <a:moveTo>
                    <a:pt x="100" y="1900"/>
                  </a:moveTo>
                  <a:lnTo>
                    <a:pt x="100" y="2024"/>
                  </a:lnTo>
                  <a:lnTo>
                    <a:pt x="224" y="2024"/>
                  </a:lnTo>
                  <a:lnTo>
                    <a:pt x="224" y="1900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1700" y="1100"/>
                  </a:moveTo>
                  <a:lnTo>
                    <a:pt x="1700" y="1324"/>
                  </a:lnTo>
                  <a:lnTo>
                    <a:pt x="1824" y="1324"/>
                  </a:lnTo>
                  <a:lnTo>
                    <a:pt x="1824" y="1100"/>
                  </a:lnTo>
                  <a:close/>
                  <a:moveTo>
                    <a:pt x="2400" y="800"/>
                  </a:moveTo>
                  <a:lnTo>
                    <a:pt x="2400" y="924"/>
                  </a:lnTo>
                  <a:lnTo>
                    <a:pt x="2524" y="924"/>
                  </a:lnTo>
                  <a:lnTo>
                    <a:pt x="2524" y="800"/>
                  </a:lnTo>
                  <a:close/>
                  <a:moveTo>
                    <a:pt x="1500" y="800"/>
                  </a:moveTo>
                  <a:lnTo>
                    <a:pt x="1500" y="924"/>
                  </a:lnTo>
                  <a:lnTo>
                    <a:pt x="1624" y="924"/>
                  </a:lnTo>
                  <a:lnTo>
                    <a:pt x="1624" y="800"/>
                  </a:lnTo>
                  <a:close/>
                  <a:moveTo>
                    <a:pt x="200" y="700"/>
                  </a:moveTo>
                  <a:lnTo>
                    <a:pt x="200" y="824"/>
                  </a:lnTo>
                  <a:lnTo>
                    <a:pt x="324" y="824"/>
                  </a:lnTo>
                  <a:lnTo>
                    <a:pt x="324" y="700"/>
                  </a:lnTo>
                  <a:close/>
                  <a:moveTo>
                    <a:pt x="1700" y="500"/>
                  </a:moveTo>
                  <a:lnTo>
                    <a:pt x="1700" y="624"/>
                  </a:lnTo>
                  <a:lnTo>
                    <a:pt x="1824" y="624"/>
                  </a:lnTo>
                  <a:lnTo>
                    <a:pt x="1824" y="500"/>
                  </a:lnTo>
                  <a:close/>
                  <a:moveTo>
                    <a:pt x="1200" y="500"/>
                  </a:moveTo>
                  <a:lnTo>
                    <a:pt x="1200" y="624"/>
                  </a:lnTo>
                  <a:lnTo>
                    <a:pt x="1324" y="624"/>
                  </a:lnTo>
                  <a:lnTo>
                    <a:pt x="1324" y="500"/>
                  </a:lnTo>
                  <a:close/>
                  <a:moveTo>
                    <a:pt x="2300" y="300"/>
                  </a:moveTo>
                  <a:lnTo>
                    <a:pt x="2300" y="424"/>
                  </a:lnTo>
                  <a:lnTo>
                    <a:pt x="2424" y="424"/>
                  </a:lnTo>
                  <a:lnTo>
                    <a:pt x="2424" y="300"/>
                  </a:lnTo>
                  <a:close/>
                  <a:moveTo>
                    <a:pt x="1300" y="300"/>
                  </a:moveTo>
                  <a:lnTo>
                    <a:pt x="1300" y="424"/>
                  </a:lnTo>
                  <a:lnTo>
                    <a:pt x="1424" y="424"/>
                  </a:lnTo>
                  <a:lnTo>
                    <a:pt x="1424" y="300"/>
                  </a:lnTo>
                  <a:close/>
                  <a:moveTo>
                    <a:pt x="1700" y="200"/>
                  </a:moveTo>
                  <a:lnTo>
                    <a:pt x="1700" y="324"/>
                  </a:lnTo>
                  <a:lnTo>
                    <a:pt x="1824" y="324"/>
                  </a:lnTo>
                  <a:lnTo>
                    <a:pt x="1824" y="200"/>
                  </a:lnTo>
                  <a:close/>
                  <a:moveTo>
                    <a:pt x="700" y="200"/>
                  </a:moveTo>
                  <a:lnTo>
                    <a:pt x="700" y="324"/>
                  </a:lnTo>
                  <a:lnTo>
                    <a:pt x="824" y="324"/>
                  </a:lnTo>
                  <a:lnTo>
                    <a:pt x="824" y="20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B5E1E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37" name="Cross entropy loss"/>
          <p:cNvSpPr/>
          <p:nvPr/>
        </p:nvSpPr>
        <p:spPr>
          <a:xfrm>
            <a:off x="16907256" y="1289304"/>
            <a:ext cx="640080" cy="676656"/>
          </a:xfrm>
          <a:prstGeom prst="roundRect">
            <a:avLst>
              <a:gd name="adj" fmla="val 18571"/>
            </a:avLst>
          </a:prstGeom>
          <a:solidFill>
            <a:srgbClr val="ACDEE8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CE"/>
          <p:cNvSpPr txBox="1"/>
          <p:nvPr/>
        </p:nvSpPr>
        <p:spPr>
          <a:xfrm>
            <a:off x="16907256" y="1371600"/>
            <a:ext cx="640080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Arial"/>
              </a:rPr>
              <a:t>CE</a:t>
            </a:r>
          </a:p>
        </p:txBody>
      </p:sp>
      <p:sp>
        <p:nvSpPr>
          <p:cNvPr id="639" name="Loss"/>
          <p:cNvSpPr txBox="1"/>
          <p:nvPr/>
        </p:nvSpPr>
        <p:spPr>
          <a:xfrm>
            <a:off x="16907256" y="1618488"/>
            <a:ext cx="640080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Arial"/>
              </a:rPr>
              <a:t>Loss</a:t>
            </a:r>
          </a:p>
        </p:txBody>
      </p:sp>
      <p:sp>
        <p:nvSpPr>
          <p:cNvPr id="640" name="Cross entropy loss"/>
          <p:cNvSpPr/>
          <p:nvPr/>
        </p:nvSpPr>
        <p:spPr>
          <a:xfrm>
            <a:off x="16907256" y="2724912"/>
            <a:ext cx="640080" cy="676656"/>
          </a:xfrm>
          <a:prstGeom prst="roundRect">
            <a:avLst>
              <a:gd name="adj" fmla="val 18571"/>
            </a:avLst>
          </a:prstGeom>
          <a:solidFill>
            <a:srgbClr val="ACDEE8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CE"/>
          <p:cNvSpPr txBox="1"/>
          <p:nvPr/>
        </p:nvSpPr>
        <p:spPr>
          <a:xfrm>
            <a:off x="16907256" y="2807208"/>
            <a:ext cx="640080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Arial"/>
              </a:rPr>
              <a:t>CE</a:t>
            </a:r>
          </a:p>
        </p:txBody>
      </p:sp>
      <p:sp>
        <p:nvSpPr>
          <p:cNvPr id="642" name="Loss"/>
          <p:cNvSpPr txBox="1"/>
          <p:nvPr/>
        </p:nvSpPr>
        <p:spPr>
          <a:xfrm>
            <a:off x="16907256" y="3054096"/>
            <a:ext cx="640080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0" i="0">
                <a:solidFill>
                  <a:srgbClr val="000000"/>
                </a:solidFill>
                <a:latin typeface="Arial"/>
              </a:rPr>
              <a:t>Loss</a:t>
            </a:r>
          </a:p>
        </p:txBody>
      </p:sp>
      <p:sp>
        <p:nvSpPr>
          <p:cNvPr id="643" name="Stage 2: SFT with Synthetic Dataset for Activation"/>
          <p:cNvSpPr txBox="1"/>
          <p:nvPr/>
        </p:nvSpPr>
        <p:spPr>
          <a:xfrm>
            <a:off x="9564624" y="3977640"/>
            <a:ext cx="6013309" cy="3464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31" b="0" i="0">
                <a:solidFill>
                  <a:srgbClr val="000000"/>
                </a:solidFill>
                <a:latin typeface="Arial"/>
              </a:rPr>
              <a:t>Stage 2: SFT with Synthetic Dataset for Activation</a:t>
            </a:r>
          </a:p>
        </p:txBody>
      </p:sp>
      <p:grpSp>
        <p:nvGrpSpPr>
          <p:cNvPr id="644" name="Annotation MLLM illustrati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645" name="Annotation MLLM illustration color 0"/>
            <p:cNvSpPr/>
            <p:nvPr/>
          </p:nvSpPr>
          <p:spPr>
            <a:xfrm>
              <a:off x="9632107" y="4502323"/>
              <a:ext cx="816011" cy="898307"/>
            </a:xfrm>
            <a:custGeom>
              <a:avLst/>
              <a:gdLst/>
              <a:ahLst/>
              <a:cxnLst/>
              <a:rect l="l" t="t" r="r" b="b"/>
              <a:pathLst>
                <a:path w="8924" h="9824">
                  <a:moveTo>
                    <a:pt x="7624" y="9200"/>
                  </a:moveTo>
                  <a:lnTo>
                    <a:pt x="7524" y="9174"/>
                  </a:lnTo>
                  <a:lnTo>
                    <a:pt x="7524" y="8600"/>
                  </a:lnTo>
                  <a:lnTo>
                    <a:pt x="7424" y="8574"/>
                  </a:lnTo>
                  <a:lnTo>
                    <a:pt x="7424" y="8400"/>
                  </a:lnTo>
                  <a:lnTo>
                    <a:pt x="7350" y="8400"/>
                  </a:lnTo>
                  <a:lnTo>
                    <a:pt x="7324" y="8300"/>
                  </a:lnTo>
                  <a:lnTo>
                    <a:pt x="7200" y="8300"/>
                  </a:lnTo>
                  <a:lnTo>
                    <a:pt x="7200" y="8424"/>
                  </a:lnTo>
                  <a:lnTo>
                    <a:pt x="7300" y="8450"/>
                  </a:lnTo>
                  <a:lnTo>
                    <a:pt x="7300" y="8624"/>
                  </a:lnTo>
                  <a:lnTo>
                    <a:pt x="7400" y="8650"/>
                  </a:lnTo>
                  <a:lnTo>
                    <a:pt x="7400" y="9224"/>
                  </a:lnTo>
                  <a:lnTo>
                    <a:pt x="7500" y="9250"/>
                  </a:lnTo>
                  <a:lnTo>
                    <a:pt x="7500" y="9374"/>
                  </a:lnTo>
                  <a:lnTo>
                    <a:pt x="7400" y="9400"/>
                  </a:lnTo>
                  <a:lnTo>
                    <a:pt x="7374" y="9500"/>
                  </a:lnTo>
                  <a:lnTo>
                    <a:pt x="1350" y="9500"/>
                  </a:lnTo>
                  <a:lnTo>
                    <a:pt x="1324" y="9474"/>
                  </a:lnTo>
                  <a:lnTo>
                    <a:pt x="1324" y="8850"/>
                  </a:lnTo>
                  <a:lnTo>
                    <a:pt x="1424" y="8824"/>
                  </a:lnTo>
                  <a:lnTo>
                    <a:pt x="1424" y="8500"/>
                  </a:lnTo>
                  <a:lnTo>
                    <a:pt x="1300" y="8500"/>
                  </a:lnTo>
                  <a:lnTo>
                    <a:pt x="1300" y="8674"/>
                  </a:lnTo>
                  <a:lnTo>
                    <a:pt x="1200" y="8700"/>
                  </a:lnTo>
                  <a:lnTo>
                    <a:pt x="1200" y="9824"/>
                  </a:lnTo>
                  <a:lnTo>
                    <a:pt x="1624" y="9824"/>
                  </a:lnTo>
                  <a:lnTo>
                    <a:pt x="1650" y="9724"/>
                  </a:lnTo>
                  <a:lnTo>
                    <a:pt x="6874" y="9724"/>
                  </a:lnTo>
                  <a:lnTo>
                    <a:pt x="6900" y="9824"/>
                  </a:lnTo>
                  <a:lnTo>
                    <a:pt x="7524" y="9824"/>
                  </a:lnTo>
                  <a:lnTo>
                    <a:pt x="7524" y="9750"/>
                  </a:lnTo>
                  <a:lnTo>
                    <a:pt x="7624" y="9724"/>
                  </a:lnTo>
                  <a:close/>
                  <a:moveTo>
                    <a:pt x="1624" y="8200"/>
                  </a:moveTo>
                  <a:lnTo>
                    <a:pt x="1500" y="8200"/>
                  </a:lnTo>
                  <a:lnTo>
                    <a:pt x="1500" y="8274"/>
                  </a:lnTo>
                  <a:lnTo>
                    <a:pt x="1400" y="8300"/>
                  </a:lnTo>
                  <a:lnTo>
                    <a:pt x="1400" y="8424"/>
                  </a:lnTo>
                  <a:lnTo>
                    <a:pt x="1524" y="8424"/>
                  </a:lnTo>
                  <a:lnTo>
                    <a:pt x="1524" y="8350"/>
                  </a:lnTo>
                  <a:lnTo>
                    <a:pt x="1624" y="8324"/>
                  </a:lnTo>
                  <a:close/>
                  <a:moveTo>
                    <a:pt x="6900" y="7900"/>
                  </a:moveTo>
                  <a:lnTo>
                    <a:pt x="6900" y="8024"/>
                  </a:lnTo>
                  <a:lnTo>
                    <a:pt x="6974" y="8024"/>
                  </a:lnTo>
                  <a:lnTo>
                    <a:pt x="7000" y="8124"/>
                  </a:lnTo>
                  <a:lnTo>
                    <a:pt x="7100" y="8150"/>
                  </a:lnTo>
                  <a:lnTo>
                    <a:pt x="7100" y="8224"/>
                  </a:lnTo>
                  <a:lnTo>
                    <a:pt x="7224" y="8224"/>
                  </a:lnTo>
                  <a:lnTo>
                    <a:pt x="7224" y="8100"/>
                  </a:lnTo>
                  <a:lnTo>
                    <a:pt x="7150" y="8100"/>
                  </a:lnTo>
                  <a:lnTo>
                    <a:pt x="7124" y="8000"/>
                  </a:lnTo>
                  <a:lnTo>
                    <a:pt x="7024" y="7974"/>
                  </a:lnTo>
                  <a:lnTo>
                    <a:pt x="7024" y="7900"/>
                  </a:lnTo>
                  <a:close/>
                  <a:moveTo>
                    <a:pt x="6700" y="7800"/>
                  </a:moveTo>
                  <a:lnTo>
                    <a:pt x="6700" y="7924"/>
                  </a:lnTo>
                  <a:lnTo>
                    <a:pt x="6824" y="7924"/>
                  </a:lnTo>
                  <a:lnTo>
                    <a:pt x="6824" y="7800"/>
                  </a:lnTo>
                  <a:close/>
                  <a:moveTo>
                    <a:pt x="6300" y="7700"/>
                  </a:moveTo>
                  <a:lnTo>
                    <a:pt x="6300" y="7824"/>
                  </a:lnTo>
                  <a:lnTo>
                    <a:pt x="6624" y="7824"/>
                  </a:lnTo>
                  <a:lnTo>
                    <a:pt x="6624" y="7700"/>
                  </a:lnTo>
                  <a:close/>
                  <a:moveTo>
                    <a:pt x="2000" y="7924"/>
                  </a:moveTo>
                  <a:lnTo>
                    <a:pt x="2124" y="7924"/>
                  </a:lnTo>
                  <a:lnTo>
                    <a:pt x="2150" y="7824"/>
                  </a:lnTo>
                  <a:lnTo>
                    <a:pt x="2624" y="7824"/>
                  </a:lnTo>
                  <a:lnTo>
                    <a:pt x="2624" y="7700"/>
                  </a:lnTo>
                  <a:lnTo>
                    <a:pt x="2100" y="7700"/>
                  </a:lnTo>
                  <a:lnTo>
                    <a:pt x="2100" y="7774"/>
                  </a:lnTo>
                  <a:lnTo>
                    <a:pt x="2000" y="7800"/>
                  </a:lnTo>
                  <a:close/>
                  <a:moveTo>
                    <a:pt x="4200" y="0"/>
                  </a:moveTo>
                  <a:lnTo>
                    <a:pt x="4174" y="100"/>
                  </a:lnTo>
                  <a:lnTo>
                    <a:pt x="3900" y="100"/>
                  </a:lnTo>
                  <a:lnTo>
                    <a:pt x="3874" y="200"/>
                  </a:lnTo>
                  <a:lnTo>
                    <a:pt x="3700" y="200"/>
                  </a:lnTo>
                  <a:lnTo>
                    <a:pt x="3674" y="300"/>
                  </a:lnTo>
                  <a:lnTo>
                    <a:pt x="3400" y="300"/>
                  </a:lnTo>
                  <a:lnTo>
                    <a:pt x="3374" y="400"/>
                  </a:lnTo>
                  <a:lnTo>
                    <a:pt x="3100" y="400"/>
                  </a:lnTo>
                  <a:lnTo>
                    <a:pt x="3074" y="500"/>
                  </a:lnTo>
                  <a:lnTo>
                    <a:pt x="2900" y="500"/>
                  </a:lnTo>
                  <a:lnTo>
                    <a:pt x="2874" y="600"/>
                  </a:lnTo>
                  <a:lnTo>
                    <a:pt x="2600" y="600"/>
                  </a:lnTo>
                  <a:lnTo>
                    <a:pt x="2574" y="700"/>
                  </a:lnTo>
                  <a:lnTo>
                    <a:pt x="2300" y="700"/>
                  </a:lnTo>
                  <a:lnTo>
                    <a:pt x="2274" y="800"/>
                  </a:lnTo>
                  <a:lnTo>
                    <a:pt x="2100" y="800"/>
                  </a:lnTo>
                  <a:lnTo>
                    <a:pt x="2074" y="900"/>
                  </a:lnTo>
                  <a:lnTo>
                    <a:pt x="1700" y="900"/>
                  </a:lnTo>
                  <a:lnTo>
                    <a:pt x="1674" y="1000"/>
                  </a:lnTo>
                  <a:lnTo>
                    <a:pt x="1300" y="1000"/>
                  </a:lnTo>
                  <a:lnTo>
                    <a:pt x="1274" y="1100"/>
                  </a:lnTo>
                  <a:lnTo>
                    <a:pt x="1100" y="1100"/>
                  </a:lnTo>
                  <a:lnTo>
                    <a:pt x="1100" y="1324"/>
                  </a:lnTo>
                  <a:lnTo>
                    <a:pt x="1374" y="1324"/>
                  </a:lnTo>
                  <a:lnTo>
                    <a:pt x="1400" y="1424"/>
                  </a:lnTo>
                  <a:lnTo>
                    <a:pt x="1674" y="1424"/>
                  </a:lnTo>
                  <a:lnTo>
                    <a:pt x="1700" y="1524"/>
                  </a:lnTo>
                  <a:lnTo>
                    <a:pt x="1974" y="1524"/>
                  </a:lnTo>
                  <a:lnTo>
                    <a:pt x="2000" y="1624"/>
                  </a:lnTo>
                  <a:lnTo>
                    <a:pt x="2174" y="1624"/>
                  </a:lnTo>
                  <a:lnTo>
                    <a:pt x="2200" y="1724"/>
                  </a:lnTo>
                  <a:lnTo>
                    <a:pt x="2300" y="1750"/>
                  </a:lnTo>
                  <a:lnTo>
                    <a:pt x="2300" y="1874"/>
                  </a:lnTo>
                  <a:lnTo>
                    <a:pt x="2200" y="1900"/>
                  </a:lnTo>
                  <a:lnTo>
                    <a:pt x="2200" y="2174"/>
                  </a:lnTo>
                  <a:lnTo>
                    <a:pt x="2100" y="2200"/>
                  </a:lnTo>
                  <a:lnTo>
                    <a:pt x="2074" y="2300"/>
                  </a:lnTo>
                  <a:lnTo>
                    <a:pt x="1400" y="2300"/>
                  </a:lnTo>
                  <a:lnTo>
                    <a:pt x="1374" y="2400"/>
                  </a:lnTo>
                  <a:lnTo>
                    <a:pt x="1200" y="2400"/>
                  </a:lnTo>
                  <a:lnTo>
                    <a:pt x="1200" y="2474"/>
                  </a:lnTo>
                  <a:lnTo>
                    <a:pt x="1100" y="2500"/>
                  </a:lnTo>
                  <a:lnTo>
                    <a:pt x="1074" y="2600"/>
                  </a:lnTo>
                  <a:lnTo>
                    <a:pt x="1000" y="2600"/>
                  </a:lnTo>
                  <a:lnTo>
                    <a:pt x="1000" y="2774"/>
                  </a:lnTo>
                  <a:lnTo>
                    <a:pt x="900" y="2800"/>
                  </a:lnTo>
                  <a:lnTo>
                    <a:pt x="900" y="3074"/>
                  </a:lnTo>
                  <a:lnTo>
                    <a:pt x="800" y="3100"/>
                  </a:lnTo>
                  <a:lnTo>
                    <a:pt x="800" y="3574"/>
                  </a:lnTo>
                  <a:lnTo>
                    <a:pt x="774" y="3600"/>
                  </a:lnTo>
                  <a:lnTo>
                    <a:pt x="500" y="3600"/>
                  </a:lnTo>
                  <a:lnTo>
                    <a:pt x="474" y="3700"/>
                  </a:lnTo>
                  <a:lnTo>
                    <a:pt x="300" y="3700"/>
                  </a:lnTo>
                  <a:lnTo>
                    <a:pt x="300" y="3774"/>
                  </a:lnTo>
                  <a:lnTo>
                    <a:pt x="200" y="3800"/>
                  </a:lnTo>
                  <a:lnTo>
                    <a:pt x="200" y="3974"/>
                  </a:lnTo>
                  <a:lnTo>
                    <a:pt x="100" y="4000"/>
                  </a:lnTo>
                  <a:lnTo>
                    <a:pt x="100" y="4174"/>
                  </a:lnTo>
                  <a:lnTo>
                    <a:pt x="0" y="4200"/>
                  </a:lnTo>
                  <a:lnTo>
                    <a:pt x="0" y="5124"/>
                  </a:lnTo>
                  <a:lnTo>
                    <a:pt x="100" y="5150"/>
                  </a:lnTo>
                  <a:lnTo>
                    <a:pt x="100" y="5324"/>
                  </a:lnTo>
                  <a:lnTo>
                    <a:pt x="174" y="5324"/>
                  </a:lnTo>
                  <a:lnTo>
                    <a:pt x="200" y="5424"/>
                  </a:lnTo>
                  <a:lnTo>
                    <a:pt x="300" y="5450"/>
                  </a:lnTo>
                  <a:lnTo>
                    <a:pt x="300" y="5524"/>
                  </a:lnTo>
                  <a:lnTo>
                    <a:pt x="474" y="5524"/>
                  </a:lnTo>
                  <a:lnTo>
                    <a:pt x="500" y="5624"/>
                  </a:lnTo>
                  <a:lnTo>
                    <a:pt x="774" y="5624"/>
                  </a:lnTo>
                  <a:lnTo>
                    <a:pt x="800" y="5650"/>
                  </a:lnTo>
                  <a:lnTo>
                    <a:pt x="800" y="6224"/>
                  </a:lnTo>
                  <a:lnTo>
                    <a:pt x="900" y="6250"/>
                  </a:lnTo>
                  <a:lnTo>
                    <a:pt x="900" y="6724"/>
                  </a:lnTo>
                  <a:lnTo>
                    <a:pt x="1000" y="6750"/>
                  </a:lnTo>
                  <a:lnTo>
                    <a:pt x="1000" y="6924"/>
                  </a:lnTo>
                  <a:lnTo>
                    <a:pt x="1074" y="6924"/>
                  </a:lnTo>
                  <a:lnTo>
                    <a:pt x="1100" y="7024"/>
                  </a:lnTo>
                  <a:lnTo>
                    <a:pt x="1200" y="7050"/>
                  </a:lnTo>
                  <a:lnTo>
                    <a:pt x="1200" y="7124"/>
                  </a:lnTo>
                  <a:lnTo>
                    <a:pt x="1374" y="7124"/>
                  </a:lnTo>
                  <a:lnTo>
                    <a:pt x="1400" y="7224"/>
                  </a:lnTo>
                  <a:lnTo>
                    <a:pt x="1774" y="7224"/>
                  </a:lnTo>
                  <a:lnTo>
                    <a:pt x="1800" y="7324"/>
                  </a:lnTo>
                  <a:lnTo>
                    <a:pt x="3574" y="7324"/>
                  </a:lnTo>
                  <a:lnTo>
                    <a:pt x="3600" y="7424"/>
                  </a:lnTo>
                  <a:lnTo>
                    <a:pt x="3700" y="7450"/>
                  </a:lnTo>
                  <a:lnTo>
                    <a:pt x="3700" y="7574"/>
                  </a:lnTo>
                  <a:lnTo>
                    <a:pt x="3600" y="7600"/>
                  </a:lnTo>
                  <a:lnTo>
                    <a:pt x="3600" y="7824"/>
                  </a:lnTo>
                  <a:lnTo>
                    <a:pt x="3700" y="7850"/>
                  </a:lnTo>
                  <a:lnTo>
                    <a:pt x="3700" y="8024"/>
                  </a:lnTo>
                  <a:lnTo>
                    <a:pt x="3774" y="8024"/>
                  </a:lnTo>
                  <a:lnTo>
                    <a:pt x="3800" y="8124"/>
                  </a:lnTo>
                  <a:lnTo>
                    <a:pt x="3900" y="8150"/>
                  </a:lnTo>
                  <a:lnTo>
                    <a:pt x="3900" y="8224"/>
                  </a:lnTo>
                  <a:lnTo>
                    <a:pt x="4074" y="8224"/>
                  </a:lnTo>
                  <a:lnTo>
                    <a:pt x="4100" y="8324"/>
                  </a:lnTo>
                  <a:lnTo>
                    <a:pt x="4624" y="8324"/>
                  </a:lnTo>
                  <a:lnTo>
                    <a:pt x="4650" y="8224"/>
                  </a:lnTo>
                  <a:lnTo>
                    <a:pt x="4824" y="8224"/>
                  </a:lnTo>
                  <a:lnTo>
                    <a:pt x="4824" y="8150"/>
                  </a:lnTo>
                  <a:lnTo>
                    <a:pt x="4924" y="8124"/>
                  </a:lnTo>
                  <a:lnTo>
                    <a:pt x="4924" y="8050"/>
                  </a:lnTo>
                  <a:lnTo>
                    <a:pt x="5024" y="8024"/>
                  </a:lnTo>
                  <a:lnTo>
                    <a:pt x="5050" y="7924"/>
                  </a:lnTo>
                  <a:lnTo>
                    <a:pt x="5124" y="7924"/>
                  </a:lnTo>
                  <a:lnTo>
                    <a:pt x="5124" y="7450"/>
                  </a:lnTo>
                  <a:lnTo>
                    <a:pt x="5224" y="7424"/>
                  </a:lnTo>
                  <a:lnTo>
                    <a:pt x="5250" y="7324"/>
                  </a:lnTo>
                  <a:lnTo>
                    <a:pt x="7024" y="7324"/>
                  </a:lnTo>
                  <a:lnTo>
                    <a:pt x="7050" y="7224"/>
                  </a:lnTo>
                  <a:lnTo>
                    <a:pt x="7324" y="7224"/>
                  </a:lnTo>
                  <a:lnTo>
                    <a:pt x="7350" y="7124"/>
                  </a:lnTo>
                  <a:lnTo>
                    <a:pt x="7524" y="7124"/>
                  </a:lnTo>
                  <a:lnTo>
                    <a:pt x="7550" y="7024"/>
                  </a:lnTo>
                  <a:lnTo>
                    <a:pt x="7724" y="7024"/>
                  </a:lnTo>
                  <a:lnTo>
                    <a:pt x="7724" y="6850"/>
                  </a:lnTo>
                  <a:lnTo>
                    <a:pt x="7824" y="6824"/>
                  </a:lnTo>
                  <a:lnTo>
                    <a:pt x="7824" y="6650"/>
                  </a:lnTo>
                  <a:lnTo>
                    <a:pt x="7924" y="6624"/>
                  </a:lnTo>
                  <a:lnTo>
                    <a:pt x="7924" y="6150"/>
                  </a:lnTo>
                  <a:lnTo>
                    <a:pt x="8024" y="6124"/>
                  </a:lnTo>
                  <a:lnTo>
                    <a:pt x="8024" y="5750"/>
                  </a:lnTo>
                  <a:lnTo>
                    <a:pt x="8050" y="5724"/>
                  </a:lnTo>
                  <a:lnTo>
                    <a:pt x="8224" y="5724"/>
                  </a:lnTo>
                  <a:lnTo>
                    <a:pt x="8250" y="5624"/>
                  </a:lnTo>
                  <a:lnTo>
                    <a:pt x="8924" y="5624"/>
                  </a:lnTo>
                  <a:lnTo>
                    <a:pt x="8924" y="5400"/>
                  </a:lnTo>
                  <a:lnTo>
                    <a:pt x="8650" y="5400"/>
                  </a:lnTo>
                  <a:lnTo>
                    <a:pt x="8624" y="5374"/>
                  </a:lnTo>
                  <a:lnTo>
                    <a:pt x="8624" y="5250"/>
                  </a:lnTo>
                  <a:lnTo>
                    <a:pt x="8724" y="5224"/>
                  </a:lnTo>
                  <a:lnTo>
                    <a:pt x="8724" y="4950"/>
                  </a:lnTo>
                  <a:lnTo>
                    <a:pt x="8824" y="4924"/>
                  </a:lnTo>
                  <a:lnTo>
                    <a:pt x="8824" y="4400"/>
                  </a:lnTo>
                  <a:lnTo>
                    <a:pt x="8724" y="4374"/>
                  </a:lnTo>
                  <a:lnTo>
                    <a:pt x="8724" y="4000"/>
                  </a:lnTo>
                  <a:lnTo>
                    <a:pt x="8650" y="4000"/>
                  </a:lnTo>
                  <a:lnTo>
                    <a:pt x="8624" y="3900"/>
                  </a:lnTo>
                  <a:lnTo>
                    <a:pt x="8550" y="3900"/>
                  </a:lnTo>
                  <a:lnTo>
                    <a:pt x="8524" y="3800"/>
                  </a:lnTo>
                  <a:lnTo>
                    <a:pt x="8424" y="3774"/>
                  </a:lnTo>
                  <a:lnTo>
                    <a:pt x="8424" y="3700"/>
                  </a:lnTo>
                  <a:lnTo>
                    <a:pt x="8250" y="3700"/>
                  </a:lnTo>
                  <a:lnTo>
                    <a:pt x="8224" y="3600"/>
                  </a:lnTo>
                  <a:lnTo>
                    <a:pt x="8050" y="3600"/>
                  </a:lnTo>
                  <a:lnTo>
                    <a:pt x="8024" y="3574"/>
                  </a:lnTo>
                  <a:lnTo>
                    <a:pt x="8024" y="3300"/>
                  </a:lnTo>
                  <a:lnTo>
                    <a:pt x="7924" y="3274"/>
                  </a:lnTo>
                  <a:lnTo>
                    <a:pt x="7924" y="2900"/>
                  </a:lnTo>
                  <a:lnTo>
                    <a:pt x="7824" y="2874"/>
                  </a:lnTo>
                  <a:lnTo>
                    <a:pt x="7824" y="2700"/>
                  </a:lnTo>
                  <a:lnTo>
                    <a:pt x="7724" y="2674"/>
                  </a:lnTo>
                  <a:lnTo>
                    <a:pt x="7724" y="2500"/>
                  </a:lnTo>
                  <a:lnTo>
                    <a:pt x="7650" y="2500"/>
                  </a:lnTo>
                  <a:lnTo>
                    <a:pt x="7624" y="2400"/>
                  </a:lnTo>
                  <a:lnTo>
                    <a:pt x="7450" y="2400"/>
                  </a:lnTo>
                  <a:lnTo>
                    <a:pt x="7424" y="2300"/>
                  </a:lnTo>
                  <a:lnTo>
                    <a:pt x="7250" y="2300"/>
                  </a:lnTo>
                  <a:lnTo>
                    <a:pt x="7224" y="2200"/>
                  </a:lnTo>
                  <a:lnTo>
                    <a:pt x="6900" y="2200"/>
                  </a:lnTo>
                  <a:lnTo>
                    <a:pt x="6900" y="2274"/>
                  </a:lnTo>
                  <a:lnTo>
                    <a:pt x="6850" y="2300"/>
                  </a:lnTo>
                  <a:lnTo>
                    <a:pt x="6824" y="2200"/>
                  </a:lnTo>
                  <a:lnTo>
                    <a:pt x="6650" y="2200"/>
                  </a:lnTo>
                  <a:lnTo>
                    <a:pt x="6624" y="2174"/>
                  </a:lnTo>
                  <a:lnTo>
                    <a:pt x="6624" y="1650"/>
                  </a:lnTo>
                  <a:lnTo>
                    <a:pt x="6650" y="1624"/>
                  </a:lnTo>
                  <a:lnTo>
                    <a:pt x="6824" y="1624"/>
                  </a:lnTo>
                  <a:lnTo>
                    <a:pt x="6850" y="1524"/>
                  </a:lnTo>
                  <a:lnTo>
                    <a:pt x="6974" y="1524"/>
                  </a:lnTo>
                  <a:lnTo>
                    <a:pt x="7000" y="1624"/>
                  </a:lnTo>
                  <a:lnTo>
                    <a:pt x="7124" y="1624"/>
                  </a:lnTo>
                  <a:lnTo>
                    <a:pt x="7124" y="1550"/>
                  </a:lnTo>
                  <a:lnTo>
                    <a:pt x="7224" y="1524"/>
                  </a:lnTo>
                  <a:lnTo>
                    <a:pt x="7250" y="1424"/>
                  </a:lnTo>
                  <a:lnTo>
                    <a:pt x="7424" y="1424"/>
                  </a:lnTo>
                  <a:lnTo>
                    <a:pt x="7450" y="1324"/>
                  </a:lnTo>
                  <a:lnTo>
                    <a:pt x="7724" y="1324"/>
                  </a:lnTo>
                  <a:lnTo>
                    <a:pt x="7724" y="1100"/>
                  </a:lnTo>
                  <a:lnTo>
                    <a:pt x="7450" y="1100"/>
                  </a:lnTo>
                  <a:lnTo>
                    <a:pt x="7424" y="1000"/>
                  </a:lnTo>
                  <a:lnTo>
                    <a:pt x="7150" y="1000"/>
                  </a:lnTo>
                  <a:lnTo>
                    <a:pt x="7124" y="900"/>
                  </a:lnTo>
                  <a:lnTo>
                    <a:pt x="6850" y="900"/>
                  </a:lnTo>
                  <a:lnTo>
                    <a:pt x="6824" y="800"/>
                  </a:lnTo>
                  <a:lnTo>
                    <a:pt x="6550" y="800"/>
                  </a:lnTo>
                  <a:lnTo>
                    <a:pt x="6524" y="700"/>
                  </a:lnTo>
                  <a:lnTo>
                    <a:pt x="6250" y="700"/>
                  </a:lnTo>
                  <a:lnTo>
                    <a:pt x="6224" y="600"/>
                  </a:lnTo>
                  <a:lnTo>
                    <a:pt x="5950" y="600"/>
                  </a:lnTo>
                  <a:lnTo>
                    <a:pt x="5924" y="500"/>
                  </a:lnTo>
                  <a:lnTo>
                    <a:pt x="5650" y="500"/>
                  </a:lnTo>
                  <a:lnTo>
                    <a:pt x="5624" y="400"/>
                  </a:lnTo>
                  <a:lnTo>
                    <a:pt x="5450" y="400"/>
                  </a:lnTo>
                  <a:lnTo>
                    <a:pt x="5424" y="300"/>
                  </a:lnTo>
                  <a:lnTo>
                    <a:pt x="5150" y="300"/>
                  </a:lnTo>
                  <a:lnTo>
                    <a:pt x="5124" y="200"/>
                  </a:lnTo>
                  <a:lnTo>
                    <a:pt x="4950" y="200"/>
                  </a:lnTo>
                  <a:lnTo>
                    <a:pt x="4924" y="100"/>
                  </a:lnTo>
                  <a:lnTo>
                    <a:pt x="4650" y="100"/>
                  </a:lnTo>
                  <a:lnTo>
                    <a:pt x="4624" y="0"/>
                  </a:lnTo>
                  <a:close/>
                  <a:moveTo>
                    <a:pt x="3924" y="7450"/>
                  </a:moveTo>
                  <a:lnTo>
                    <a:pt x="3950" y="7424"/>
                  </a:lnTo>
                  <a:lnTo>
                    <a:pt x="4874" y="7424"/>
                  </a:lnTo>
                  <a:lnTo>
                    <a:pt x="4900" y="7450"/>
                  </a:lnTo>
                  <a:lnTo>
                    <a:pt x="4900" y="7874"/>
                  </a:lnTo>
                  <a:lnTo>
                    <a:pt x="4800" y="7900"/>
                  </a:lnTo>
                  <a:lnTo>
                    <a:pt x="4800" y="7974"/>
                  </a:lnTo>
                  <a:lnTo>
                    <a:pt x="4700" y="8000"/>
                  </a:lnTo>
                  <a:lnTo>
                    <a:pt x="4674" y="8100"/>
                  </a:lnTo>
                  <a:lnTo>
                    <a:pt x="4500" y="8100"/>
                  </a:lnTo>
                  <a:lnTo>
                    <a:pt x="4474" y="8200"/>
                  </a:lnTo>
                  <a:lnTo>
                    <a:pt x="4350" y="8200"/>
                  </a:lnTo>
                  <a:lnTo>
                    <a:pt x="4324" y="8100"/>
                  </a:lnTo>
                  <a:lnTo>
                    <a:pt x="4050" y="8100"/>
                  </a:lnTo>
                  <a:lnTo>
                    <a:pt x="4024" y="8000"/>
                  </a:lnTo>
                  <a:lnTo>
                    <a:pt x="3924" y="7974"/>
                  </a:lnTo>
                  <a:close/>
                  <a:moveTo>
                    <a:pt x="8150" y="3824"/>
                  </a:moveTo>
                  <a:lnTo>
                    <a:pt x="8374" y="3824"/>
                  </a:lnTo>
                  <a:lnTo>
                    <a:pt x="8400" y="3850"/>
                  </a:lnTo>
                  <a:lnTo>
                    <a:pt x="8400" y="4024"/>
                  </a:lnTo>
                  <a:lnTo>
                    <a:pt x="8500" y="4050"/>
                  </a:lnTo>
                  <a:lnTo>
                    <a:pt x="8500" y="4224"/>
                  </a:lnTo>
                  <a:lnTo>
                    <a:pt x="8600" y="4250"/>
                  </a:lnTo>
                  <a:lnTo>
                    <a:pt x="8600" y="4974"/>
                  </a:lnTo>
                  <a:lnTo>
                    <a:pt x="8500" y="5000"/>
                  </a:lnTo>
                  <a:lnTo>
                    <a:pt x="8500" y="5274"/>
                  </a:lnTo>
                  <a:lnTo>
                    <a:pt x="8474" y="5300"/>
                  </a:lnTo>
                  <a:lnTo>
                    <a:pt x="8150" y="5300"/>
                  </a:lnTo>
                  <a:lnTo>
                    <a:pt x="8124" y="5200"/>
                  </a:lnTo>
                  <a:lnTo>
                    <a:pt x="8024" y="5174"/>
                  </a:lnTo>
                  <a:lnTo>
                    <a:pt x="8050" y="5124"/>
                  </a:lnTo>
                  <a:lnTo>
                    <a:pt x="8124" y="5124"/>
                  </a:lnTo>
                  <a:lnTo>
                    <a:pt x="8124" y="3850"/>
                  </a:lnTo>
                  <a:close/>
                  <a:moveTo>
                    <a:pt x="550" y="3824"/>
                  </a:moveTo>
                  <a:lnTo>
                    <a:pt x="674" y="3824"/>
                  </a:lnTo>
                  <a:lnTo>
                    <a:pt x="700" y="3850"/>
                  </a:lnTo>
                  <a:lnTo>
                    <a:pt x="700" y="5374"/>
                  </a:lnTo>
                  <a:lnTo>
                    <a:pt x="674" y="5400"/>
                  </a:lnTo>
                  <a:lnTo>
                    <a:pt x="450" y="5400"/>
                  </a:lnTo>
                  <a:lnTo>
                    <a:pt x="424" y="5300"/>
                  </a:lnTo>
                  <a:lnTo>
                    <a:pt x="350" y="5300"/>
                  </a:lnTo>
                  <a:lnTo>
                    <a:pt x="324" y="5200"/>
                  </a:lnTo>
                  <a:lnTo>
                    <a:pt x="224" y="5174"/>
                  </a:lnTo>
                  <a:lnTo>
                    <a:pt x="224" y="4150"/>
                  </a:lnTo>
                  <a:lnTo>
                    <a:pt x="324" y="4124"/>
                  </a:lnTo>
                  <a:lnTo>
                    <a:pt x="324" y="4050"/>
                  </a:lnTo>
                  <a:lnTo>
                    <a:pt x="424" y="4024"/>
                  </a:lnTo>
                  <a:lnTo>
                    <a:pt x="424" y="3950"/>
                  </a:lnTo>
                  <a:lnTo>
                    <a:pt x="524" y="3924"/>
                  </a:lnTo>
                  <a:close/>
                  <a:moveTo>
                    <a:pt x="1124" y="2750"/>
                  </a:moveTo>
                  <a:lnTo>
                    <a:pt x="1224" y="2724"/>
                  </a:lnTo>
                  <a:lnTo>
                    <a:pt x="1250" y="2624"/>
                  </a:lnTo>
                  <a:lnTo>
                    <a:pt x="1424" y="2624"/>
                  </a:lnTo>
                  <a:lnTo>
                    <a:pt x="1424" y="2450"/>
                  </a:lnTo>
                  <a:lnTo>
                    <a:pt x="1450" y="2424"/>
                  </a:lnTo>
                  <a:lnTo>
                    <a:pt x="1500" y="2450"/>
                  </a:lnTo>
                  <a:lnTo>
                    <a:pt x="1500" y="2524"/>
                  </a:lnTo>
                  <a:lnTo>
                    <a:pt x="1624" y="2524"/>
                  </a:lnTo>
                  <a:lnTo>
                    <a:pt x="1650" y="2424"/>
                  </a:lnTo>
                  <a:lnTo>
                    <a:pt x="2174" y="2424"/>
                  </a:lnTo>
                  <a:lnTo>
                    <a:pt x="2200" y="2450"/>
                  </a:lnTo>
                  <a:lnTo>
                    <a:pt x="2200" y="2924"/>
                  </a:lnTo>
                  <a:lnTo>
                    <a:pt x="2774" y="2924"/>
                  </a:lnTo>
                  <a:lnTo>
                    <a:pt x="2800" y="3024"/>
                  </a:lnTo>
                  <a:lnTo>
                    <a:pt x="3074" y="3024"/>
                  </a:lnTo>
                  <a:lnTo>
                    <a:pt x="3100" y="3124"/>
                  </a:lnTo>
                  <a:lnTo>
                    <a:pt x="3674" y="3124"/>
                  </a:lnTo>
                  <a:lnTo>
                    <a:pt x="3700" y="3224"/>
                  </a:lnTo>
                  <a:lnTo>
                    <a:pt x="5224" y="3224"/>
                  </a:lnTo>
                  <a:lnTo>
                    <a:pt x="5250" y="3124"/>
                  </a:lnTo>
                  <a:lnTo>
                    <a:pt x="5724" y="3124"/>
                  </a:lnTo>
                  <a:lnTo>
                    <a:pt x="5750" y="3024"/>
                  </a:lnTo>
                  <a:lnTo>
                    <a:pt x="6124" y="3024"/>
                  </a:lnTo>
                  <a:lnTo>
                    <a:pt x="6150" y="2924"/>
                  </a:lnTo>
                  <a:lnTo>
                    <a:pt x="6724" y="2924"/>
                  </a:lnTo>
                  <a:lnTo>
                    <a:pt x="6724" y="2800"/>
                  </a:lnTo>
                  <a:lnTo>
                    <a:pt x="6624" y="2774"/>
                  </a:lnTo>
                  <a:lnTo>
                    <a:pt x="6624" y="2450"/>
                  </a:lnTo>
                  <a:lnTo>
                    <a:pt x="6650" y="2424"/>
                  </a:lnTo>
                  <a:lnTo>
                    <a:pt x="7074" y="2424"/>
                  </a:lnTo>
                  <a:lnTo>
                    <a:pt x="7100" y="2524"/>
                  </a:lnTo>
                  <a:lnTo>
                    <a:pt x="7374" y="2524"/>
                  </a:lnTo>
                  <a:lnTo>
                    <a:pt x="7400" y="2624"/>
                  </a:lnTo>
                  <a:lnTo>
                    <a:pt x="7474" y="2624"/>
                  </a:lnTo>
                  <a:lnTo>
                    <a:pt x="7500" y="2724"/>
                  </a:lnTo>
                  <a:lnTo>
                    <a:pt x="7574" y="2724"/>
                  </a:lnTo>
                  <a:lnTo>
                    <a:pt x="7600" y="2824"/>
                  </a:lnTo>
                  <a:lnTo>
                    <a:pt x="7700" y="2850"/>
                  </a:lnTo>
                  <a:lnTo>
                    <a:pt x="7700" y="3024"/>
                  </a:lnTo>
                  <a:lnTo>
                    <a:pt x="7800" y="3050"/>
                  </a:lnTo>
                  <a:lnTo>
                    <a:pt x="7800" y="3624"/>
                  </a:lnTo>
                  <a:lnTo>
                    <a:pt x="7900" y="3650"/>
                  </a:lnTo>
                  <a:lnTo>
                    <a:pt x="7900" y="5474"/>
                  </a:lnTo>
                  <a:lnTo>
                    <a:pt x="7800" y="5500"/>
                  </a:lnTo>
                  <a:lnTo>
                    <a:pt x="7800" y="5624"/>
                  </a:lnTo>
                  <a:lnTo>
                    <a:pt x="7900" y="5650"/>
                  </a:lnTo>
                  <a:lnTo>
                    <a:pt x="7900" y="5774"/>
                  </a:lnTo>
                  <a:lnTo>
                    <a:pt x="7800" y="5800"/>
                  </a:lnTo>
                  <a:lnTo>
                    <a:pt x="7800" y="6374"/>
                  </a:lnTo>
                  <a:lnTo>
                    <a:pt x="7700" y="6400"/>
                  </a:lnTo>
                  <a:lnTo>
                    <a:pt x="7700" y="6674"/>
                  </a:lnTo>
                  <a:lnTo>
                    <a:pt x="7600" y="6700"/>
                  </a:lnTo>
                  <a:lnTo>
                    <a:pt x="7600" y="6874"/>
                  </a:lnTo>
                  <a:lnTo>
                    <a:pt x="7500" y="6900"/>
                  </a:lnTo>
                  <a:lnTo>
                    <a:pt x="7474" y="7000"/>
                  </a:lnTo>
                  <a:lnTo>
                    <a:pt x="7300" y="7000"/>
                  </a:lnTo>
                  <a:lnTo>
                    <a:pt x="7274" y="7100"/>
                  </a:lnTo>
                  <a:lnTo>
                    <a:pt x="6600" y="7100"/>
                  </a:lnTo>
                  <a:lnTo>
                    <a:pt x="6574" y="7200"/>
                  </a:lnTo>
                  <a:lnTo>
                    <a:pt x="2150" y="7200"/>
                  </a:lnTo>
                  <a:lnTo>
                    <a:pt x="2124" y="7100"/>
                  </a:lnTo>
                  <a:lnTo>
                    <a:pt x="1550" y="7100"/>
                  </a:lnTo>
                  <a:lnTo>
                    <a:pt x="1524" y="7000"/>
                  </a:lnTo>
                  <a:lnTo>
                    <a:pt x="1350" y="7000"/>
                  </a:lnTo>
                  <a:lnTo>
                    <a:pt x="1324" y="6900"/>
                  </a:lnTo>
                  <a:lnTo>
                    <a:pt x="1250" y="6900"/>
                  </a:lnTo>
                  <a:lnTo>
                    <a:pt x="1224" y="6800"/>
                  </a:lnTo>
                  <a:lnTo>
                    <a:pt x="1124" y="6774"/>
                  </a:lnTo>
                  <a:lnTo>
                    <a:pt x="1124" y="6600"/>
                  </a:lnTo>
                  <a:lnTo>
                    <a:pt x="1024" y="6574"/>
                  </a:lnTo>
                  <a:lnTo>
                    <a:pt x="1024" y="6100"/>
                  </a:lnTo>
                  <a:lnTo>
                    <a:pt x="924" y="6074"/>
                  </a:lnTo>
                  <a:lnTo>
                    <a:pt x="924" y="3350"/>
                  </a:lnTo>
                  <a:lnTo>
                    <a:pt x="1024" y="3324"/>
                  </a:lnTo>
                  <a:lnTo>
                    <a:pt x="1024" y="2950"/>
                  </a:lnTo>
                  <a:lnTo>
                    <a:pt x="1124" y="2924"/>
                  </a:lnTo>
                  <a:close/>
                  <a:moveTo>
                    <a:pt x="2600" y="6600"/>
                  </a:moveTo>
                  <a:lnTo>
                    <a:pt x="2600" y="6724"/>
                  </a:lnTo>
                  <a:lnTo>
                    <a:pt x="6124" y="6724"/>
                  </a:lnTo>
                  <a:lnTo>
                    <a:pt x="6124" y="6600"/>
                  </a:lnTo>
                  <a:close/>
                  <a:moveTo>
                    <a:pt x="6500" y="6500"/>
                  </a:moveTo>
                  <a:lnTo>
                    <a:pt x="6500" y="6624"/>
                  </a:lnTo>
                  <a:lnTo>
                    <a:pt x="6924" y="6624"/>
                  </a:lnTo>
                  <a:lnTo>
                    <a:pt x="6924" y="6500"/>
                  </a:lnTo>
                  <a:close/>
                  <a:moveTo>
                    <a:pt x="1900" y="6500"/>
                  </a:moveTo>
                  <a:lnTo>
                    <a:pt x="1900" y="6624"/>
                  </a:lnTo>
                  <a:lnTo>
                    <a:pt x="2324" y="6624"/>
                  </a:lnTo>
                  <a:lnTo>
                    <a:pt x="2324" y="6500"/>
                  </a:lnTo>
                  <a:close/>
                  <a:moveTo>
                    <a:pt x="1700" y="6400"/>
                  </a:moveTo>
                  <a:lnTo>
                    <a:pt x="1700" y="6524"/>
                  </a:lnTo>
                  <a:lnTo>
                    <a:pt x="1824" y="6524"/>
                  </a:lnTo>
                  <a:lnTo>
                    <a:pt x="1824" y="6400"/>
                  </a:lnTo>
                  <a:close/>
                  <a:moveTo>
                    <a:pt x="1500" y="6300"/>
                  </a:moveTo>
                  <a:lnTo>
                    <a:pt x="1500" y="6424"/>
                  </a:lnTo>
                  <a:lnTo>
                    <a:pt x="1624" y="6424"/>
                  </a:lnTo>
                  <a:lnTo>
                    <a:pt x="1624" y="6300"/>
                  </a:lnTo>
                  <a:close/>
                  <a:moveTo>
                    <a:pt x="7324" y="6200"/>
                  </a:moveTo>
                  <a:lnTo>
                    <a:pt x="7200" y="6200"/>
                  </a:lnTo>
                  <a:lnTo>
                    <a:pt x="7200" y="6274"/>
                  </a:lnTo>
                  <a:lnTo>
                    <a:pt x="7100" y="6300"/>
                  </a:lnTo>
                  <a:lnTo>
                    <a:pt x="7074" y="6400"/>
                  </a:lnTo>
                  <a:lnTo>
                    <a:pt x="7000" y="6400"/>
                  </a:lnTo>
                  <a:lnTo>
                    <a:pt x="7000" y="6524"/>
                  </a:lnTo>
                  <a:lnTo>
                    <a:pt x="7124" y="6524"/>
                  </a:lnTo>
                  <a:lnTo>
                    <a:pt x="7124" y="6450"/>
                  </a:lnTo>
                  <a:lnTo>
                    <a:pt x="7224" y="6424"/>
                  </a:lnTo>
                  <a:lnTo>
                    <a:pt x="7250" y="6324"/>
                  </a:lnTo>
                  <a:lnTo>
                    <a:pt x="7324" y="6324"/>
                  </a:lnTo>
                  <a:close/>
                  <a:moveTo>
                    <a:pt x="1400" y="6000"/>
                  </a:moveTo>
                  <a:lnTo>
                    <a:pt x="1400" y="6224"/>
                  </a:lnTo>
                  <a:lnTo>
                    <a:pt x="1524" y="6224"/>
                  </a:lnTo>
                  <a:lnTo>
                    <a:pt x="1524" y="6000"/>
                  </a:lnTo>
                  <a:close/>
                  <a:moveTo>
                    <a:pt x="7300" y="5400"/>
                  </a:moveTo>
                  <a:lnTo>
                    <a:pt x="7300" y="6124"/>
                  </a:lnTo>
                  <a:lnTo>
                    <a:pt x="7424" y="6124"/>
                  </a:lnTo>
                  <a:lnTo>
                    <a:pt x="7424" y="5400"/>
                  </a:lnTo>
                  <a:close/>
                  <a:moveTo>
                    <a:pt x="3600" y="4800"/>
                  </a:moveTo>
                  <a:lnTo>
                    <a:pt x="3600" y="4924"/>
                  </a:lnTo>
                  <a:lnTo>
                    <a:pt x="3700" y="4950"/>
                  </a:lnTo>
                  <a:lnTo>
                    <a:pt x="3700" y="5124"/>
                  </a:lnTo>
                  <a:lnTo>
                    <a:pt x="3774" y="5124"/>
                  </a:lnTo>
                  <a:lnTo>
                    <a:pt x="3800" y="5224"/>
                  </a:lnTo>
                  <a:lnTo>
                    <a:pt x="3900" y="5250"/>
                  </a:lnTo>
                  <a:lnTo>
                    <a:pt x="3900" y="5324"/>
                  </a:lnTo>
                  <a:lnTo>
                    <a:pt x="4174" y="5324"/>
                  </a:lnTo>
                  <a:lnTo>
                    <a:pt x="4200" y="5424"/>
                  </a:lnTo>
                  <a:lnTo>
                    <a:pt x="4624" y="5424"/>
                  </a:lnTo>
                  <a:lnTo>
                    <a:pt x="4650" y="5324"/>
                  </a:lnTo>
                  <a:lnTo>
                    <a:pt x="4824" y="5324"/>
                  </a:lnTo>
                  <a:lnTo>
                    <a:pt x="4850" y="5224"/>
                  </a:lnTo>
                  <a:lnTo>
                    <a:pt x="5024" y="5224"/>
                  </a:lnTo>
                  <a:lnTo>
                    <a:pt x="5024" y="5150"/>
                  </a:lnTo>
                  <a:lnTo>
                    <a:pt x="5124" y="5124"/>
                  </a:lnTo>
                  <a:lnTo>
                    <a:pt x="5124" y="4800"/>
                  </a:lnTo>
                  <a:lnTo>
                    <a:pt x="4900" y="4800"/>
                  </a:lnTo>
                  <a:lnTo>
                    <a:pt x="4900" y="5074"/>
                  </a:lnTo>
                  <a:lnTo>
                    <a:pt x="4800" y="5100"/>
                  </a:lnTo>
                  <a:lnTo>
                    <a:pt x="4774" y="5200"/>
                  </a:lnTo>
                  <a:lnTo>
                    <a:pt x="4600" y="5200"/>
                  </a:lnTo>
                  <a:lnTo>
                    <a:pt x="4574" y="5300"/>
                  </a:lnTo>
                  <a:lnTo>
                    <a:pt x="4250" y="5300"/>
                  </a:lnTo>
                  <a:lnTo>
                    <a:pt x="4224" y="5200"/>
                  </a:lnTo>
                  <a:lnTo>
                    <a:pt x="4050" y="5200"/>
                  </a:lnTo>
                  <a:lnTo>
                    <a:pt x="4024" y="5100"/>
                  </a:lnTo>
                  <a:lnTo>
                    <a:pt x="3924" y="5074"/>
                  </a:lnTo>
                  <a:lnTo>
                    <a:pt x="3924" y="4900"/>
                  </a:lnTo>
                  <a:lnTo>
                    <a:pt x="3850" y="4900"/>
                  </a:lnTo>
                  <a:lnTo>
                    <a:pt x="3824" y="4800"/>
                  </a:lnTo>
                  <a:close/>
                  <a:moveTo>
                    <a:pt x="7400" y="4100"/>
                  </a:moveTo>
                  <a:lnTo>
                    <a:pt x="7400" y="5124"/>
                  </a:lnTo>
                  <a:lnTo>
                    <a:pt x="7524" y="5124"/>
                  </a:lnTo>
                  <a:lnTo>
                    <a:pt x="7524" y="4100"/>
                  </a:lnTo>
                  <a:close/>
                  <a:moveTo>
                    <a:pt x="5800" y="3900"/>
                  </a:moveTo>
                  <a:lnTo>
                    <a:pt x="5800" y="4074"/>
                  </a:lnTo>
                  <a:lnTo>
                    <a:pt x="5700" y="4100"/>
                  </a:lnTo>
                  <a:lnTo>
                    <a:pt x="5700" y="4524"/>
                  </a:lnTo>
                  <a:lnTo>
                    <a:pt x="5774" y="4524"/>
                  </a:lnTo>
                  <a:lnTo>
                    <a:pt x="5800" y="4624"/>
                  </a:lnTo>
                  <a:lnTo>
                    <a:pt x="5900" y="4650"/>
                  </a:lnTo>
                  <a:lnTo>
                    <a:pt x="5900" y="4724"/>
                  </a:lnTo>
                  <a:lnTo>
                    <a:pt x="6324" y="4724"/>
                  </a:lnTo>
                  <a:lnTo>
                    <a:pt x="6324" y="4650"/>
                  </a:lnTo>
                  <a:lnTo>
                    <a:pt x="6424" y="4624"/>
                  </a:lnTo>
                  <a:lnTo>
                    <a:pt x="6450" y="4524"/>
                  </a:lnTo>
                  <a:lnTo>
                    <a:pt x="6524" y="4524"/>
                  </a:lnTo>
                  <a:lnTo>
                    <a:pt x="6524" y="4100"/>
                  </a:lnTo>
                  <a:lnTo>
                    <a:pt x="6424" y="4074"/>
                  </a:lnTo>
                  <a:lnTo>
                    <a:pt x="6424" y="3900"/>
                  </a:lnTo>
                  <a:close/>
                  <a:moveTo>
                    <a:pt x="2400" y="3900"/>
                  </a:moveTo>
                  <a:lnTo>
                    <a:pt x="2400" y="4074"/>
                  </a:lnTo>
                  <a:lnTo>
                    <a:pt x="2300" y="4100"/>
                  </a:lnTo>
                  <a:lnTo>
                    <a:pt x="2300" y="4524"/>
                  </a:lnTo>
                  <a:lnTo>
                    <a:pt x="2374" y="4524"/>
                  </a:lnTo>
                  <a:lnTo>
                    <a:pt x="2400" y="4624"/>
                  </a:lnTo>
                  <a:lnTo>
                    <a:pt x="2500" y="4650"/>
                  </a:lnTo>
                  <a:lnTo>
                    <a:pt x="2500" y="4724"/>
                  </a:lnTo>
                  <a:lnTo>
                    <a:pt x="2924" y="4724"/>
                  </a:lnTo>
                  <a:lnTo>
                    <a:pt x="2924" y="4650"/>
                  </a:lnTo>
                  <a:lnTo>
                    <a:pt x="3024" y="4624"/>
                  </a:lnTo>
                  <a:lnTo>
                    <a:pt x="3050" y="4524"/>
                  </a:lnTo>
                  <a:lnTo>
                    <a:pt x="3124" y="4524"/>
                  </a:lnTo>
                  <a:lnTo>
                    <a:pt x="3124" y="4100"/>
                  </a:lnTo>
                  <a:lnTo>
                    <a:pt x="3050" y="4100"/>
                  </a:lnTo>
                  <a:lnTo>
                    <a:pt x="3024" y="4000"/>
                  </a:lnTo>
                  <a:lnTo>
                    <a:pt x="2924" y="3974"/>
                  </a:lnTo>
                  <a:lnTo>
                    <a:pt x="2924" y="3900"/>
                  </a:lnTo>
                  <a:close/>
                  <a:moveTo>
                    <a:pt x="1724" y="3000"/>
                  </a:moveTo>
                  <a:lnTo>
                    <a:pt x="1600" y="3000"/>
                  </a:lnTo>
                  <a:lnTo>
                    <a:pt x="1600" y="3074"/>
                  </a:lnTo>
                  <a:lnTo>
                    <a:pt x="1500" y="3100"/>
                  </a:lnTo>
                  <a:lnTo>
                    <a:pt x="1474" y="3200"/>
                  </a:lnTo>
                  <a:lnTo>
                    <a:pt x="1400" y="3200"/>
                  </a:lnTo>
                  <a:lnTo>
                    <a:pt x="1400" y="3474"/>
                  </a:lnTo>
                  <a:lnTo>
                    <a:pt x="1300" y="3500"/>
                  </a:lnTo>
                  <a:lnTo>
                    <a:pt x="1300" y="5724"/>
                  </a:lnTo>
                  <a:lnTo>
                    <a:pt x="1424" y="5724"/>
                  </a:lnTo>
                  <a:lnTo>
                    <a:pt x="1424" y="3550"/>
                  </a:lnTo>
                  <a:lnTo>
                    <a:pt x="1524" y="3524"/>
                  </a:lnTo>
                  <a:lnTo>
                    <a:pt x="1524" y="3250"/>
                  </a:lnTo>
                  <a:lnTo>
                    <a:pt x="1624" y="3224"/>
                  </a:lnTo>
                  <a:lnTo>
                    <a:pt x="1650" y="3124"/>
                  </a:lnTo>
                  <a:lnTo>
                    <a:pt x="1724" y="3124"/>
                  </a:lnTo>
                  <a:close/>
                  <a:moveTo>
                    <a:pt x="6900" y="2900"/>
                  </a:moveTo>
                  <a:lnTo>
                    <a:pt x="6900" y="3024"/>
                  </a:lnTo>
                  <a:lnTo>
                    <a:pt x="7000" y="3050"/>
                  </a:lnTo>
                  <a:lnTo>
                    <a:pt x="7000" y="3474"/>
                  </a:lnTo>
                  <a:lnTo>
                    <a:pt x="6900" y="3500"/>
                  </a:lnTo>
                  <a:lnTo>
                    <a:pt x="6900" y="3824"/>
                  </a:lnTo>
                  <a:lnTo>
                    <a:pt x="7274" y="3824"/>
                  </a:lnTo>
                  <a:lnTo>
                    <a:pt x="7300" y="3924"/>
                  </a:lnTo>
                  <a:lnTo>
                    <a:pt x="7424" y="3924"/>
                  </a:lnTo>
                  <a:lnTo>
                    <a:pt x="7424" y="3300"/>
                  </a:lnTo>
                  <a:lnTo>
                    <a:pt x="7324" y="3274"/>
                  </a:lnTo>
                  <a:lnTo>
                    <a:pt x="7324" y="3100"/>
                  </a:lnTo>
                  <a:lnTo>
                    <a:pt x="7224" y="3074"/>
                  </a:lnTo>
                  <a:lnTo>
                    <a:pt x="7224" y="2900"/>
                  </a:lnTo>
                  <a:close/>
                  <a:moveTo>
                    <a:pt x="1800" y="2900"/>
                  </a:moveTo>
                  <a:lnTo>
                    <a:pt x="1800" y="3024"/>
                  </a:lnTo>
                  <a:lnTo>
                    <a:pt x="1924" y="3024"/>
                  </a:lnTo>
                  <a:lnTo>
                    <a:pt x="1924" y="2900"/>
                  </a:lnTo>
                  <a:close/>
                  <a:moveTo>
                    <a:pt x="2324" y="2350"/>
                  </a:moveTo>
                  <a:lnTo>
                    <a:pt x="2424" y="2324"/>
                  </a:lnTo>
                  <a:lnTo>
                    <a:pt x="2424" y="1850"/>
                  </a:lnTo>
                  <a:lnTo>
                    <a:pt x="2450" y="1824"/>
                  </a:lnTo>
                  <a:lnTo>
                    <a:pt x="2674" y="1824"/>
                  </a:lnTo>
                  <a:lnTo>
                    <a:pt x="2700" y="1924"/>
                  </a:lnTo>
                  <a:lnTo>
                    <a:pt x="2974" y="1924"/>
                  </a:lnTo>
                  <a:lnTo>
                    <a:pt x="3000" y="2024"/>
                  </a:lnTo>
                  <a:lnTo>
                    <a:pt x="3274" y="2024"/>
                  </a:lnTo>
                  <a:lnTo>
                    <a:pt x="3300" y="2124"/>
                  </a:lnTo>
                  <a:lnTo>
                    <a:pt x="3474" y="2124"/>
                  </a:lnTo>
                  <a:lnTo>
                    <a:pt x="3500" y="2224"/>
                  </a:lnTo>
                  <a:lnTo>
                    <a:pt x="3774" y="2224"/>
                  </a:lnTo>
                  <a:lnTo>
                    <a:pt x="3800" y="2324"/>
                  </a:lnTo>
                  <a:lnTo>
                    <a:pt x="4074" y="2324"/>
                  </a:lnTo>
                  <a:lnTo>
                    <a:pt x="4100" y="2424"/>
                  </a:lnTo>
                  <a:lnTo>
                    <a:pt x="4724" y="2424"/>
                  </a:lnTo>
                  <a:lnTo>
                    <a:pt x="4750" y="2324"/>
                  </a:lnTo>
                  <a:lnTo>
                    <a:pt x="5024" y="2324"/>
                  </a:lnTo>
                  <a:lnTo>
                    <a:pt x="5050" y="2224"/>
                  </a:lnTo>
                  <a:lnTo>
                    <a:pt x="5324" y="2224"/>
                  </a:lnTo>
                  <a:lnTo>
                    <a:pt x="5350" y="2124"/>
                  </a:lnTo>
                  <a:lnTo>
                    <a:pt x="5524" y="2124"/>
                  </a:lnTo>
                  <a:lnTo>
                    <a:pt x="5550" y="2024"/>
                  </a:lnTo>
                  <a:lnTo>
                    <a:pt x="5824" y="2024"/>
                  </a:lnTo>
                  <a:lnTo>
                    <a:pt x="5850" y="1924"/>
                  </a:lnTo>
                  <a:lnTo>
                    <a:pt x="6124" y="1924"/>
                  </a:lnTo>
                  <a:lnTo>
                    <a:pt x="6150" y="1824"/>
                  </a:lnTo>
                  <a:lnTo>
                    <a:pt x="6474" y="1824"/>
                  </a:lnTo>
                  <a:lnTo>
                    <a:pt x="6500" y="1850"/>
                  </a:lnTo>
                  <a:lnTo>
                    <a:pt x="6500" y="2574"/>
                  </a:lnTo>
                  <a:lnTo>
                    <a:pt x="6400" y="2600"/>
                  </a:lnTo>
                  <a:lnTo>
                    <a:pt x="6374" y="2700"/>
                  </a:lnTo>
                  <a:lnTo>
                    <a:pt x="6200" y="2700"/>
                  </a:lnTo>
                  <a:lnTo>
                    <a:pt x="6174" y="2800"/>
                  </a:lnTo>
                  <a:lnTo>
                    <a:pt x="6000" y="2800"/>
                  </a:lnTo>
                  <a:lnTo>
                    <a:pt x="5974" y="2900"/>
                  </a:lnTo>
                  <a:lnTo>
                    <a:pt x="5600" y="2900"/>
                  </a:lnTo>
                  <a:lnTo>
                    <a:pt x="5574" y="3000"/>
                  </a:lnTo>
                  <a:lnTo>
                    <a:pt x="4400" y="3000"/>
                  </a:lnTo>
                  <a:lnTo>
                    <a:pt x="4374" y="3100"/>
                  </a:lnTo>
                  <a:lnTo>
                    <a:pt x="4250" y="3100"/>
                  </a:lnTo>
                  <a:lnTo>
                    <a:pt x="4224" y="3000"/>
                  </a:lnTo>
                  <a:lnTo>
                    <a:pt x="3350" y="3000"/>
                  </a:lnTo>
                  <a:lnTo>
                    <a:pt x="3324" y="2900"/>
                  </a:lnTo>
                  <a:lnTo>
                    <a:pt x="2950" y="2900"/>
                  </a:lnTo>
                  <a:lnTo>
                    <a:pt x="2924" y="2800"/>
                  </a:lnTo>
                  <a:lnTo>
                    <a:pt x="2650" y="2800"/>
                  </a:lnTo>
                  <a:lnTo>
                    <a:pt x="2624" y="2700"/>
                  </a:lnTo>
                  <a:lnTo>
                    <a:pt x="2450" y="2700"/>
                  </a:lnTo>
                  <a:lnTo>
                    <a:pt x="2424" y="2600"/>
                  </a:lnTo>
                  <a:lnTo>
                    <a:pt x="2324" y="2574"/>
                  </a:lnTo>
                  <a:close/>
                  <a:moveTo>
                    <a:pt x="1624" y="1150"/>
                  </a:moveTo>
                  <a:lnTo>
                    <a:pt x="1650" y="1124"/>
                  </a:lnTo>
                  <a:lnTo>
                    <a:pt x="1924" y="1124"/>
                  </a:lnTo>
                  <a:lnTo>
                    <a:pt x="1950" y="1024"/>
                  </a:lnTo>
                  <a:lnTo>
                    <a:pt x="2124" y="1024"/>
                  </a:lnTo>
                  <a:lnTo>
                    <a:pt x="2150" y="924"/>
                  </a:lnTo>
                  <a:lnTo>
                    <a:pt x="2424" y="924"/>
                  </a:lnTo>
                  <a:lnTo>
                    <a:pt x="2450" y="824"/>
                  </a:lnTo>
                  <a:lnTo>
                    <a:pt x="2724" y="824"/>
                  </a:lnTo>
                  <a:lnTo>
                    <a:pt x="2750" y="724"/>
                  </a:lnTo>
                  <a:lnTo>
                    <a:pt x="3024" y="724"/>
                  </a:lnTo>
                  <a:lnTo>
                    <a:pt x="3050" y="624"/>
                  </a:lnTo>
                  <a:lnTo>
                    <a:pt x="3224" y="624"/>
                  </a:lnTo>
                  <a:lnTo>
                    <a:pt x="3250" y="524"/>
                  </a:lnTo>
                  <a:lnTo>
                    <a:pt x="3624" y="524"/>
                  </a:lnTo>
                  <a:lnTo>
                    <a:pt x="3650" y="424"/>
                  </a:lnTo>
                  <a:lnTo>
                    <a:pt x="3924" y="424"/>
                  </a:lnTo>
                  <a:lnTo>
                    <a:pt x="3924" y="350"/>
                  </a:lnTo>
                  <a:lnTo>
                    <a:pt x="4024" y="324"/>
                  </a:lnTo>
                  <a:lnTo>
                    <a:pt x="4050" y="224"/>
                  </a:lnTo>
                  <a:lnTo>
                    <a:pt x="4100" y="250"/>
                  </a:lnTo>
                  <a:lnTo>
                    <a:pt x="4100" y="324"/>
                  </a:lnTo>
                  <a:lnTo>
                    <a:pt x="4224" y="324"/>
                  </a:lnTo>
                  <a:lnTo>
                    <a:pt x="4250" y="224"/>
                  </a:lnTo>
                  <a:lnTo>
                    <a:pt x="4774" y="224"/>
                  </a:lnTo>
                  <a:lnTo>
                    <a:pt x="4800" y="324"/>
                  </a:lnTo>
                  <a:lnTo>
                    <a:pt x="4900" y="350"/>
                  </a:lnTo>
                  <a:lnTo>
                    <a:pt x="4900" y="424"/>
                  </a:lnTo>
                  <a:lnTo>
                    <a:pt x="5174" y="424"/>
                  </a:lnTo>
                  <a:lnTo>
                    <a:pt x="5200" y="524"/>
                  </a:lnTo>
                  <a:lnTo>
                    <a:pt x="5574" y="524"/>
                  </a:lnTo>
                  <a:lnTo>
                    <a:pt x="5600" y="624"/>
                  </a:lnTo>
                  <a:lnTo>
                    <a:pt x="5774" y="624"/>
                  </a:lnTo>
                  <a:lnTo>
                    <a:pt x="5800" y="724"/>
                  </a:lnTo>
                  <a:lnTo>
                    <a:pt x="6074" y="724"/>
                  </a:lnTo>
                  <a:lnTo>
                    <a:pt x="6100" y="824"/>
                  </a:lnTo>
                  <a:lnTo>
                    <a:pt x="6374" y="824"/>
                  </a:lnTo>
                  <a:lnTo>
                    <a:pt x="6400" y="924"/>
                  </a:lnTo>
                  <a:lnTo>
                    <a:pt x="6574" y="924"/>
                  </a:lnTo>
                  <a:lnTo>
                    <a:pt x="6600" y="1024"/>
                  </a:lnTo>
                  <a:lnTo>
                    <a:pt x="6874" y="1024"/>
                  </a:lnTo>
                  <a:lnTo>
                    <a:pt x="6900" y="1124"/>
                  </a:lnTo>
                  <a:lnTo>
                    <a:pt x="7174" y="1124"/>
                  </a:lnTo>
                  <a:lnTo>
                    <a:pt x="7200" y="1150"/>
                  </a:lnTo>
                  <a:lnTo>
                    <a:pt x="7200" y="1274"/>
                  </a:lnTo>
                  <a:lnTo>
                    <a:pt x="7174" y="1300"/>
                  </a:lnTo>
                  <a:lnTo>
                    <a:pt x="7000" y="1300"/>
                  </a:lnTo>
                  <a:lnTo>
                    <a:pt x="6974" y="1400"/>
                  </a:lnTo>
                  <a:lnTo>
                    <a:pt x="6650" y="1400"/>
                  </a:lnTo>
                  <a:lnTo>
                    <a:pt x="6624" y="1300"/>
                  </a:lnTo>
                  <a:lnTo>
                    <a:pt x="5850" y="1300"/>
                  </a:lnTo>
                  <a:lnTo>
                    <a:pt x="5824" y="1200"/>
                  </a:lnTo>
                  <a:lnTo>
                    <a:pt x="4950" y="1200"/>
                  </a:lnTo>
                  <a:lnTo>
                    <a:pt x="4924" y="1100"/>
                  </a:lnTo>
                  <a:lnTo>
                    <a:pt x="4200" y="1100"/>
                  </a:lnTo>
                  <a:lnTo>
                    <a:pt x="4200" y="1224"/>
                  </a:lnTo>
                  <a:lnTo>
                    <a:pt x="4274" y="1224"/>
                  </a:lnTo>
                  <a:lnTo>
                    <a:pt x="4300" y="1324"/>
                  </a:lnTo>
                  <a:lnTo>
                    <a:pt x="4774" y="1324"/>
                  </a:lnTo>
                  <a:lnTo>
                    <a:pt x="4800" y="1424"/>
                  </a:lnTo>
                  <a:lnTo>
                    <a:pt x="5674" y="1424"/>
                  </a:lnTo>
                  <a:lnTo>
                    <a:pt x="5700" y="1524"/>
                  </a:lnTo>
                  <a:lnTo>
                    <a:pt x="5824" y="1524"/>
                  </a:lnTo>
                  <a:lnTo>
                    <a:pt x="5824" y="1450"/>
                  </a:lnTo>
                  <a:lnTo>
                    <a:pt x="5874" y="1424"/>
                  </a:lnTo>
                  <a:lnTo>
                    <a:pt x="5900" y="1524"/>
                  </a:lnTo>
                  <a:lnTo>
                    <a:pt x="6274" y="1524"/>
                  </a:lnTo>
                  <a:lnTo>
                    <a:pt x="6300" y="1550"/>
                  </a:lnTo>
                  <a:lnTo>
                    <a:pt x="6274" y="1600"/>
                  </a:lnTo>
                  <a:lnTo>
                    <a:pt x="6200" y="1600"/>
                  </a:lnTo>
                  <a:lnTo>
                    <a:pt x="6174" y="1700"/>
                  </a:lnTo>
                  <a:lnTo>
                    <a:pt x="5900" y="1700"/>
                  </a:lnTo>
                  <a:lnTo>
                    <a:pt x="5874" y="1800"/>
                  </a:lnTo>
                  <a:lnTo>
                    <a:pt x="5600" y="1800"/>
                  </a:lnTo>
                  <a:lnTo>
                    <a:pt x="5574" y="1900"/>
                  </a:lnTo>
                  <a:lnTo>
                    <a:pt x="5300" y="1900"/>
                  </a:lnTo>
                  <a:lnTo>
                    <a:pt x="5274" y="2000"/>
                  </a:lnTo>
                  <a:lnTo>
                    <a:pt x="5000" y="2000"/>
                  </a:lnTo>
                  <a:lnTo>
                    <a:pt x="4974" y="2100"/>
                  </a:lnTo>
                  <a:lnTo>
                    <a:pt x="4600" y="2100"/>
                  </a:lnTo>
                  <a:lnTo>
                    <a:pt x="4574" y="2200"/>
                  </a:lnTo>
                  <a:lnTo>
                    <a:pt x="4250" y="2200"/>
                  </a:lnTo>
                  <a:lnTo>
                    <a:pt x="4224" y="2100"/>
                  </a:lnTo>
                  <a:lnTo>
                    <a:pt x="3950" y="2100"/>
                  </a:lnTo>
                  <a:lnTo>
                    <a:pt x="3924" y="2000"/>
                  </a:lnTo>
                  <a:lnTo>
                    <a:pt x="3550" y="2000"/>
                  </a:lnTo>
                  <a:lnTo>
                    <a:pt x="3524" y="1900"/>
                  </a:lnTo>
                  <a:lnTo>
                    <a:pt x="3250" y="1900"/>
                  </a:lnTo>
                  <a:lnTo>
                    <a:pt x="3224" y="1800"/>
                  </a:lnTo>
                  <a:lnTo>
                    <a:pt x="3050" y="1800"/>
                  </a:lnTo>
                  <a:lnTo>
                    <a:pt x="3024" y="1700"/>
                  </a:lnTo>
                  <a:lnTo>
                    <a:pt x="2750" y="1700"/>
                  </a:lnTo>
                  <a:lnTo>
                    <a:pt x="2724" y="1600"/>
                  </a:lnTo>
                  <a:lnTo>
                    <a:pt x="2450" y="1600"/>
                  </a:lnTo>
                  <a:lnTo>
                    <a:pt x="2424" y="1500"/>
                  </a:lnTo>
                  <a:lnTo>
                    <a:pt x="2250" y="1500"/>
                  </a:lnTo>
                  <a:lnTo>
                    <a:pt x="2224" y="1400"/>
                  </a:lnTo>
                  <a:lnTo>
                    <a:pt x="1950" y="1400"/>
                  </a:lnTo>
                  <a:lnTo>
                    <a:pt x="1924" y="1300"/>
                  </a:lnTo>
                  <a:lnTo>
                    <a:pt x="1650" y="1300"/>
                  </a:lnTo>
                  <a:lnTo>
                    <a:pt x="1624" y="127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6" name="Annotation MLLM illustration color 2"/>
            <p:cNvSpPr/>
            <p:nvPr/>
          </p:nvSpPr>
          <p:spPr>
            <a:xfrm>
              <a:off x="9714403" y="4740067"/>
              <a:ext cx="633131" cy="623987"/>
            </a:xfrm>
            <a:custGeom>
              <a:avLst/>
              <a:gdLst/>
              <a:ahLst/>
              <a:cxnLst/>
              <a:rect l="l" t="t" r="r" b="b"/>
              <a:pathLst>
                <a:path w="6924" h="6824">
                  <a:moveTo>
                    <a:pt x="6400" y="6700"/>
                  </a:moveTo>
                  <a:lnTo>
                    <a:pt x="6400" y="6824"/>
                  </a:lnTo>
                  <a:lnTo>
                    <a:pt x="6524" y="6824"/>
                  </a:lnTo>
                  <a:lnTo>
                    <a:pt x="6524" y="6700"/>
                  </a:lnTo>
                  <a:close/>
                  <a:moveTo>
                    <a:pt x="500" y="6100"/>
                  </a:moveTo>
                  <a:lnTo>
                    <a:pt x="500" y="6224"/>
                  </a:lnTo>
                  <a:lnTo>
                    <a:pt x="624" y="6224"/>
                  </a:lnTo>
                  <a:lnTo>
                    <a:pt x="624" y="6100"/>
                  </a:lnTo>
                  <a:close/>
                  <a:moveTo>
                    <a:pt x="6200" y="5800"/>
                  </a:moveTo>
                  <a:lnTo>
                    <a:pt x="6200" y="5924"/>
                  </a:lnTo>
                  <a:lnTo>
                    <a:pt x="6324" y="5924"/>
                  </a:lnTo>
                  <a:lnTo>
                    <a:pt x="6324" y="5800"/>
                  </a:lnTo>
                  <a:close/>
                  <a:moveTo>
                    <a:pt x="3300" y="5700"/>
                  </a:moveTo>
                  <a:lnTo>
                    <a:pt x="3300" y="5824"/>
                  </a:lnTo>
                  <a:lnTo>
                    <a:pt x="3624" y="5824"/>
                  </a:lnTo>
                  <a:lnTo>
                    <a:pt x="3624" y="5700"/>
                  </a:lnTo>
                  <a:close/>
                  <a:moveTo>
                    <a:pt x="6000" y="5500"/>
                  </a:moveTo>
                  <a:lnTo>
                    <a:pt x="6000" y="5624"/>
                  </a:lnTo>
                  <a:lnTo>
                    <a:pt x="6124" y="5624"/>
                  </a:lnTo>
                  <a:lnTo>
                    <a:pt x="6124" y="5500"/>
                  </a:lnTo>
                  <a:close/>
                  <a:moveTo>
                    <a:pt x="5700" y="5300"/>
                  </a:moveTo>
                  <a:lnTo>
                    <a:pt x="5700" y="5424"/>
                  </a:lnTo>
                  <a:lnTo>
                    <a:pt x="5824" y="5424"/>
                  </a:lnTo>
                  <a:lnTo>
                    <a:pt x="5824" y="5300"/>
                  </a:lnTo>
                  <a:close/>
                  <a:moveTo>
                    <a:pt x="2700" y="5300"/>
                  </a:moveTo>
                  <a:lnTo>
                    <a:pt x="2700" y="5424"/>
                  </a:lnTo>
                  <a:lnTo>
                    <a:pt x="2824" y="5424"/>
                  </a:lnTo>
                  <a:lnTo>
                    <a:pt x="2824" y="5300"/>
                  </a:lnTo>
                  <a:close/>
                  <a:moveTo>
                    <a:pt x="4300" y="5200"/>
                  </a:moveTo>
                  <a:lnTo>
                    <a:pt x="4300" y="5324"/>
                  </a:lnTo>
                  <a:lnTo>
                    <a:pt x="4424" y="5324"/>
                  </a:lnTo>
                  <a:lnTo>
                    <a:pt x="4424" y="5200"/>
                  </a:lnTo>
                  <a:close/>
                  <a:moveTo>
                    <a:pt x="2500" y="5200"/>
                  </a:moveTo>
                  <a:lnTo>
                    <a:pt x="2500" y="5324"/>
                  </a:lnTo>
                  <a:lnTo>
                    <a:pt x="2624" y="5324"/>
                  </a:lnTo>
                  <a:lnTo>
                    <a:pt x="2624" y="5200"/>
                  </a:lnTo>
                  <a:close/>
                  <a:moveTo>
                    <a:pt x="5600" y="4400"/>
                  </a:moveTo>
                  <a:lnTo>
                    <a:pt x="5600" y="4524"/>
                  </a:lnTo>
                  <a:lnTo>
                    <a:pt x="5724" y="4524"/>
                  </a:lnTo>
                  <a:lnTo>
                    <a:pt x="5724" y="4400"/>
                  </a:lnTo>
                  <a:close/>
                  <a:moveTo>
                    <a:pt x="1300" y="4400"/>
                  </a:moveTo>
                  <a:lnTo>
                    <a:pt x="1300" y="4524"/>
                  </a:lnTo>
                  <a:lnTo>
                    <a:pt x="1424" y="4524"/>
                  </a:lnTo>
                  <a:lnTo>
                    <a:pt x="1424" y="4400"/>
                  </a:lnTo>
                  <a:close/>
                  <a:moveTo>
                    <a:pt x="6200" y="4300"/>
                  </a:moveTo>
                  <a:lnTo>
                    <a:pt x="6200" y="4424"/>
                  </a:lnTo>
                  <a:lnTo>
                    <a:pt x="6324" y="4424"/>
                  </a:lnTo>
                  <a:lnTo>
                    <a:pt x="6324" y="4300"/>
                  </a:lnTo>
                  <a:close/>
                  <a:moveTo>
                    <a:pt x="5200" y="4100"/>
                  </a:moveTo>
                  <a:lnTo>
                    <a:pt x="5200" y="4224"/>
                  </a:lnTo>
                  <a:lnTo>
                    <a:pt x="5424" y="4224"/>
                  </a:lnTo>
                  <a:lnTo>
                    <a:pt x="5424" y="4100"/>
                  </a:lnTo>
                  <a:close/>
                  <a:moveTo>
                    <a:pt x="1500" y="4100"/>
                  </a:moveTo>
                  <a:lnTo>
                    <a:pt x="1500" y="4224"/>
                  </a:lnTo>
                  <a:lnTo>
                    <a:pt x="1724" y="4224"/>
                  </a:lnTo>
                  <a:lnTo>
                    <a:pt x="1724" y="4100"/>
                  </a:lnTo>
                  <a:close/>
                  <a:moveTo>
                    <a:pt x="300" y="4100"/>
                  </a:moveTo>
                  <a:lnTo>
                    <a:pt x="300" y="4224"/>
                  </a:lnTo>
                  <a:lnTo>
                    <a:pt x="424" y="4224"/>
                  </a:lnTo>
                  <a:lnTo>
                    <a:pt x="424" y="4100"/>
                  </a:lnTo>
                  <a:close/>
                  <a:moveTo>
                    <a:pt x="6000" y="4000"/>
                  </a:moveTo>
                  <a:lnTo>
                    <a:pt x="6000" y="4124"/>
                  </a:lnTo>
                  <a:lnTo>
                    <a:pt x="6124" y="4124"/>
                  </a:lnTo>
                  <a:lnTo>
                    <a:pt x="6124" y="4000"/>
                  </a:lnTo>
                  <a:close/>
                  <a:moveTo>
                    <a:pt x="2900" y="3900"/>
                  </a:moveTo>
                  <a:lnTo>
                    <a:pt x="2900" y="4024"/>
                  </a:lnTo>
                  <a:lnTo>
                    <a:pt x="4324" y="4024"/>
                  </a:lnTo>
                  <a:lnTo>
                    <a:pt x="4324" y="3900"/>
                  </a:lnTo>
                  <a:close/>
                  <a:moveTo>
                    <a:pt x="6424" y="3800"/>
                  </a:moveTo>
                  <a:lnTo>
                    <a:pt x="6300" y="3800"/>
                  </a:lnTo>
                  <a:lnTo>
                    <a:pt x="6300" y="3874"/>
                  </a:lnTo>
                  <a:lnTo>
                    <a:pt x="6200" y="3900"/>
                  </a:lnTo>
                  <a:lnTo>
                    <a:pt x="6200" y="4024"/>
                  </a:lnTo>
                  <a:lnTo>
                    <a:pt x="6324" y="4024"/>
                  </a:lnTo>
                  <a:lnTo>
                    <a:pt x="6324" y="3950"/>
                  </a:lnTo>
                  <a:lnTo>
                    <a:pt x="6424" y="3924"/>
                  </a:lnTo>
                  <a:close/>
                  <a:moveTo>
                    <a:pt x="5700" y="3800"/>
                  </a:moveTo>
                  <a:lnTo>
                    <a:pt x="5700" y="3924"/>
                  </a:lnTo>
                  <a:lnTo>
                    <a:pt x="5824" y="3924"/>
                  </a:lnTo>
                  <a:lnTo>
                    <a:pt x="5824" y="3800"/>
                  </a:lnTo>
                  <a:close/>
                  <a:moveTo>
                    <a:pt x="1200" y="3800"/>
                  </a:moveTo>
                  <a:lnTo>
                    <a:pt x="1200" y="3924"/>
                  </a:lnTo>
                  <a:lnTo>
                    <a:pt x="1324" y="3924"/>
                  </a:lnTo>
                  <a:lnTo>
                    <a:pt x="1324" y="3800"/>
                  </a:lnTo>
                  <a:close/>
                  <a:moveTo>
                    <a:pt x="6000" y="3700"/>
                  </a:moveTo>
                  <a:lnTo>
                    <a:pt x="6000" y="3824"/>
                  </a:lnTo>
                  <a:lnTo>
                    <a:pt x="6124" y="3824"/>
                  </a:lnTo>
                  <a:lnTo>
                    <a:pt x="6124" y="3700"/>
                  </a:lnTo>
                  <a:close/>
                  <a:moveTo>
                    <a:pt x="6800" y="3500"/>
                  </a:moveTo>
                  <a:lnTo>
                    <a:pt x="6800" y="3624"/>
                  </a:lnTo>
                  <a:lnTo>
                    <a:pt x="6924" y="3624"/>
                  </a:lnTo>
                  <a:lnTo>
                    <a:pt x="6924" y="3500"/>
                  </a:lnTo>
                  <a:close/>
                  <a:moveTo>
                    <a:pt x="400" y="3500"/>
                  </a:moveTo>
                  <a:lnTo>
                    <a:pt x="400" y="3624"/>
                  </a:lnTo>
                  <a:lnTo>
                    <a:pt x="524" y="3624"/>
                  </a:lnTo>
                  <a:lnTo>
                    <a:pt x="524" y="3500"/>
                  </a:lnTo>
                  <a:close/>
                  <a:moveTo>
                    <a:pt x="600" y="3000"/>
                  </a:moveTo>
                  <a:lnTo>
                    <a:pt x="600" y="3224"/>
                  </a:lnTo>
                  <a:lnTo>
                    <a:pt x="724" y="3224"/>
                  </a:lnTo>
                  <a:lnTo>
                    <a:pt x="724" y="3000"/>
                  </a:lnTo>
                  <a:close/>
                  <a:moveTo>
                    <a:pt x="300" y="2800"/>
                  </a:moveTo>
                  <a:lnTo>
                    <a:pt x="300" y="2924"/>
                  </a:lnTo>
                  <a:lnTo>
                    <a:pt x="424" y="2924"/>
                  </a:lnTo>
                  <a:lnTo>
                    <a:pt x="424" y="2800"/>
                  </a:lnTo>
                  <a:close/>
                  <a:moveTo>
                    <a:pt x="0" y="2700"/>
                  </a:moveTo>
                  <a:lnTo>
                    <a:pt x="0" y="2924"/>
                  </a:lnTo>
                  <a:lnTo>
                    <a:pt x="124" y="2924"/>
                  </a:lnTo>
                  <a:lnTo>
                    <a:pt x="124" y="2700"/>
                  </a:lnTo>
                  <a:close/>
                  <a:moveTo>
                    <a:pt x="3200" y="2500"/>
                  </a:moveTo>
                  <a:lnTo>
                    <a:pt x="3200" y="2624"/>
                  </a:lnTo>
                  <a:lnTo>
                    <a:pt x="3324" y="2624"/>
                  </a:lnTo>
                  <a:lnTo>
                    <a:pt x="3324" y="2500"/>
                  </a:lnTo>
                  <a:close/>
                  <a:moveTo>
                    <a:pt x="6300" y="2400"/>
                  </a:moveTo>
                  <a:lnTo>
                    <a:pt x="6300" y="2624"/>
                  </a:lnTo>
                  <a:lnTo>
                    <a:pt x="6424" y="2624"/>
                  </a:lnTo>
                  <a:lnTo>
                    <a:pt x="6424" y="2400"/>
                  </a:lnTo>
                  <a:close/>
                  <a:moveTo>
                    <a:pt x="4200" y="2400"/>
                  </a:moveTo>
                  <a:lnTo>
                    <a:pt x="4200" y="2524"/>
                  </a:lnTo>
                  <a:lnTo>
                    <a:pt x="4324" y="2524"/>
                  </a:lnTo>
                  <a:lnTo>
                    <a:pt x="4324" y="2400"/>
                  </a:lnTo>
                  <a:close/>
                  <a:moveTo>
                    <a:pt x="4800" y="2000"/>
                  </a:moveTo>
                  <a:lnTo>
                    <a:pt x="4800" y="2124"/>
                  </a:lnTo>
                  <a:lnTo>
                    <a:pt x="4924" y="2124"/>
                  </a:lnTo>
                  <a:lnTo>
                    <a:pt x="4924" y="2000"/>
                  </a:lnTo>
                  <a:close/>
                  <a:moveTo>
                    <a:pt x="4100" y="2000"/>
                  </a:moveTo>
                  <a:lnTo>
                    <a:pt x="4100" y="2124"/>
                  </a:lnTo>
                  <a:lnTo>
                    <a:pt x="4224" y="2124"/>
                  </a:lnTo>
                  <a:lnTo>
                    <a:pt x="4224" y="2000"/>
                  </a:lnTo>
                  <a:close/>
                  <a:moveTo>
                    <a:pt x="2800" y="2000"/>
                  </a:moveTo>
                  <a:lnTo>
                    <a:pt x="2800" y="2124"/>
                  </a:lnTo>
                  <a:lnTo>
                    <a:pt x="2924" y="2124"/>
                  </a:lnTo>
                  <a:lnTo>
                    <a:pt x="2924" y="2000"/>
                  </a:lnTo>
                  <a:close/>
                  <a:moveTo>
                    <a:pt x="4700" y="1400"/>
                  </a:moveTo>
                  <a:lnTo>
                    <a:pt x="4700" y="1524"/>
                  </a:lnTo>
                  <a:lnTo>
                    <a:pt x="4824" y="1524"/>
                  </a:lnTo>
                  <a:lnTo>
                    <a:pt x="4824" y="1400"/>
                  </a:lnTo>
                  <a:close/>
                  <a:moveTo>
                    <a:pt x="2200" y="1400"/>
                  </a:moveTo>
                  <a:lnTo>
                    <a:pt x="2200" y="1524"/>
                  </a:lnTo>
                  <a:lnTo>
                    <a:pt x="2324" y="1524"/>
                  </a:lnTo>
                  <a:lnTo>
                    <a:pt x="2324" y="1400"/>
                  </a:lnTo>
                  <a:close/>
                  <a:moveTo>
                    <a:pt x="1300" y="1400"/>
                  </a:moveTo>
                  <a:lnTo>
                    <a:pt x="1300" y="1524"/>
                  </a:lnTo>
                  <a:lnTo>
                    <a:pt x="1424" y="1524"/>
                  </a:lnTo>
                  <a:lnTo>
                    <a:pt x="1424" y="1400"/>
                  </a:lnTo>
                  <a:close/>
                  <a:moveTo>
                    <a:pt x="6300" y="1300"/>
                  </a:moveTo>
                  <a:lnTo>
                    <a:pt x="6300" y="1524"/>
                  </a:lnTo>
                  <a:lnTo>
                    <a:pt x="6424" y="1524"/>
                  </a:lnTo>
                  <a:lnTo>
                    <a:pt x="6424" y="1300"/>
                  </a:lnTo>
                  <a:close/>
                  <a:moveTo>
                    <a:pt x="5900" y="1200"/>
                  </a:moveTo>
                  <a:lnTo>
                    <a:pt x="5900" y="1324"/>
                  </a:lnTo>
                  <a:lnTo>
                    <a:pt x="6024" y="1324"/>
                  </a:lnTo>
                  <a:lnTo>
                    <a:pt x="6024" y="1200"/>
                  </a:lnTo>
                  <a:close/>
                  <a:moveTo>
                    <a:pt x="2000" y="1200"/>
                  </a:moveTo>
                  <a:lnTo>
                    <a:pt x="2000" y="1324"/>
                  </a:lnTo>
                  <a:lnTo>
                    <a:pt x="2124" y="1324"/>
                  </a:lnTo>
                  <a:lnTo>
                    <a:pt x="2124" y="1200"/>
                  </a:lnTo>
                  <a:close/>
                  <a:moveTo>
                    <a:pt x="1500" y="1200"/>
                  </a:moveTo>
                  <a:lnTo>
                    <a:pt x="1500" y="1324"/>
                  </a:lnTo>
                  <a:lnTo>
                    <a:pt x="1624" y="1324"/>
                  </a:lnTo>
                  <a:lnTo>
                    <a:pt x="1624" y="1200"/>
                  </a:lnTo>
                  <a:close/>
                  <a:moveTo>
                    <a:pt x="0" y="12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2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6500" y="700"/>
                  </a:moveTo>
                  <a:lnTo>
                    <a:pt x="6500" y="824"/>
                  </a:lnTo>
                  <a:lnTo>
                    <a:pt x="6624" y="824"/>
                  </a:lnTo>
                  <a:lnTo>
                    <a:pt x="6624" y="700"/>
                  </a:lnTo>
                  <a:close/>
                  <a:moveTo>
                    <a:pt x="6800" y="600"/>
                  </a:moveTo>
                  <a:lnTo>
                    <a:pt x="6800" y="724"/>
                  </a:lnTo>
                  <a:lnTo>
                    <a:pt x="6924" y="724"/>
                  </a:lnTo>
                  <a:lnTo>
                    <a:pt x="6924" y="600"/>
                  </a:lnTo>
                  <a:close/>
                  <a:moveTo>
                    <a:pt x="4100" y="600"/>
                  </a:moveTo>
                  <a:lnTo>
                    <a:pt x="4100" y="724"/>
                  </a:lnTo>
                  <a:lnTo>
                    <a:pt x="4224" y="724"/>
                  </a:lnTo>
                  <a:lnTo>
                    <a:pt x="4224" y="600"/>
                  </a:lnTo>
                  <a:close/>
                  <a:moveTo>
                    <a:pt x="2900" y="600"/>
                  </a:moveTo>
                  <a:lnTo>
                    <a:pt x="2900" y="724"/>
                  </a:lnTo>
                  <a:lnTo>
                    <a:pt x="3024" y="724"/>
                  </a:lnTo>
                  <a:lnTo>
                    <a:pt x="3024" y="600"/>
                  </a:lnTo>
                  <a:close/>
                  <a:moveTo>
                    <a:pt x="700" y="600"/>
                  </a:moveTo>
                  <a:lnTo>
                    <a:pt x="700" y="724"/>
                  </a:lnTo>
                  <a:lnTo>
                    <a:pt x="824" y="724"/>
                  </a:lnTo>
                  <a:lnTo>
                    <a:pt x="824" y="600"/>
                  </a:lnTo>
                  <a:close/>
                  <a:moveTo>
                    <a:pt x="400" y="600"/>
                  </a:moveTo>
                  <a:lnTo>
                    <a:pt x="400" y="724"/>
                  </a:lnTo>
                  <a:lnTo>
                    <a:pt x="524" y="724"/>
                  </a:lnTo>
                  <a:lnTo>
                    <a:pt x="524" y="600"/>
                  </a:lnTo>
                  <a:close/>
                  <a:moveTo>
                    <a:pt x="4800" y="500"/>
                  </a:moveTo>
                  <a:lnTo>
                    <a:pt x="4800" y="624"/>
                  </a:lnTo>
                  <a:lnTo>
                    <a:pt x="4924" y="624"/>
                  </a:lnTo>
                  <a:lnTo>
                    <a:pt x="4924" y="500"/>
                  </a:lnTo>
                  <a:close/>
                  <a:moveTo>
                    <a:pt x="5800" y="400"/>
                  </a:moveTo>
                  <a:lnTo>
                    <a:pt x="5800" y="524"/>
                  </a:lnTo>
                  <a:lnTo>
                    <a:pt x="5924" y="524"/>
                  </a:lnTo>
                  <a:lnTo>
                    <a:pt x="5924" y="400"/>
                  </a:lnTo>
                  <a:close/>
                  <a:moveTo>
                    <a:pt x="5200" y="400"/>
                  </a:moveTo>
                  <a:lnTo>
                    <a:pt x="5200" y="524"/>
                  </a:lnTo>
                  <a:lnTo>
                    <a:pt x="5324" y="524"/>
                  </a:lnTo>
                  <a:lnTo>
                    <a:pt x="5324" y="400"/>
                  </a:lnTo>
                  <a:close/>
                  <a:moveTo>
                    <a:pt x="1100" y="400"/>
                  </a:moveTo>
                  <a:lnTo>
                    <a:pt x="1100" y="524"/>
                  </a:lnTo>
                  <a:lnTo>
                    <a:pt x="1224" y="524"/>
                  </a:lnTo>
                  <a:lnTo>
                    <a:pt x="1224" y="400"/>
                  </a:lnTo>
                  <a:close/>
                  <a:moveTo>
                    <a:pt x="6700" y="300"/>
                  </a:moveTo>
                  <a:lnTo>
                    <a:pt x="6700" y="424"/>
                  </a:lnTo>
                  <a:lnTo>
                    <a:pt x="6824" y="424"/>
                  </a:lnTo>
                  <a:lnTo>
                    <a:pt x="6824" y="300"/>
                  </a:lnTo>
                  <a:close/>
                  <a:moveTo>
                    <a:pt x="800" y="200"/>
                  </a:moveTo>
                  <a:lnTo>
                    <a:pt x="800" y="324"/>
                  </a:lnTo>
                  <a:lnTo>
                    <a:pt x="924" y="324"/>
                  </a:lnTo>
                  <a:lnTo>
                    <a:pt x="924" y="200"/>
                  </a:lnTo>
                  <a:close/>
                  <a:moveTo>
                    <a:pt x="6000" y="100"/>
                  </a:moveTo>
                  <a:lnTo>
                    <a:pt x="6000" y="224"/>
                  </a:lnTo>
                  <a:lnTo>
                    <a:pt x="6124" y="224"/>
                  </a:lnTo>
                  <a:lnTo>
                    <a:pt x="6124" y="10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524" y="124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60859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7" name="Annotation MLLM illustration color 3"/>
            <p:cNvSpPr/>
            <p:nvPr/>
          </p:nvSpPr>
          <p:spPr>
            <a:xfrm>
              <a:off x="9723547" y="4730923"/>
              <a:ext cx="623987" cy="633131"/>
            </a:xfrm>
            <a:custGeom>
              <a:avLst/>
              <a:gdLst/>
              <a:ahLst/>
              <a:cxnLst/>
              <a:rect l="l" t="t" r="r" b="b"/>
              <a:pathLst>
                <a:path w="6824" h="6924">
                  <a:moveTo>
                    <a:pt x="400" y="6400"/>
                  </a:moveTo>
                  <a:lnTo>
                    <a:pt x="400" y="6824"/>
                  </a:lnTo>
                  <a:lnTo>
                    <a:pt x="474" y="6824"/>
                  </a:lnTo>
                  <a:lnTo>
                    <a:pt x="500" y="6924"/>
                  </a:lnTo>
                  <a:lnTo>
                    <a:pt x="724" y="6924"/>
                  </a:lnTo>
                  <a:lnTo>
                    <a:pt x="750" y="6824"/>
                  </a:lnTo>
                  <a:lnTo>
                    <a:pt x="800" y="6850"/>
                  </a:lnTo>
                  <a:lnTo>
                    <a:pt x="800" y="6924"/>
                  </a:lnTo>
                  <a:lnTo>
                    <a:pt x="6324" y="6924"/>
                  </a:lnTo>
                  <a:lnTo>
                    <a:pt x="6324" y="6600"/>
                  </a:lnTo>
                  <a:lnTo>
                    <a:pt x="6224" y="6574"/>
                  </a:lnTo>
                  <a:lnTo>
                    <a:pt x="6250" y="6524"/>
                  </a:lnTo>
                  <a:lnTo>
                    <a:pt x="6324" y="6524"/>
                  </a:lnTo>
                  <a:lnTo>
                    <a:pt x="6324" y="6300"/>
                  </a:lnTo>
                  <a:lnTo>
                    <a:pt x="6150" y="6300"/>
                  </a:lnTo>
                  <a:lnTo>
                    <a:pt x="6124" y="6274"/>
                  </a:lnTo>
                  <a:lnTo>
                    <a:pt x="6124" y="6150"/>
                  </a:lnTo>
                  <a:lnTo>
                    <a:pt x="6224" y="6124"/>
                  </a:lnTo>
                  <a:lnTo>
                    <a:pt x="6224" y="6000"/>
                  </a:lnTo>
                  <a:lnTo>
                    <a:pt x="6150" y="6000"/>
                  </a:lnTo>
                  <a:lnTo>
                    <a:pt x="6124" y="5900"/>
                  </a:lnTo>
                  <a:lnTo>
                    <a:pt x="6024" y="5874"/>
                  </a:lnTo>
                  <a:lnTo>
                    <a:pt x="6024" y="5700"/>
                  </a:lnTo>
                  <a:lnTo>
                    <a:pt x="5950" y="5700"/>
                  </a:lnTo>
                  <a:lnTo>
                    <a:pt x="5924" y="5600"/>
                  </a:lnTo>
                  <a:lnTo>
                    <a:pt x="5750" y="5600"/>
                  </a:lnTo>
                  <a:lnTo>
                    <a:pt x="5724" y="5500"/>
                  </a:lnTo>
                  <a:lnTo>
                    <a:pt x="5550" y="5500"/>
                  </a:lnTo>
                  <a:lnTo>
                    <a:pt x="5524" y="5400"/>
                  </a:lnTo>
                  <a:lnTo>
                    <a:pt x="5000" y="5400"/>
                  </a:lnTo>
                  <a:lnTo>
                    <a:pt x="4974" y="5500"/>
                  </a:lnTo>
                  <a:lnTo>
                    <a:pt x="4850" y="5500"/>
                  </a:lnTo>
                  <a:lnTo>
                    <a:pt x="4824" y="5400"/>
                  </a:lnTo>
                  <a:lnTo>
                    <a:pt x="4700" y="5400"/>
                  </a:lnTo>
                  <a:lnTo>
                    <a:pt x="4674" y="5500"/>
                  </a:lnTo>
                  <a:lnTo>
                    <a:pt x="4550" y="5500"/>
                  </a:lnTo>
                  <a:lnTo>
                    <a:pt x="4524" y="5400"/>
                  </a:lnTo>
                  <a:lnTo>
                    <a:pt x="4400" y="5400"/>
                  </a:lnTo>
                  <a:lnTo>
                    <a:pt x="4374" y="5500"/>
                  </a:lnTo>
                  <a:lnTo>
                    <a:pt x="4250" y="5500"/>
                  </a:lnTo>
                  <a:lnTo>
                    <a:pt x="4224" y="5400"/>
                  </a:lnTo>
                  <a:lnTo>
                    <a:pt x="4100" y="5400"/>
                  </a:lnTo>
                  <a:lnTo>
                    <a:pt x="4100" y="5524"/>
                  </a:lnTo>
                  <a:lnTo>
                    <a:pt x="4174" y="5524"/>
                  </a:lnTo>
                  <a:lnTo>
                    <a:pt x="4200" y="5574"/>
                  </a:lnTo>
                  <a:lnTo>
                    <a:pt x="4174" y="5600"/>
                  </a:lnTo>
                  <a:lnTo>
                    <a:pt x="4000" y="5600"/>
                  </a:lnTo>
                  <a:lnTo>
                    <a:pt x="4000" y="5674"/>
                  </a:lnTo>
                  <a:lnTo>
                    <a:pt x="3900" y="5700"/>
                  </a:lnTo>
                  <a:lnTo>
                    <a:pt x="3900" y="5774"/>
                  </a:lnTo>
                  <a:lnTo>
                    <a:pt x="3800" y="5800"/>
                  </a:lnTo>
                  <a:lnTo>
                    <a:pt x="3774" y="5900"/>
                  </a:lnTo>
                  <a:lnTo>
                    <a:pt x="3050" y="5900"/>
                  </a:lnTo>
                  <a:lnTo>
                    <a:pt x="3024" y="5800"/>
                  </a:lnTo>
                  <a:lnTo>
                    <a:pt x="2850" y="5800"/>
                  </a:lnTo>
                  <a:lnTo>
                    <a:pt x="2824" y="5700"/>
                  </a:lnTo>
                  <a:lnTo>
                    <a:pt x="2750" y="5700"/>
                  </a:lnTo>
                  <a:lnTo>
                    <a:pt x="2724" y="5600"/>
                  </a:lnTo>
                  <a:lnTo>
                    <a:pt x="2650" y="5600"/>
                  </a:lnTo>
                  <a:lnTo>
                    <a:pt x="2624" y="5500"/>
                  </a:lnTo>
                  <a:lnTo>
                    <a:pt x="2524" y="5474"/>
                  </a:lnTo>
                  <a:lnTo>
                    <a:pt x="2524" y="5400"/>
                  </a:lnTo>
                  <a:lnTo>
                    <a:pt x="2400" y="5400"/>
                  </a:lnTo>
                  <a:lnTo>
                    <a:pt x="2374" y="5500"/>
                  </a:lnTo>
                  <a:lnTo>
                    <a:pt x="1950" y="5500"/>
                  </a:lnTo>
                  <a:lnTo>
                    <a:pt x="1924" y="5400"/>
                  </a:lnTo>
                  <a:lnTo>
                    <a:pt x="1300" y="5400"/>
                  </a:lnTo>
                  <a:lnTo>
                    <a:pt x="1274" y="5500"/>
                  </a:lnTo>
                  <a:lnTo>
                    <a:pt x="1000" y="5500"/>
                  </a:lnTo>
                  <a:lnTo>
                    <a:pt x="1000" y="5574"/>
                  </a:lnTo>
                  <a:lnTo>
                    <a:pt x="900" y="5600"/>
                  </a:lnTo>
                  <a:lnTo>
                    <a:pt x="874" y="5700"/>
                  </a:lnTo>
                  <a:lnTo>
                    <a:pt x="700" y="5700"/>
                  </a:lnTo>
                  <a:lnTo>
                    <a:pt x="700" y="5974"/>
                  </a:lnTo>
                  <a:lnTo>
                    <a:pt x="600" y="6000"/>
                  </a:lnTo>
                  <a:lnTo>
                    <a:pt x="600" y="6374"/>
                  </a:lnTo>
                  <a:lnTo>
                    <a:pt x="574" y="6400"/>
                  </a:lnTo>
                  <a:close/>
                  <a:moveTo>
                    <a:pt x="600" y="800"/>
                  </a:moveTo>
                  <a:lnTo>
                    <a:pt x="600" y="924"/>
                  </a:lnTo>
                  <a:lnTo>
                    <a:pt x="700" y="950"/>
                  </a:lnTo>
                  <a:lnTo>
                    <a:pt x="700" y="1274"/>
                  </a:lnTo>
                  <a:lnTo>
                    <a:pt x="674" y="1300"/>
                  </a:lnTo>
                  <a:lnTo>
                    <a:pt x="500" y="1300"/>
                  </a:lnTo>
                  <a:lnTo>
                    <a:pt x="500" y="2224"/>
                  </a:lnTo>
                  <a:lnTo>
                    <a:pt x="600" y="2250"/>
                  </a:lnTo>
                  <a:lnTo>
                    <a:pt x="574" y="2300"/>
                  </a:lnTo>
                  <a:lnTo>
                    <a:pt x="500" y="2300"/>
                  </a:lnTo>
                  <a:lnTo>
                    <a:pt x="500" y="2724"/>
                  </a:lnTo>
                  <a:lnTo>
                    <a:pt x="600" y="2750"/>
                  </a:lnTo>
                  <a:lnTo>
                    <a:pt x="600" y="2924"/>
                  </a:lnTo>
                  <a:lnTo>
                    <a:pt x="700" y="2950"/>
                  </a:lnTo>
                  <a:lnTo>
                    <a:pt x="700" y="3474"/>
                  </a:lnTo>
                  <a:lnTo>
                    <a:pt x="600" y="3500"/>
                  </a:lnTo>
                  <a:lnTo>
                    <a:pt x="600" y="3624"/>
                  </a:lnTo>
                  <a:lnTo>
                    <a:pt x="700" y="3650"/>
                  </a:lnTo>
                  <a:lnTo>
                    <a:pt x="700" y="3824"/>
                  </a:lnTo>
                  <a:lnTo>
                    <a:pt x="874" y="3824"/>
                  </a:lnTo>
                  <a:lnTo>
                    <a:pt x="900" y="3924"/>
                  </a:lnTo>
                  <a:lnTo>
                    <a:pt x="1024" y="3924"/>
                  </a:lnTo>
                  <a:lnTo>
                    <a:pt x="1050" y="3824"/>
                  </a:lnTo>
                  <a:lnTo>
                    <a:pt x="1100" y="3850"/>
                  </a:lnTo>
                  <a:lnTo>
                    <a:pt x="1100" y="3924"/>
                  </a:lnTo>
                  <a:lnTo>
                    <a:pt x="1974" y="3924"/>
                  </a:lnTo>
                  <a:lnTo>
                    <a:pt x="2000" y="4024"/>
                  </a:lnTo>
                  <a:lnTo>
                    <a:pt x="4824" y="4024"/>
                  </a:lnTo>
                  <a:lnTo>
                    <a:pt x="4850" y="3924"/>
                  </a:lnTo>
                  <a:lnTo>
                    <a:pt x="5824" y="3924"/>
                  </a:lnTo>
                  <a:lnTo>
                    <a:pt x="5850" y="3824"/>
                  </a:lnTo>
                  <a:lnTo>
                    <a:pt x="6024" y="3824"/>
                  </a:lnTo>
                  <a:lnTo>
                    <a:pt x="6024" y="3750"/>
                  </a:lnTo>
                  <a:lnTo>
                    <a:pt x="6124" y="3724"/>
                  </a:lnTo>
                  <a:lnTo>
                    <a:pt x="6124" y="3600"/>
                  </a:lnTo>
                  <a:lnTo>
                    <a:pt x="6024" y="3574"/>
                  </a:lnTo>
                  <a:lnTo>
                    <a:pt x="6024" y="3450"/>
                  </a:lnTo>
                  <a:lnTo>
                    <a:pt x="6124" y="3424"/>
                  </a:lnTo>
                  <a:lnTo>
                    <a:pt x="6150" y="3324"/>
                  </a:lnTo>
                  <a:lnTo>
                    <a:pt x="6224" y="3324"/>
                  </a:lnTo>
                  <a:lnTo>
                    <a:pt x="6224" y="3200"/>
                  </a:lnTo>
                  <a:lnTo>
                    <a:pt x="6124" y="3174"/>
                  </a:lnTo>
                  <a:lnTo>
                    <a:pt x="6124" y="1500"/>
                  </a:lnTo>
                  <a:lnTo>
                    <a:pt x="5950" y="1500"/>
                  </a:lnTo>
                  <a:lnTo>
                    <a:pt x="5924" y="1400"/>
                  </a:lnTo>
                  <a:lnTo>
                    <a:pt x="5850" y="1400"/>
                  </a:lnTo>
                  <a:lnTo>
                    <a:pt x="5824" y="1300"/>
                  </a:lnTo>
                  <a:lnTo>
                    <a:pt x="5724" y="1274"/>
                  </a:lnTo>
                  <a:lnTo>
                    <a:pt x="5724" y="1150"/>
                  </a:lnTo>
                  <a:lnTo>
                    <a:pt x="5824" y="1124"/>
                  </a:lnTo>
                  <a:lnTo>
                    <a:pt x="5824" y="600"/>
                  </a:lnTo>
                  <a:lnTo>
                    <a:pt x="5600" y="600"/>
                  </a:lnTo>
                  <a:lnTo>
                    <a:pt x="5574" y="700"/>
                  </a:lnTo>
                  <a:lnTo>
                    <a:pt x="5524" y="674"/>
                  </a:lnTo>
                  <a:lnTo>
                    <a:pt x="5524" y="600"/>
                  </a:lnTo>
                  <a:lnTo>
                    <a:pt x="5000" y="600"/>
                  </a:lnTo>
                  <a:lnTo>
                    <a:pt x="4974" y="700"/>
                  </a:lnTo>
                  <a:lnTo>
                    <a:pt x="4600" y="700"/>
                  </a:lnTo>
                  <a:lnTo>
                    <a:pt x="4574" y="800"/>
                  </a:lnTo>
                  <a:lnTo>
                    <a:pt x="2350" y="800"/>
                  </a:lnTo>
                  <a:lnTo>
                    <a:pt x="2324" y="700"/>
                  </a:lnTo>
                  <a:lnTo>
                    <a:pt x="1850" y="700"/>
                  </a:lnTo>
                  <a:lnTo>
                    <a:pt x="1824" y="600"/>
                  </a:lnTo>
                  <a:lnTo>
                    <a:pt x="1550" y="600"/>
                  </a:lnTo>
                  <a:lnTo>
                    <a:pt x="1524" y="500"/>
                  </a:lnTo>
                  <a:lnTo>
                    <a:pt x="1400" y="500"/>
                  </a:lnTo>
                  <a:lnTo>
                    <a:pt x="1400" y="574"/>
                  </a:lnTo>
                  <a:lnTo>
                    <a:pt x="1300" y="600"/>
                  </a:lnTo>
                  <a:lnTo>
                    <a:pt x="1274" y="700"/>
                  </a:lnTo>
                  <a:lnTo>
                    <a:pt x="1150" y="700"/>
                  </a:lnTo>
                  <a:lnTo>
                    <a:pt x="1124" y="600"/>
                  </a:lnTo>
                  <a:lnTo>
                    <a:pt x="900" y="600"/>
                  </a:lnTo>
                  <a:lnTo>
                    <a:pt x="874" y="700"/>
                  </a:lnTo>
                  <a:lnTo>
                    <a:pt x="700" y="700"/>
                  </a:lnTo>
                  <a:lnTo>
                    <a:pt x="700" y="774"/>
                  </a:lnTo>
                  <a:close/>
                  <a:moveTo>
                    <a:pt x="4424" y="3250"/>
                  </a:moveTo>
                  <a:lnTo>
                    <a:pt x="4474" y="3224"/>
                  </a:lnTo>
                  <a:lnTo>
                    <a:pt x="4500" y="3274"/>
                  </a:lnTo>
                  <a:lnTo>
                    <a:pt x="4450" y="3300"/>
                  </a:lnTo>
                  <a:close/>
                  <a:moveTo>
                    <a:pt x="4524" y="3050"/>
                  </a:moveTo>
                  <a:lnTo>
                    <a:pt x="4574" y="3024"/>
                  </a:lnTo>
                  <a:lnTo>
                    <a:pt x="4600" y="3074"/>
                  </a:lnTo>
                  <a:lnTo>
                    <a:pt x="4550" y="3100"/>
                  </a:lnTo>
                  <a:close/>
                  <a:moveTo>
                    <a:pt x="4624" y="2850"/>
                  </a:moveTo>
                  <a:lnTo>
                    <a:pt x="4674" y="2824"/>
                  </a:lnTo>
                  <a:lnTo>
                    <a:pt x="4700" y="2874"/>
                  </a:lnTo>
                  <a:lnTo>
                    <a:pt x="4650" y="2900"/>
                  </a:lnTo>
                  <a:close/>
                  <a:moveTo>
                    <a:pt x="1824" y="2550"/>
                  </a:moveTo>
                  <a:lnTo>
                    <a:pt x="1874" y="2524"/>
                  </a:lnTo>
                  <a:lnTo>
                    <a:pt x="1900" y="2574"/>
                  </a:lnTo>
                  <a:lnTo>
                    <a:pt x="1850" y="2600"/>
                  </a:lnTo>
                  <a:close/>
                  <a:moveTo>
                    <a:pt x="4424" y="2250"/>
                  </a:moveTo>
                  <a:lnTo>
                    <a:pt x="4474" y="2224"/>
                  </a:lnTo>
                  <a:lnTo>
                    <a:pt x="4500" y="2274"/>
                  </a:lnTo>
                  <a:lnTo>
                    <a:pt x="4450" y="2300"/>
                  </a:lnTo>
                  <a:close/>
                  <a:moveTo>
                    <a:pt x="3424" y="2250"/>
                  </a:moveTo>
                  <a:lnTo>
                    <a:pt x="3474" y="2224"/>
                  </a:lnTo>
                  <a:lnTo>
                    <a:pt x="3500" y="2274"/>
                  </a:lnTo>
                  <a:lnTo>
                    <a:pt x="3450" y="2300"/>
                  </a:lnTo>
                  <a:close/>
                  <a:moveTo>
                    <a:pt x="2424" y="2350"/>
                  </a:moveTo>
                  <a:lnTo>
                    <a:pt x="2450" y="2324"/>
                  </a:lnTo>
                  <a:lnTo>
                    <a:pt x="2624" y="2324"/>
                  </a:lnTo>
                  <a:lnTo>
                    <a:pt x="2624" y="2150"/>
                  </a:lnTo>
                  <a:lnTo>
                    <a:pt x="2724" y="2124"/>
                  </a:lnTo>
                  <a:lnTo>
                    <a:pt x="2724" y="2050"/>
                  </a:lnTo>
                  <a:lnTo>
                    <a:pt x="2774" y="2024"/>
                  </a:lnTo>
                  <a:lnTo>
                    <a:pt x="2800" y="2050"/>
                  </a:lnTo>
                  <a:lnTo>
                    <a:pt x="2800" y="2224"/>
                  </a:lnTo>
                  <a:lnTo>
                    <a:pt x="2874" y="2224"/>
                  </a:lnTo>
                  <a:lnTo>
                    <a:pt x="2900" y="2324"/>
                  </a:lnTo>
                  <a:lnTo>
                    <a:pt x="2974" y="2324"/>
                  </a:lnTo>
                  <a:lnTo>
                    <a:pt x="3000" y="2424"/>
                  </a:lnTo>
                  <a:lnTo>
                    <a:pt x="3100" y="2450"/>
                  </a:lnTo>
                  <a:lnTo>
                    <a:pt x="3100" y="2624"/>
                  </a:lnTo>
                  <a:lnTo>
                    <a:pt x="3724" y="2624"/>
                  </a:lnTo>
                  <a:lnTo>
                    <a:pt x="3724" y="2350"/>
                  </a:lnTo>
                  <a:lnTo>
                    <a:pt x="3824" y="2324"/>
                  </a:lnTo>
                  <a:lnTo>
                    <a:pt x="3824" y="2250"/>
                  </a:lnTo>
                  <a:lnTo>
                    <a:pt x="3924" y="2224"/>
                  </a:lnTo>
                  <a:lnTo>
                    <a:pt x="3924" y="2150"/>
                  </a:lnTo>
                  <a:lnTo>
                    <a:pt x="4024" y="2124"/>
                  </a:lnTo>
                  <a:lnTo>
                    <a:pt x="4024" y="2050"/>
                  </a:lnTo>
                  <a:lnTo>
                    <a:pt x="4074" y="2024"/>
                  </a:lnTo>
                  <a:lnTo>
                    <a:pt x="4100" y="2050"/>
                  </a:lnTo>
                  <a:lnTo>
                    <a:pt x="4100" y="2224"/>
                  </a:lnTo>
                  <a:lnTo>
                    <a:pt x="4274" y="2224"/>
                  </a:lnTo>
                  <a:lnTo>
                    <a:pt x="4300" y="2250"/>
                  </a:lnTo>
                  <a:lnTo>
                    <a:pt x="4274" y="2300"/>
                  </a:lnTo>
                  <a:lnTo>
                    <a:pt x="4200" y="2300"/>
                  </a:lnTo>
                  <a:lnTo>
                    <a:pt x="4200" y="2424"/>
                  </a:lnTo>
                  <a:lnTo>
                    <a:pt x="4300" y="2450"/>
                  </a:lnTo>
                  <a:lnTo>
                    <a:pt x="4300" y="2574"/>
                  </a:lnTo>
                  <a:lnTo>
                    <a:pt x="4274" y="2600"/>
                  </a:lnTo>
                  <a:lnTo>
                    <a:pt x="4100" y="2600"/>
                  </a:lnTo>
                  <a:lnTo>
                    <a:pt x="4100" y="2774"/>
                  </a:lnTo>
                  <a:lnTo>
                    <a:pt x="4000" y="2800"/>
                  </a:lnTo>
                  <a:lnTo>
                    <a:pt x="3974" y="2900"/>
                  </a:lnTo>
                  <a:lnTo>
                    <a:pt x="3800" y="2900"/>
                  </a:lnTo>
                  <a:lnTo>
                    <a:pt x="3774" y="3000"/>
                  </a:lnTo>
                  <a:lnTo>
                    <a:pt x="3600" y="3000"/>
                  </a:lnTo>
                  <a:lnTo>
                    <a:pt x="3600" y="3174"/>
                  </a:lnTo>
                  <a:lnTo>
                    <a:pt x="3574" y="3200"/>
                  </a:lnTo>
                  <a:lnTo>
                    <a:pt x="3450" y="3200"/>
                  </a:lnTo>
                  <a:lnTo>
                    <a:pt x="3424" y="3100"/>
                  </a:lnTo>
                  <a:lnTo>
                    <a:pt x="3250" y="3100"/>
                  </a:lnTo>
                  <a:lnTo>
                    <a:pt x="3224" y="3000"/>
                  </a:lnTo>
                  <a:lnTo>
                    <a:pt x="3050" y="3000"/>
                  </a:lnTo>
                  <a:lnTo>
                    <a:pt x="3024" y="2900"/>
                  </a:lnTo>
                  <a:lnTo>
                    <a:pt x="2750" y="2900"/>
                  </a:lnTo>
                  <a:lnTo>
                    <a:pt x="2724" y="2874"/>
                  </a:lnTo>
                  <a:lnTo>
                    <a:pt x="2724" y="2700"/>
                  </a:lnTo>
                  <a:lnTo>
                    <a:pt x="2624" y="2674"/>
                  </a:lnTo>
                  <a:lnTo>
                    <a:pt x="2624" y="2400"/>
                  </a:lnTo>
                  <a:lnTo>
                    <a:pt x="2450" y="2400"/>
                  </a:lnTo>
                  <a:close/>
                  <a:moveTo>
                    <a:pt x="5724" y="1650"/>
                  </a:moveTo>
                  <a:lnTo>
                    <a:pt x="5774" y="1624"/>
                  </a:lnTo>
                  <a:lnTo>
                    <a:pt x="5800" y="1674"/>
                  </a:lnTo>
                  <a:lnTo>
                    <a:pt x="5750" y="1700"/>
                  </a:lnTo>
                  <a:close/>
                  <a:moveTo>
                    <a:pt x="4224" y="1350"/>
                  </a:moveTo>
                  <a:lnTo>
                    <a:pt x="4274" y="1324"/>
                  </a:lnTo>
                  <a:lnTo>
                    <a:pt x="4300" y="1374"/>
                  </a:lnTo>
                  <a:lnTo>
                    <a:pt x="4250" y="1400"/>
                  </a:lnTo>
                  <a:close/>
                  <a:moveTo>
                    <a:pt x="5050" y="1224"/>
                  </a:moveTo>
                  <a:lnTo>
                    <a:pt x="5174" y="1224"/>
                  </a:lnTo>
                  <a:lnTo>
                    <a:pt x="5200" y="1324"/>
                  </a:lnTo>
                  <a:lnTo>
                    <a:pt x="5324" y="1324"/>
                  </a:lnTo>
                  <a:lnTo>
                    <a:pt x="5324" y="1250"/>
                  </a:lnTo>
                  <a:lnTo>
                    <a:pt x="5374" y="1224"/>
                  </a:lnTo>
                  <a:lnTo>
                    <a:pt x="5400" y="1250"/>
                  </a:lnTo>
                  <a:lnTo>
                    <a:pt x="5400" y="1424"/>
                  </a:lnTo>
                  <a:lnTo>
                    <a:pt x="5474" y="1424"/>
                  </a:lnTo>
                  <a:lnTo>
                    <a:pt x="5500" y="1524"/>
                  </a:lnTo>
                  <a:lnTo>
                    <a:pt x="5600" y="1550"/>
                  </a:lnTo>
                  <a:lnTo>
                    <a:pt x="5600" y="2074"/>
                  </a:lnTo>
                  <a:lnTo>
                    <a:pt x="5500" y="2100"/>
                  </a:lnTo>
                  <a:lnTo>
                    <a:pt x="5500" y="2174"/>
                  </a:lnTo>
                  <a:lnTo>
                    <a:pt x="5400" y="2200"/>
                  </a:lnTo>
                  <a:lnTo>
                    <a:pt x="5400" y="2274"/>
                  </a:lnTo>
                  <a:lnTo>
                    <a:pt x="5300" y="2300"/>
                  </a:lnTo>
                  <a:lnTo>
                    <a:pt x="5274" y="2400"/>
                  </a:lnTo>
                  <a:lnTo>
                    <a:pt x="4950" y="2400"/>
                  </a:lnTo>
                  <a:lnTo>
                    <a:pt x="4924" y="2300"/>
                  </a:lnTo>
                  <a:lnTo>
                    <a:pt x="4850" y="2300"/>
                  </a:lnTo>
                  <a:lnTo>
                    <a:pt x="4824" y="2200"/>
                  </a:lnTo>
                  <a:lnTo>
                    <a:pt x="4750" y="2200"/>
                  </a:lnTo>
                  <a:lnTo>
                    <a:pt x="4724" y="2100"/>
                  </a:lnTo>
                  <a:lnTo>
                    <a:pt x="4624" y="2074"/>
                  </a:lnTo>
                  <a:lnTo>
                    <a:pt x="4624" y="1900"/>
                  </a:lnTo>
                  <a:lnTo>
                    <a:pt x="4524" y="1874"/>
                  </a:lnTo>
                  <a:lnTo>
                    <a:pt x="4524" y="1650"/>
                  </a:lnTo>
                  <a:lnTo>
                    <a:pt x="4624" y="1624"/>
                  </a:lnTo>
                  <a:lnTo>
                    <a:pt x="4624" y="1450"/>
                  </a:lnTo>
                  <a:lnTo>
                    <a:pt x="4650" y="1424"/>
                  </a:lnTo>
                  <a:lnTo>
                    <a:pt x="4824" y="1424"/>
                  </a:lnTo>
                  <a:lnTo>
                    <a:pt x="4850" y="1324"/>
                  </a:lnTo>
                  <a:lnTo>
                    <a:pt x="5024" y="1324"/>
                  </a:lnTo>
                  <a:close/>
                  <a:moveTo>
                    <a:pt x="1450" y="1224"/>
                  </a:moveTo>
                  <a:lnTo>
                    <a:pt x="1674" y="1224"/>
                  </a:lnTo>
                  <a:lnTo>
                    <a:pt x="1700" y="1324"/>
                  </a:lnTo>
                  <a:lnTo>
                    <a:pt x="1974" y="1324"/>
                  </a:lnTo>
                  <a:lnTo>
                    <a:pt x="2000" y="1424"/>
                  </a:lnTo>
                  <a:lnTo>
                    <a:pt x="2074" y="1424"/>
                  </a:lnTo>
                  <a:lnTo>
                    <a:pt x="2100" y="1524"/>
                  </a:lnTo>
                  <a:lnTo>
                    <a:pt x="2200" y="1550"/>
                  </a:lnTo>
                  <a:lnTo>
                    <a:pt x="2200" y="1724"/>
                  </a:lnTo>
                  <a:lnTo>
                    <a:pt x="2300" y="1750"/>
                  </a:lnTo>
                  <a:lnTo>
                    <a:pt x="2300" y="1874"/>
                  </a:lnTo>
                  <a:lnTo>
                    <a:pt x="2200" y="1900"/>
                  </a:lnTo>
                  <a:lnTo>
                    <a:pt x="2200" y="2074"/>
                  </a:lnTo>
                  <a:lnTo>
                    <a:pt x="2100" y="2100"/>
                  </a:lnTo>
                  <a:lnTo>
                    <a:pt x="2074" y="2200"/>
                  </a:lnTo>
                  <a:lnTo>
                    <a:pt x="2000" y="2200"/>
                  </a:lnTo>
                  <a:lnTo>
                    <a:pt x="2000" y="2374"/>
                  </a:lnTo>
                  <a:lnTo>
                    <a:pt x="1974" y="2400"/>
                  </a:lnTo>
                  <a:lnTo>
                    <a:pt x="1550" y="2400"/>
                  </a:lnTo>
                  <a:lnTo>
                    <a:pt x="1524" y="2300"/>
                  </a:lnTo>
                  <a:lnTo>
                    <a:pt x="1350" y="2300"/>
                  </a:lnTo>
                  <a:lnTo>
                    <a:pt x="1324" y="2274"/>
                  </a:lnTo>
                  <a:lnTo>
                    <a:pt x="1324" y="2100"/>
                  </a:lnTo>
                  <a:lnTo>
                    <a:pt x="1150" y="2100"/>
                  </a:lnTo>
                  <a:lnTo>
                    <a:pt x="1124" y="2074"/>
                  </a:lnTo>
                  <a:lnTo>
                    <a:pt x="1150" y="2024"/>
                  </a:lnTo>
                  <a:lnTo>
                    <a:pt x="1224" y="2024"/>
                  </a:lnTo>
                  <a:lnTo>
                    <a:pt x="1224" y="1900"/>
                  </a:lnTo>
                  <a:lnTo>
                    <a:pt x="1124" y="1874"/>
                  </a:lnTo>
                  <a:lnTo>
                    <a:pt x="1124" y="1750"/>
                  </a:lnTo>
                  <a:lnTo>
                    <a:pt x="1224" y="1724"/>
                  </a:lnTo>
                  <a:lnTo>
                    <a:pt x="1224" y="1550"/>
                  </a:lnTo>
                  <a:lnTo>
                    <a:pt x="1324" y="1524"/>
                  </a:lnTo>
                  <a:lnTo>
                    <a:pt x="1324" y="1350"/>
                  </a:lnTo>
                  <a:lnTo>
                    <a:pt x="1424" y="1324"/>
                  </a:lnTo>
                  <a:close/>
                  <a:moveTo>
                    <a:pt x="5424" y="1150"/>
                  </a:moveTo>
                  <a:lnTo>
                    <a:pt x="5474" y="1124"/>
                  </a:lnTo>
                  <a:lnTo>
                    <a:pt x="5500" y="1174"/>
                  </a:lnTo>
                  <a:lnTo>
                    <a:pt x="5450" y="1200"/>
                  </a:lnTo>
                  <a:close/>
                  <a:moveTo>
                    <a:pt x="4624" y="1150"/>
                  </a:moveTo>
                  <a:lnTo>
                    <a:pt x="4674" y="1124"/>
                  </a:lnTo>
                  <a:lnTo>
                    <a:pt x="4700" y="1174"/>
                  </a:lnTo>
                  <a:lnTo>
                    <a:pt x="4650" y="1200"/>
                  </a:lnTo>
                  <a:close/>
                  <a:moveTo>
                    <a:pt x="2224" y="1050"/>
                  </a:moveTo>
                  <a:lnTo>
                    <a:pt x="2274" y="1024"/>
                  </a:lnTo>
                  <a:lnTo>
                    <a:pt x="2300" y="1074"/>
                  </a:lnTo>
                  <a:lnTo>
                    <a:pt x="2250" y="1100"/>
                  </a:lnTo>
                  <a:close/>
                  <a:moveTo>
                    <a:pt x="6524" y="200"/>
                  </a:moveTo>
                  <a:lnTo>
                    <a:pt x="6300" y="200"/>
                  </a:lnTo>
                  <a:lnTo>
                    <a:pt x="6300" y="524"/>
                  </a:lnTo>
                  <a:lnTo>
                    <a:pt x="6400" y="550"/>
                  </a:lnTo>
                  <a:lnTo>
                    <a:pt x="6400" y="724"/>
                  </a:lnTo>
                  <a:lnTo>
                    <a:pt x="6474" y="724"/>
                  </a:lnTo>
                  <a:lnTo>
                    <a:pt x="6500" y="824"/>
                  </a:lnTo>
                  <a:lnTo>
                    <a:pt x="6600" y="850"/>
                  </a:lnTo>
                  <a:lnTo>
                    <a:pt x="6600" y="1074"/>
                  </a:lnTo>
                  <a:lnTo>
                    <a:pt x="6500" y="1100"/>
                  </a:lnTo>
                  <a:lnTo>
                    <a:pt x="6500" y="1524"/>
                  </a:lnTo>
                  <a:lnTo>
                    <a:pt x="6600" y="1550"/>
                  </a:lnTo>
                  <a:lnTo>
                    <a:pt x="6600" y="1724"/>
                  </a:lnTo>
                  <a:lnTo>
                    <a:pt x="6700" y="1750"/>
                  </a:lnTo>
                  <a:lnTo>
                    <a:pt x="6674" y="1800"/>
                  </a:lnTo>
                  <a:lnTo>
                    <a:pt x="6600" y="1800"/>
                  </a:lnTo>
                  <a:lnTo>
                    <a:pt x="6600" y="2124"/>
                  </a:lnTo>
                  <a:lnTo>
                    <a:pt x="6700" y="2150"/>
                  </a:lnTo>
                  <a:lnTo>
                    <a:pt x="6674" y="2200"/>
                  </a:lnTo>
                  <a:lnTo>
                    <a:pt x="6600" y="2200"/>
                  </a:lnTo>
                  <a:lnTo>
                    <a:pt x="6600" y="2674"/>
                  </a:lnTo>
                  <a:lnTo>
                    <a:pt x="6500" y="2700"/>
                  </a:lnTo>
                  <a:lnTo>
                    <a:pt x="6500" y="3024"/>
                  </a:lnTo>
                  <a:lnTo>
                    <a:pt x="6600" y="3050"/>
                  </a:lnTo>
                  <a:lnTo>
                    <a:pt x="6600" y="3374"/>
                  </a:lnTo>
                  <a:lnTo>
                    <a:pt x="6500" y="3400"/>
                  </a:lnTo>
                  <a:lnTo>
                    <a:pt x="6500" y="3524"/>
                  </a:lnTo>
                  <a:lnTo>
                    <a:pt x="6574" y="3524"/>
                  </a:lnTo>
                  <a:lnTo>
                    <a:pt x="6600" y="3574"/>
                  </a:lnTo>
                  <a:lnTo>
                    <a:pt x="6574" y="3600"/>
                  </a:lnTo>
                  <a:lnTo>
                    <a:pt x="6400" y="3600"/>
                  </a:lnTo>
                  <a:lnTo>
                    <a:pt x="6400" y="3724"/>
                  </a:lnTo>
                  <a:lnTo>
                    <a:pt x="6500" y="3750"/>
                  </a:lnTo>
                  <a:lnTo>
                    <a:pt x="6500" y="3874"/>
                  </a:lnTo>
                  <a:lnTo>
                    <a:pt x="6474" y="3900"/>
                  </a:lnTo>
                  <a:lnTo>
                    <a:pt x="6300" y="3900"/>
                  </a:lnTo>
                  <a:lnTo>
                    <a:pt x="6300" y="3974"/>
                  </a:lnTo>
                  <a:lnTo>
                    <a:pt x="6200" y="4000"/>
                  </a:lnTo>
                  <a:lnTo>
                    <a:pt x="6174" y="4100"/>
                  </a:lnTo>
                  <a:lnTo>
                    <a:pt x="6100" y="4100"/>
                  </a:lnTo>
                  <a:lnTo>
                    <a:pt x="6100" y="4274"/>
                  </a:lnTo>
                  <a:lnTo>
                    <a:pt x="6074" y="4300"/>
                  </a:lnTo>
                  <a:lnTo>
                    <a:pt x="6024" y="4274"/>
                  </a:lnTo>
                  <a:lnTo>
                    <a:pt x="6024" y="4200"/>
                  </a:lnTo>
                  <a:lnTo>
                    <a:pt x="5800" y="4200"/>
                  </a:lnTo>
                  <a:lnTo>
                    <a:pt x="5774" y="4300"/>
                  </a:lnTo>
                  <a:lnTo>
                    <a:pt x="5400" y="4300"/>
                  </a:lnTo>
                  <a:lnTo>
                    <a:pt x="5400" y="4424"/>
                  </a:lnTo>
                  <a:lnTo>
                    <a:pt x="5574" y="4424"/>
                  </a:lnTo>
                  <a:lnTo>
                    <a:pt x="5600" y="4524"/>
                  </a:lnTo>
                  <a:lnTo>
                    <a:pt x="5924" y="4524"/>
                  </a:lnTo>
                  <a:lnTo>
                    <a:pt x="5950" y="4424"/>
                  </a:lnTo>
                  <a:lnTo>
                    <a:pt x="6324" y="4424"/>
                  </a:lnTo>
                  <a:lnTo>
                    <a:pt x="6324" y="4350"/>
                  </a:lnTo>
                  <a:lnTo>
                    <a:pt x="6424" y="4324"/>
                  </a:lnTo>
                  <a:lnTo>
                    <a:pt x="6424" y="4150"/>
                  </a:lnTo>
                  <a:lnTo>
                    <a:pt x="6524" y="4124"/>
                  </a:lnTo>
                  <a:lnTo>
                    <a:pt x="6524" y="4050"/>
                  </a:lnTo>
                  <a:lnTo>
                    <a:pt x="6624" y="4024"/>
                  </a:lnTo>
                  <a:lnTo>
                    <a:pt x="6650" y="3924"/>
                  </a:lnTo>
                  <a:lnTo>
                    <a:pt x="6724" y="3924"/>
                  </a:lnTo>
                  <a:lnTo>
                    <a:pt x="6724" y="3150"/>
                  </a:lnTo>
                  <a:lnTo>
                    <a:pt x="6824" y="3124"/>
                  </a:lnTo>
                  <a:lnTo>
                    <a:pt x="6824" y="1100"/>
                  </a:lnTo>
                  <a:lnTo>
                    <a:pt x="6724" y="1074"/>
                  </a:lnTo>
                  <a:lnTo>
                    <a:pt x="6724" y="500"/>
                  </a:lnTo>
                  <a:lnTo>
                    <a:pt x="6550" y="500"/>
                  </a:lnTo>
                  <a:lnTo>
                    <a:pt x="6524" y="474"/>
                  </a:lnTo>
                  <a:close/>
                  <a:moveTo>
                    <a:pt x="5800" y="100"/>
                  </a:moveTo>
                  <a:lnTo>
                    <a:pt x="5800" y="224"/>
                  </a:lnTo>
                  <a:lnTo>
                    <a:pt x="5924" y="224"/>
                  </a:lnTo>
                  <a:lnTo>
                    <a:pt x="5924" y="100"/>
                  </a:lnTo>
                  <a:close/>
                  <a:moveTo>
                    <a:pt x="400" y="100"/>
                  </a:moveTo>
                  <a:lnTo>
                    <a:pt x="400" y="274"/>
                  </a:lnTo>
                  <a:lnTo>
                    <a:pt x="300" y="300"/>
                  </a:lnTo>
                  <a:lnTo>
                    <a:pt x="274" y="400"/>
                  </a:lnTo>
                  <a:lnTo>
                    <a:pt x="200" y="400"/>
                  </a:lnTo>
                  <a:lnTo>
                    <a:pt x="200" y="674"/>
                  </a:lnTo>
                  <a:lnTo>
                    <a:pt x="100" y="700"/>
                  </a:lnTo>
                  <a:lnTo>
                    <a:pt x="74" y="800"/>
                  </a:lnTo>
                  <a:lnTo>
                    <a:pt x="0" y="800"/>
                  </a:lnTo>
                  <a:lnTo>
                    <a:pt x="0" y="3724"/>
                  </a:lnTo>
                  <a:lnTo>
                    <a:pt x="174" y="3724"/>
                  </a:lnTo>
                  <a:lnTo>
                    <a:pt x="200" y="3750"/>
                  </a:lnTo>
                  <a:lnTo>
                    <a:pt x="200" y="4024"/>
                  </a:lnTo>
                  <a:lnTo>
                    <a:pt x="300" y="4050"/>
                  </a:lnTo>
                  <a:lnTo>
                    <a:pt x="300" y="4324"/>
                  </a:lnTo>
                  <a:lnTo>
                    <a:pt x="474" y="4324"/>
                  </a:lnTo>
                  <a:lnTo>
                    <a:pt x="500" y="4424"/>
                  </a:lnTo>
                  <a:lnTo>
                    <a:pt x="774" y="4424"/>
                  </a:lnTo>
                  <a:lnTo>
                    <a:pt x="800" y="4524"/>
                  </a:lnTo>
                  <a:lnTo>
                    <a:pt x="1124" y="4524"/>
                  </a:lnTo>
                  <a:lnTo>
                    <a:pt x="1150" y="4424"/>
                  </a:lnTo>
                  <a:lnTo>
                    <a:pt x="1474" y="4424"/>
                  </a:lnTo>
                  <a:lnTo>
                    <a:pt x="1500" y="4524"/>
                  </a:lnTo>
                  <a:lnTo>
                    <a:pt x="1624" y="4524"/>
                  </a:lnTo>
                  <a:lnTo>
                    <a:pt x="1624" y="4450"/>
                  </a:lnTo>
                  <a:lnTo>
                    <a:pt x="1674" y="4424"/>
                  </a:lnTo>
                  <a:lnTo>
                    <a:pt x="1700" y="4524"/>
                  </a:lnTo>
                  <a:lnTo>
                    <a:pt x="2274" y="4524"/>
                  </a:lnTo>
                  <a:lnTo>
                    <a:pt x="2300" y="4624"/>
                  </a:lnTo>
                  <a:lnTo>
                    <a:pt x="4524" y="4624"/>
                  </a:lnTo>
                  <a:lnTo>
                    <a:pt x="4550" y="4524"/>
                  </a:lnTo>
                  <a:lnTo>
                    <a:pt x="4824" y="4524"/>
                  </a:lnTo>
                  <a:lnTo>
                    <a:pt x="4850" y="4424"/>
                  </a:lnTo>
                  <a:lnTo>
                    <a:pt x="4900" y="4450"/>
                  </a:lnTo>
                  <a:lnTo>
                    <a:pt x="4900" y="4524"/>
                  </a:lnTo>
                  <a:lnTo>
                    <a:pt x="5024" y="4524"/>
                  </a:lnTo>
                  <a:lnTo>
                    <a:pt x="5050" y="4424"/>
                  </a:lnTo>
                  <a:lnTo>
                    <a:pt x="5100" y="4450"/>
                  </a:lnTo>
                  <a:lnTo>
                    <a:pt x="5100" y="4524"/>
                  </a:lnTo>
                  <a:lnTo>
                    <a:pt x="5224" y="4524"/>
                  </a:lnTo>
                  <a:lnTo>
                    <a:pt x="5224" y="4450"/>
                  </a:lnTo>
                  <a:lnTo>
                    <a:pt x="5324" y="4424"/>
                  </a:lnTo>
                  <a:lnTo>
                    <a:pt x="5324" y="4300"/>
                  </a:lnTo>
                  <a:lnTo>
                    <a:pt x="4400" y="4300"/>
                  </a:lnTo>
                  <a:lnTo>
                    <a:pt x="4400" y="4374"/>
                  </a:lnTo>
                  <a:lnTo>
                    <a:pt x="4300" y="4400"/>
                  </a:lnTo>
                  <a:lnTo>
                    <a:pt x="4274" y="4500"/>
                  </a:lnTo>
                  <a:lnTo>
                    <a:pt x="4224" y="4474"/>
                  </a:lnTo>
                  <a:lnTo>
                    <a:pt x="4224" y="4400"/>
                  </a:lnTo>
                  <a:lnTo>
                    <a:pt x="3000" y="4400"/>
                  </a:lnTo>
                  <a:lnTo>
                    <a:pt x="2974" y="4500"/>
                  </a:lnTo>
                  <a:lnTo>
                    <a:pt x="2850" y="4500"/>
                  </a:lnTo>
                  <a:lnTo>
                    <a:pt x="2824" y="4400"/>
                  </a:lnTo>
                  <a:lnTo>
                    <a:pt x="2600" y="4400"/>
                  </a:lnTo>
                  <a:lnTo>
                    <a:pt x="2600" y="4474"/>
                  </a:lnTo>
                  <a:lnTo>
                    <a:pt x="2550" y="4500"/>
                  </a:lnTo>
                  <a:lnTo>
                    <a:pt x="2524" y="4400"/>
                  </a:lnTo>
                  <a:lnTo>
                    <a:pt x="2350" y="4400"/>
                  </a:lnTo>
                  <a:lnTo>
                    <a:pt x="2324" y="4300"/>
                  </a:lnTo>
                  <a:lnTo>
                    <a:pt x="1050" y="4300"/>
                  </a:lnTo>
                  <a:lnTo>
                    <a:pt x="1024" y="4200"/>
                  </a:lnTo>
                  <a:lnTo>
                    <a:pt x="800" y="4200"/>
                  </a:lnTo>
                  <a:lnTo>
                    <a:pt x="800" y="4274"/>
                  </a:lnTo>
                  <a:lnTo>
                    <a:pt x="750" y="4300"/>
                  </a:lnTo>
                  <a:lnTo>
                    <a:pt x="724" y="4274"/>
                  </a:lnTo>
                  <a:lnTo>
                    <a:pt x="724" y="4100"/>
                  </a:lnTo>
                  <a:lnTo>
                    <a:pt x="550" y="4100"/>
                  </a:lnTo>
                  <a:lnTo>
                    <a:pt x="524" y="4000"/>
                  </a:lnTo>
                  <a:lnTo>
                    <a:pt x="424" y="3974"/>
                  </a:lnTo>
                  <a:lnTo>
                    <a:pt x="424" y="3800"/>
                  </a:lnTo>
                  <a:lnTo>
                    <a:pt x="350" y="3800"/>
                  </a:lnTo>
                  <a:lnTo>
                    <a:pt x="324" y="3700"/>
                  </a:lnTo>
                  <a:lnTo>
                    <a:pt x="224" y="3674"/>
                  </a:lnTo>
                  <a:lnTo>
                    <a:pt x="224" y="3450"/>
                  </a:lnTo>
                  <a:lnTo>
                    <a:pt x="324" y="3424"/>
                  </a:lnTo>
                  <a:lnTo>
                    <a:pt x="324" y="3200"/>
                  </a:lnTo>
                  <a:lnTo>
                    <a:pt x="150" y="3200"/>
                  </a:lnTo>
                  <a:lnTo>
                    <a:pt x="124" y="3174"/>
                  </a:lnTo>
                  <a:lnTo>
                    <a:pt x="124" y="1050"/>
                  </a:lnTo>
                  <a:lnTo>
                    <a:pt x="224" y="1024"/>
                  </a:lnTo>
                  <a:lnTo>
                    <a:pt x="224" y="750"/>
                  </a:lnTo>
                  <a:lnTo>
                    <a:pt x="324" y="724"/>
                  </a:lnTo>
                  <a:lnTo>
                    <a:pt x="324" y="650"/>
                  </a:lnTo>
                  <a:lnTo>
                    <a:pt x="424" y="624"/>
                  </a:lnTo>
                  <a:lnTo>
                    <a:pt x="424" y="550"/>
                  </a:lnTo>
                  <a:lnTo>
                    <a:pt x="524" y="524"/>
                  </a:lnTo>
                  <a:lnTo>
                    <a:pt x="524" y="450"/>
                  </a:lnTo>
                  <a:lnTo>
                    <a:pt x="624" y="424"/>
                  </a:lnTo>
                  <a:lnTo>
                    <a:pt x="650" y="324"/>
                  </a:lnTo>
                  <a:lnTo>
                    <a:pt x="924" y="324"/>
                  </a:lnTo>
                  <a:lnTo>
                    <a:pt x="924" y="250"/>
                  </a:lnTo>
                  <a:lnTo>
                    <a:pt x="1024" y="224"/>
                  </a:lnTo>
                  <a:lnTo>
                    <a:pt x="1024" y="100"/>
                  </a:lnTo>
                  <a:lnTo>
                    <a:pt x="950" y="100"/>
                  </a:lnTo>
                  <a:lnTo>
                    <a:pt x="924" y="0"/>
                  </a:lnTo>
                  <a:lnTo>
                    <a:pt x="700" y="0"/>
                  </a:lnTo>
                  <a:lnTo>
                    <a:pt x="700" y="174"/>
                  </a:lnTo>
                  <a:lnTo>
                    <a:pt x="674" y="200"/>
                  </a:lnTo>
                  <a:lnTo>
                    <a:pt x="550" y="200"/>
                  </a:lnTo>
                  <a:lnTo>
                    <a:pt x="524" y="100"/>
                  </a:lnTo>
                  <a:close/>
                </a:path>
              </a:pathLst>
            </a:custGeom>
            <a:solidFill>
              <a:srgbClr val="92C5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8" name="Annotation MLLM illustration color 4"/>
            <p:cNvSpPr/>
            <p:nvPr/>
          </p:nvSpPr>
          <p:spPr>
            <a:xfrm>
              <a:off x="9622963" y="4502323"/>
              <a:ext cx="825155" cy="889163"/>
            </a:xfrm>
            <a:custGeom>
              <a:avLst/>
              <a:gdLst/>
              <a:ahLst/>
              <a:cxnLst/>
              <a:rect l="l" t="t" r="r" b="b"/>
              <a:pathLst>
                <a:path w="9024" h="9724">
                  <a:moveTo>
                    <a:pt x="1200" y="9500"/>
                  </a:moveTo>
                  <a:lnTo>
                    <a:pt x="1200" y="9724"/>
                  </a:lnTo>
                  <a:lnTo>
                    <a:pt x="1324" y="9724"/>
                  </a:lnTo>
                  <a:lnTo>
                    <a:pt x="1324" y="9500"/>
                  </a:lnTo>
                  <a:close/>
                  <a:moveTo>
                    <a:pt x="1400" y="9100"/>
                  </a:moveTo>
                  <a:lnTo>
                    <a:pt x="1400" y="9224"/>
                  </a:lnTo>
                  <a:lnTo>
                    <a:pt x="1524" y="9224"/>
                  </a:lnTo>
                  <a:lnTo>
                    <a:pt x="1524" y="9100"/>
                  </a:lnTo>
                  <a:close/>
                  <a:moveTo>
                    <a:pt x="7600" y="9000"/>
                  </a:moveTo>
                  <a:lnTo>
                    <a:pt x="7600" y="9124"/>
                  </a:lnTo>
                  <a:lnTo>
                    <a:pt x="7724" y="9124"/>
                  </a:lnTo>
                  <a:lnTo>
                    <a:pt x="7724" y="9000"/>
                  </a:lnTo>
                  <a:close/>
                  <a:moveTo>
                    <a:pt x="7500" y="8500"/>
                  </a:moveTo>
                  <a:lnTo>
                    <a:pt x="7500" y="8624"/>
                  </a:lnTo>
                  <a:lnTo>
                    <a:pt x="7624" y="8624"/>
                  </a:lnTo>
                  <a:lnTo>
                    <a:pt x="7624" y="8500"/>
                  </a:lnTo>
                  <a:close/>
                  <a:moveTo>
                    <a:pt x="4800" y="8200"/>
                  </a:moveTo>
                  <a:lnTo>
                    <a:pt x="4800" y="8324"/>
                  </a:lnTo>
                  <a:lnTo>
                    <a:pt x="4924" y="8324"/>
                  </a:lnTo>
                  <a:lnTo>
                    <a:pt x="4924" y="8200"/>
                  </a:lnTo>
                  <a:close/>
                  <a:moveTo>
                    <a:pt x="1900" y="7800"/>
                  </a:moveTo>
                  <a:lnTo>
                    <a:pt x="1900" y="7924"/>
                  </a:lnTo>
                  <a:lnTo>
                    <a:pt x="2024" y="7924"/>
                  </a:lnTo>
                  <a:lnTo>
                    <a:pt x="2024" y="7800"/>
                  </a:lnTo>
                  <a:close/>
                  <a:moveTo>
                    <a:pt x="6300" y="7600"/>
                  </a:moveTo>
                  <a:lnTo>
                    <a:pt x="6300" y="7724"/>
                  </a:lnTo>
                  <a:lnTo>
                    <a:pt x="6424" y="7724"/>
                  </a:lnTo>
                  <a:lnTo>
                    <a:pt x="6424" y="7600"/>
                  </a:lnTo>
                  <a:close/>
                  <a:moveTo>
                    <a:pt x="2600" y="7600"/>
                  </a:moveTo>
                  <a:lnTo>
                    <a:pt x="2600" y="7724"/>
                  </a:lnTo>
                  <a:lnTo>
                    <a:pt x="2724" y="7724"/>
                  </a:lnTo>
                  <a:lnTo>
                    <a:pt x="2724" y="7600"/>
                  </a:lnTo>
                  <a:close/>
                  <a:moveTo>
                    <a:pt x="6100" y="7300"/>
                  </a:moveTo>
                  <a:lnTo>
                    <a:pt x="6100" y="7424"/>
                  </a:lnTo>
                  <a:lnTo>
                    <a:pt x="6224" y="7424"/>
                  </a:lnTo>
                  <a:lnTo>
                    <a:pt x="6224" y="7300"/>
                  </a:lnTo>
                  <a:close/>
                  <a:moveTo>
                    <a:pt x="2900" y="7300"/>
                  </a:moveTo>
                  <a:lnTo>
                    <a:pt x="2900" y="7424"/>
                  </a:lnTo>
                  <a:lnTo>
                    <a:pt x="3024" y="7424"/>
                  </a:lnTo>
                  <a:lnTo>
                    <a:pt x="3024" y="7300"/>
                  </a:lnTo>
                  <a:close/>
                  <a:moveTo>
                    <a:pt x="1700" y="7200"/>
                  </a:moveTo>
                  <a:lnTo>
                    <a:pt x="1700" y="7324"/>
                  </a:lnTo>
                  <a:lnTo>
                    <a:pt x="1824" y="7324"/>
                  </a:lnTo>
                  <a:lnTo>
                    <a:pt x="1824" y="7200"/>
                  </a:lnTo>
                  <a:close/>
                  <a:moveTo>
                    <a:pt x="4300" y="7100"/>
                  </a:moveTo>
                  <a:lnTo>
                    <a:pt x="4300" y="7224"/>
                  </a:lnTo>
                  <a:lnTo>
                    <a:pt x="4424" y="7224"/>
                  </a:lnTo>
                  <a:lnTo>
                    <a:pt x="4424" y="7100"/>
                  </a:lnTo>
                  <a:close/>
                  <a:moveTo>
                    <a:pt x="900" y="6500"/>
                  </a:moveTo>
                  <a:lnTo>
                    <a:pt x="900" y="6624"/>
                  </a:lnTo>
                  <a:lnTo>
                    <a:pt x="1024" y="6624"/>
                  </a:lnTo>
                  <a:lnTo>
                    <a:pt x="1024" y="6500"/>
                  </a:lnTo>
                  <a:close/>
                  <a:moveTo>
                    <a:pt x="8100" y="5700"/>
                  </a:moveTo>
                  <a:lnTo>
                    <a:pt x="8100" y="5824"/>
                  </a:lnTo>
                  <a:lnTo>
                    <a:pt x="8224" y="5824"/>
                  </a:lnTo>
                  <a:lnTo>
                    <a:pt x="8224" y="5700"/>
                  </a:lnTo>
                  <a:close/>
                  <a:moveTo>
                    <a:pt x="700" y="5600"/>
                  </a:moveTo>
                  <a:lnTo>
                    <a:pt x="700" y="5724"/>
                  </a:lnTo>
                  <a:lnTo>
                    <a:pt x="824" y="5724"/>
                  </a:lnTo>
                  <a:lnTo>
                    <a:pt x="824" y="5600"/>
                  </a:lnTo>
                  <a:close/>
                  <a:moveTo>
                    <a:pt x="200" y="5300"/>
                  </a:moveTo>
                  <a:lnTo>
                    <a:pt x="200" y="5424"/>
                  </a:lnTo>
                  <a:lnTo>
                    <a:pt x="274" y="5424"/>
                  </a:lnTo>
                  <a:lnTo>
                    <a:pt x="300" y="5524"/>
                  </a:lnTo>
                  <a:lnTo>
                    <a:pt x="424" y="5524"/>
                  </a:lnTo>
                  <a:lnTo>
                    <a:pt x="424" y="5400"/>
                  </a:lnTo>
                  <a:lnTo>
                    <a:pt x="350" y="5400"/>
                  </a:lnTo>
                  <a:lnTo>
                    <a:pt x="324" y="5300"/>
                  </a:lnTo>
                  <a:close/>
                  <a:moveTo>
                    <a:pt x="7900" y="5200"/>
                  </a:moveTo>
                  <a:lnTo>
                    <a:pt x="7900" y="5324"/>
                  </a:lnTo>
                  <a:lnTo>
                    <a:pt x="8024" y="5324"/>
                  </a:lnTo>
                  <a:lnTo>
                    <a:pt x="8024" y="5200"/>
                  </a:lnTo>
                  <a:close/>
                  <a:moveTo>
                    <a:pt x="8800" y="5000"/>
                  </a:moveTo>
                  <a:lnTo>
                    <a:pt x="8800" y="5124"/>
                  </a:lnTo>
                  <a:lnTo>
                    <a:pt x="8924" y="5124"/>
                  </a:lnTo>
                  <a:lnTo>
                    <a:pt x="8924" y="5000"/>
                  </a:lnTo>
                  <a:close/>
                  <a:moveTo>
                    <a:pt x="0" y="4700"/>
                  </a:moveTo>
                  <a:lnTo>
                    <a:pt x="0" y="4824"/>
                  </a:lnTo>
                  <a:lnTo>
                    <a:pt x="124" y="4824"/>
                  </a:lnTo>
                  <a:lnTo>
                    <a:pt x="124" y="4700"/>
                  </a:lnTo>
                  <a:close/>
                  <a:moveTo>
                    <a:pt x="8900" y="4500"/>
                  </a:moveTo>
                  <a:lnTo>
                    <a:pt x="8900" y="4824"/>
                  </a:lnTo>
                  <a:lnTo>
                    <a:pt x="9024" y="4824"/>
                  </a:lnTo>
                  <a:lnTo>
                    <a:pt x="9024" y="4500"/>
                  </a:lnTo>
                  <a:close/>
                  <a:moveTo>
                    <a:pt x="5700" y="4300"/>
                  </a:moveTo>
                  <a:lnTo>
                    <a:pt x="5700" y="4424"/>
                  </a:lnTo>
                  <a:lnTo>
                    <a:pt x="5824" y="4424"/>
                  </a:lnTo>
                  <a:lnTo>
                    <a:pt x="5824" y="4300"/>
                  </a:lnTo>
                  <a:close/>
                  <a:moveTo>
                    <a:pt x="6600" y="4100"/>
                  </a:moveTo>
                  <a:lnTo>
                    <a:pt x="6600" y="4224"/>
                  </a:lnTo>
                  <a:lnTo>
                    <a:pt x="6724" y="4224"/>
                  </a:lnTo>
                  <a:lnTo>
                    <a:pt x="6724" y="4100"/>
                  </a:lnTo>
                  <a:close/>
                  <a:moveTo>
                    <a:pt x="6900" y="3700"/>
                  </a:moveTo>
                  <a:lnTo>
                    <a:pt x="6900" y="3824"/>
                  </a:lnTo>
                  <a:lnTo>
                    <a:pt x="7024" y="3824"/>
                  </a:lnTo>
                  <a:lnTo>
                    <a:pt x="7024" y="3700"/>
                  </a:lnTo>
                  <a:close/>
                  <a:moveTo>
                    <a:pt x="500" y="3600"/>
                  </a:moveTo>
                  <a:lnTo>
                    <a:pt x="500" y="3724"/>
                  </a:lnTo>
                  <a:lnTo>
                    <a:pt x="624" y="3724"/>
                  </a:lnTo>
                  <a:lnTo>
                    <a:pt x="624" y="3600"/>
                  </a:lnTo>
                  <a:close/>
                  <a:moveTo>
                    <a:pt x="800" y="3400"/>
                  </a:moveTo>
                  <a:lnTo>
                    <a:pt x="800" y="3524"/>
                  </a:lnTo>
                  <a:lnTo>
                    <a:pt x="924" y="3524"/>
                  </a:lnTo>
                  <a:lnTo>
                    <a:pt x="924" y="3400"/>
                  </a:lnTo>
                  <a:close/>
                  <a:moveTo>
                    <a:pt x="7900" y="2700"/>
                  </a:moveTo>
                  <a:lnTo>
                    <a:pt x="7900" y="2824"/>
                  </a:lnTo>
                  <a:lnTo>
                    <a:pt x="8024" y="2824"/>
                  </a:lnTo>
                  <a:lnTo>
                    <a:pt x="8024" y="2700"/>
                  </a:lnTo>
                  <a:close/>
                  <a:moveTo>
                    <a:pt x="7500" y="2600"/>
                  </a:moveTo>
                  <a:lnTo>
                    <a:pt x="7500" y="2724"/>
                  </a:lnTo>
                  <a:lnTo>
                    <a:pt x="7624" y="2724"/>
                  </a:lnTo>
                  <a:lnTo>
                    <a:pt x="7624" y="2600"/>
                  </a:lnTo>
                  <a:close/>
                  <a:moveTo>
                    <a:pt x="1200" y="2400"/>
                  </a:moveTo>
                  <a:lnTo>
                    <a:pt x="1200" y="2524"/>
                  </a:lnTo>
                  <a:lnTo>
                    <a:pt x="1324" y="2524"/>
                  </a:lnTo>
                  <a:lnTo>
                    <a:pt x="1324" y="2400"/>
                  </a:lnTo>
                  <a:close/>
                  <a:moveTo>
                    <a:pt x="7500" y="2300"/>
                  </a:moveTo>
                  <a:lnTo>
                    <a:pt x="7500" y="2424"/>
                  </a:lnTo>
                  <a:lnTo>
                    <a:pt x="7624" y="2424"/>
                  </a:lnTo>
                  <a:lnTo>
                    <a:pt x="7624" y="2300"/>
                  </a:lnTo>
                  <a:close/>
                  <a:moveTo>
                    <a:pt x="6700" y="1800"/>
                  </a:moveTo>
                  <a:lnTo>
                    <a:pt x="6700" y="1924"/>
                  </a:lnTo>
                  <a:lnTo>
                    <a:pt x="6824" y="1924"/>
                  </a:lnTo>
                  <a:lnTo>
                    <a:pt x="6824" y="1800"/>
                  </a:lnTo>
                  <a:close/>
                  <a:moveTo>
                    <a:pt x="7200" y="1600"/>
                  </a:moveTo>
                  <a:lnTo>
                    <a:pt x="7200" y="2124"/>
                  </a:lnTo>
                  <a:lnTo>
                    <a:pt x="7324" y="2124"/>
                  </a:lnTo>
                  <a:lnTo>
                    <a:pt x="7324" y="1600"/>
                  </a:lnTo>
                  <a:close/>
                  <a:moveTo>
                    <a:pt x="2200" y="1600"/>
                  </a:moveTo>
                  <a:lnTo>
                    <a:pt x="2200" y="1724"/>
                  </a:lnTo>
                  <a:lnTo>
                    <a:pt x="2324" y="1724"/>
                  </a:lnTo>
                  <a:lnTo>
                    <a:pt x="2324" y="1600"/>
                  </a:lnTo>
                  <a:close/>
                  <a:moveTo>
                    <a:pt x="1900" y="1500"/>
                  </a:moveTo>
                  <a:lnTo>
                    <a:pt x="1900" y="1624"/>
                  </a:lnTo>
                  <a:lnTo>
                    <a:pt x="2024" y="1624"/>
                  </a:lnTo>
                  <a:lnTo>
                    <a:pt x="2024" y="1500"/>
                  </a:lnTo>
                  <a:close/>
                  <a:moveTo>
                    <a:pt x="1600" y="1400"/>
                  </a:moveTo>
                  <a:lnTo>
                    <a:pt x="1600" y="1524"/>
                  </a:lnTo>
                  <a:lnTo>
                    <a:pt x="1724" y="1524"/>
                  </a:lnTo>
                  <a:lnTo>
                    <a:pt x="1724" y="1400"/>
                  </a:lnTo>
                  <a:close/>
                  <a:moveTo>
                    <a:pt x="7800" y="1200"/>
                  </a:moveTo>
                  <a:lnTo>
                    <a:pt x="7800" y="1324"/>
                  </a:lnTo>
                  <a:lnTo>
                    <a:pt x="7924" y="1324"/>
                  </a:lnTo>
                  <a:lnTo>
                    <a:pt x="7924" y="1200"/>
                  </a:lnTo>
                  <a:close/>
                  <a:moveTo>
                    <a:pt x="1100" y="1200"/>
                  </a:moveTo>
                  <a:lnTo>
                    <a:pt x="1100" y="1324"/>
                  </a:lnTo>
                  <a:lnTo>
                    <a:pt x="1224" y="1324"/>
                  </a:lnTo>
                  <a:lnTo>
                    <a:pt x="1224" y="1200"/>
                  </a:lnTo>
                  <a:close/>
                  <a:moveTo>
                    <a:pt x="7000" y="800"/>
                  </a:moveTo>
                  <a:lnTo>
                    <a:pt x="7000" y="924"/>
                  </a:lnTo>
                  <a:lnTo>
                    <a:pt x="7124" y="924"/>
                  </a:lnTo>
                  <a:lnTo>
                    <a:pt x="7124" y="800"/>
                  </a:lnTo>
                  <a:close/>
                  <a:moveTo>
                    <a:pt x="6700" y="700"/>
                  </a:moveTo>
                  <a:lnTo>
                    <a:pt x="6700" y="824"/>
                  </a:lnTo>
                  <a:lnTo>
                    <a:pt x="6824" y="824"/>
                  </a:lnTo>
                  <a:lnTo>
                    <a:pt x="6824" y="700"/>
                  </a:lnTo>
                  <a:close/>
                  <a:moveTo>
                    <a:pt x="6400" y="600"/>
                  </a:moveTo>
                  <a:lnTo>
                    <a:pt x="6400" y="724"/>
                  </a:lnTo>
                  <a:lnTo>
                    <a:pt x="6524" y="724"/>
                  </a:lnTo>
                  <a:lnTo>
                    <a:pt x="6524" y="600"/>
                  </a:lnTo>
                  <a:close/>
                  <a:moveTo>
                    <a:pt x="2500" y="600"/>
                  </a:moveTo>
                  <a:lnTo>
                    <a:pt x="2500" y="724"/>
                  </a:lnTo>
                  <a:lnTo>
                    <a:pt x="2624" y="724"/>
                  </a:lnTo>
                  <a:lnTo>
                    <a:pt x="2624" y="600"/>
                  </a:lnTo>
                  <a:close/>
                  <a:moveTo>
                    <a:pt x="6100" y="500"/>
                  </a:moveTo>
                  <a:lnTo>
                    <a:pt x="6100" y="624"/>
                  </a:lnTo>
                  <a:lnTo>
                    <a:pt x="6224" y="624"/>
                  </a:lnTo>
                  <a:lnTo>
                    <a:pt x="6224" y="500"/>
                  </a:lnTo>
                  <a:close/>
                  <a:moveTo>
                    <a:pt x="2800" y="500"/>
                  </a:moveTo>
                  <a:lnTo>
                    <a:pt x="2800" y="624"/>
                  </a:lnTo>
                  <a:lnTo>
                    <a:pt x="2924" y="624"/>
                  </a:lnTo>
                  <a:lnTo>
                    <a:pt x="2924" y="500"/>
                  </a:lnTo>
                  <a:close/>
                  <a:moveTo>
                    <a:pt x="5800" y="400"/>
                  </a:moveTo>
                  <a:lnTo>
                    <a:pt x="5800" y="524"/>
                  </a:lnTo>
                  <a:lnTo>
                    <a:pt x="5924" y="524"/>
                  </a:lnTo>
                  <a:lnTo>
                    <a:pt x="5924" y="400"/>
                  </a:lnTo>
                  <a:close/>
                  <a:moveTo>
                    <a:pt x="5000" y="100"/>
                  </a:moveTo>
                  <a:lnTo>
                    <a:pt x="5000" y="224"/>
                  </a:lnTo>
                  <a:lnTo>
                    <a:pt x="5124" y="224"/>
                  </a:lnTo>
                  <a:lnTo>
                    <a:pt x="5124" y="100"/>
                  </a:lnTo>
                  <a:close/>
                  <a:moveTo>
                    <a:pt x="3900" y="100"/>
                  </a:moveTo>
                  <a:lnTo>
                    <a:pt x="3900" y="224"/>
                  </a:lnTo>
                  <a:lnTo>
                    <a:pt x="4024" y="224"/>
                  </a:lnTo>
                  <a:lnTo>
                    <a:pt x="4024" y="100"/>
                  </a:lnTo>
                  <a:close/>
                  <a:moveTo>
                    <a:pt x="4200" y="0"/>
                  </a:moveTo>
                  <a:lnTo>
                    <a:pt x="4200" y="124"/>
                  </a:lnTo>
                  <a:lnTo>
                    <a:pt x="4324" y="124"/>
                  </a:lnTo>
                  <a:lnTo>
                    <a:pt x="4324" y="0"/>
                  </a:lnTo>
                  <a:close/>
                </a:path>
              </a:pathLst>
            </a:custGeom>
            <a:solidFill>
              <a:srgbClr val="46433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9" name="Annotation MLLM illustration color 5"/>
            <p:cNvSpPr/>
            <p:nvPr/>
          </p:nvSpPr>
          <p:spPr>
            <a:xfrm>
              <a:off x="9622963" y="4511467"/>
              <a:ext cx="761147" cy="715427"/>
            </a:xfrm>
            <a:custGeom>
              <a:avLst/>
              <a:gdLst/>
              <a:ahLst/>
              <a:cxnLst/>
              <a:rect l="l" t="t" r="r" b="b"/>
              <a:pathLst>
                <a:path w="8324" h="7824">
                  <a:moveTo>
                    <a:pt x="1800" y="7700"/>
                  </a:moveTo>
                  <a:lnTo>
                    <a:pt x="1800" y="7824"/>
                  </a:lnTo>
                  <a:lnTo>
                    <a:pt x="1924" y="7824"/>
                  </a:lnTo>
                  <a:lnTo>
                    <a:pt x="1924" y="7700"/>
                  </a:lnTo>
                  <a:close/>
                  <a:moveTo>
                    <a:pt x="6600" y="7500"/>
                  </a:moveTo>
                  <a:lnTo>
                    <a:pt x="6600" y="7624"/>
                  </a:lnTo>
                  <a:lnTo>
                    <a:pt x="6724" y="7624"/>
                  </a:lnTo>
                  <a:lnTo>
                    <a:pt x="6724" y="7500"/>
                  </a:lnTo>
                  <a:close/>
                  <a:moveTo>
                    <a:pt x="6800" y="7200"/>
                  </a:moveTo>
                  <a:lnTo>
                    <a:pt x="6800" y="7324"/>
                  </a:lnTo>
                  <a:lnTo>
                    <a:pt x="6924" y="7324"/>
                  </a:lnTo>
                  <a:lnTo>
                    <a:pt x="6924" y="7200"/>
                  </a:lnTo>
                  <a:close/>
                  <a:moveTo>
                    <a:pt x="2100" y="7200"/>
                  </a:moveTo>
                  <a:lnTo>
                    <a:pt x="2100" y="7324"/>
                  </a:lnTo>
                  <a:lnTo>
                    <a:pt x="2224" y="7324"/>
                  </a:lnTo>
                  <a:lnTo>
                    <a:pt x="2224" y="7200"/>
                  </a:lnTo>
                  <a:close/>
                  <a:moveTo>
                    <a:pt x="8000" y="6500"/>
                  </a:moveTo>
                  <a:lnTo>
                    <a:pt x="8000" y="6624"/>
                  </a:lnTo>
                  <a:lnTo>
                    <a:pt x="8124" y="6624"/>
                  </a:lnTo>
                  <a:lnTo>
                    <a:pt x="8124" y="6500"/>
                  </a:lnTo>
                  <a:close/>
                  <a:moveTo>
                    <a:pt x="800" y="6300"/>
                  </a:moveTo>
                  <a:lnTo>
                    <a:pt x="800" y="6424"/>
                  </a:lnTo>
                  <a:lnTo>
                    <a:pt x="924" y="6424"/>
                  </a:lnTo>
                  <a:lnTo>
                    <a:pt x="924" y="6300"/>
                  </a:lnTo>
                  <a:close/>
                  <a:moveTo>
                    <a:pt x="700" y="5600"/>
                  </a:moveTo>
                  <a:lnTo>
                    <a:pt x="700" y="5724"/>
                  </a:lnTo>
                  <a:lnTo>
                    <a:pt x="824" y="5724"/>
                  </a:lnTo>
                  <a:lnTo>
                    <a:pt x="824" y="5600"/>
                  </a:lnTo>
                  <a:close/>
                  <a:moveTo>
                    <a:pt x="500" y="5500"/>
                  </a:moveTo>
                  <a:lnTo>
                    <a:pt x="500" y="5624"/>
                  </a:lnTo>
                  <a:lnTo>
                    <a:pt x="624" y="5624"/>
                  </a:lnTo>
                  <a:lnTo>
                    <a:pt x="624" y="5500"/>
                  </a:lnTo>
                  <a:close/>
                  <a:moveTo>
                    <a:pt x="100" y="5100"/>
                  </a:moveTo>
                  <a:lnTo>
                    <a:pt x="100" y="5224"/>
                  </a:lnTo>
                  <a:lnTo>
                    <a:pt x="224" y="5224"/>
                  </a:lnTo>
                  <a:lnTo>
                    <a:pt x="224" y="5100"/>
                  </a:lnTo>
                  <a:close/>
                  <a:moveTo>
                    <a:pt x="0" y="4800"/>
                  </a:moveTo>
                  <a:lnTo>
                    <a:pt x="0" y="4924"/>
                  </a:lnTo>
                  <a:lnTo>
                    <a:pt x="124" y="4924"/>
                  </a:lnTo>
                  <a:lnTo>
                    <a:pt x="124" y="4800"/>
                  </a:lnTo>
                  <a:close/>
                  <a:moveTo>
                    <a:pt x="424" y="3600"/>
                  </a:moveTo>
                  <a:lnTo>
                    <a:pt x="300" y="3600"/>
                  </a:lnTo>
                  <a:lnTo>
                    <a:pt x="300" y="3674"/>
                  </a:lnTo>
                  <a:lnTo>
                    <a:pt x="200" y="3700"/>
                  </a:lnTo>
                  <a:lnTo>
                    <a:pt x="200" y="3824"/>
                  </a:lnTo>
                  <a:lnTo>
                    <a:pt x="324" y="3824"/>
                  </a:lnTo>
                  <a:lnTo>
                    <a:pt x="324" y="3750"/>
                  </a:lnTo>
                  <a:lnTo>
                    <a:pt x="424" y="3724"/>
                  </a:lnTo>
                  <a:close/>
                  <a:moveTo>
                    <a:pt x="8200" y="3400"/>
                  </a:moveTo>
                  <a:lnTo>
                    <a:pt x="8200" y="3524"/>
                  </a:lnTo>
                  <a:lnTo>
                    <a:pt x="8324" y="3524"/>
                  </a:lnTo>
                  <a:lnTo>
                    <a:pt x="8324" y="3400"/>
                  </a:lnTo>
                  <a:close/>
                  <a:moveTo>
                    <a:pt x="8100" y="3000"/>
                  </a:moveTo>
                  <a:lnTo>
                    <a:pt x="8100" y="3124"/>
                  </a:lnTo>
                  <a:lnTo>
                    <a:pt x="8224" y="3124"/>
                  </a:lnTo>
                  <a:lnTo>
                    <a:pt x="8224" y="3000"/>
                  </a:lnTo>
                  <a:close/>
                  <a:moveTo>
                    <a:pt x="900" y="2600"/>
                  </a:moveTo>
                  <a:lnTo>
                    <a:pt x="900" y="2724"/>
                  </a:lnTo>
                  <a:lnTo>
                    <a:pt x="1024" y="2724"/>
                  </a:lnTo>
                  <a:lnTo>
                    <a:pt x="1024" y="2600"/>
                  </a:lnTo>
                  <a:close/>
                  <a:moveTo>
                    <a:pt x="7900" y="2500"/>
                  </a:moveTo>
                  <a:lnTo>
                    <a:pt x="7900" y="2624"/>
                  </a:lnTo>
                  <a:lnTo>
                    <a:pt x="8024" y="2624"/>
                  </a:lnTo>
                  <a:lnTo>
                    <a:pt x="8024" y="2500"/>
                  </a:lnTo>
                  <a:close/>
                  <a:moveTo>
                    <a:pt x="1300" y="2200"/>
                  </a:moveTo>
                  <a:lnTo>
                    <a:pt x="1300" y="2324"/>
                  </a:lnTo>
                  <a:lnTo>
                    <a:pt x="1424" y="2324"/>
                  </a:lnTo>
                  <a:lnTo>
                    <a:pt x="1424" y="2200"/>
                  </a:lnTo>
                  <a:close/>
                  <a:moveTo>
                    <a:pt x="6900" y="2000"/>
                  </a:moveTo>
                  <a:lnTo>
                    <a:pt x="6900" y="2124"/>
                  </a:lnTo>
                  <a:lnTo>
                    <a:pt x="7024" y="2124"/>
                  </a:lnTo>
                  <a:lnTo>
                    <a:pt x="7024" y="2000"/>
                  </a:lnTo>
                  <a:close/>
                  <a:moveTo>
                    <a:pt x="2000" y="1500"/>
                  </a:moveTo>
                  <a:lnTo>
                    <a:pt x="2000" y="1624"/>
                  </a:lnTo>
                  <a:lnTo>
                    <a:pt x="2124" y="1624"/>
                  </a:lnTo>
                  <a:lnTo>
                    <a:pt x="2124" y="1500"/>
                  </a:lnTo>
                  <a:close/>
                  <a:moveTo>
                    <a:pt x="1700" y="1400"/>
                  </a:moveTo>
                  <a:lnTo>
                    <a:pt x="1700" y="1524"/>
                  </a:lnTo>
                  <a:lnTo>
                    <a:pt x="1824" y="1524"/>
                  </a:lnTo>
                  <a:lnTo>
                    <a:pt x="1824" y="1400"/>
                  </a:lnTo>
                  <a:close/>
                  <a:moveTo>
                    <a:pt x="7500" y="1300"/>
                  </a:moveTo>
                  <a:lnTo>
                    <a:pt x="7500" y="1424"/>
                  </a:lnTo>
                  <a:lnTo>
                    <a:pt x="7624" y="1424"/>
                  </a:lnTo>
                  <a:lnTo>
                    <a:pt x="7624" y="1300"/>
                  </a:lnTo>
                  <a:close/>
                  <a:moveTo>
                    <a:pt x="1400" y="1300"/>
                  </a:moveTo>
                  <a:lnTo>
                    <a:pt x="1400" y="1424"/>
                  </a:lnTo>
                  <a:lnTo>
                    <a:pt x="1524" y="1424"/>
                  </a:lnTo>
                  <a:lnTo>
                    <a:pt x="1524" y="1300"/>
                  </a:lnTo>
                  <a:close/>
                  <a:moveTo>
                    <a:pt x="1400" y="800"/>
                  </a:moveTo>
                  <a:lnTo>
                    <a:pt x="1400" y="924"/>
                  </a:lnTo>
                  <a:lnTo>
                    <a:pt x="1524" y="924"/>
                  </a:lnTo>
                  <a:lnTo>
                    <a:pt x="1524" y="800"/>
                  </a:lnTo>
                  <a:close/>
                  <a:moveTo>
                    <a:pt x="7200" y="700"/>
                  </a:moveTo>
                  <a:lnTo>
                    <a:pt x="7200" y="824"/>
                  </a:lnTo>
                  <a:lnTo>
                    <a:pt x="7324" y="824"/>
                  </a:lnTo>
                  <a:lnTo>
                    <a:pt x="7324" y="700"/>
                  </a:lnTo>
                  <a:close/>
                  <a:moveTo>
                    <a:pt x="1700" y="700"/>
                  </a:moveTo>
                  <a:lnTo>
                    <a:pt x="1700" y="824"/>
                  </a:lnTo>
                  <a:lnTo>
                    <a:pt x="1824" y="824"/>
                  </a:lnTo>
                  <a:lnTo>
                    <a:pt x="1824" y="700"/>
                  </a:lnTo>
                  <a:close/>
                  <a:moveTo>
                    <a:pt x="6900" y="600"/>
                  </a:moveTo>
                  <a:lnTo>
                    <a:pt x="6900" y="724"/>
                  </a:lnTo>
                  <a:lnTo>
                    <a:pt x="7024" y="724"/>
                  </a:lnTo>
                  <a:lnTo>
                    <a:pt x="7024" y="600"/>
                  </a:lnTo>
                  <a:close/>
                  <a:moveTo>
                    <a:pt x="2000" y="600"/>
                  </a:moveTo>
                  <a:lnTo>
                    <a:pt x="2000" y="724"/>
                  </a:lnTo>
                  <a:lnTo>
                    <a:pt x="2124" y="724"/>
                  </a:lnTo>
                  <a:lnTo>
                    <a:pt x="2124" y="600"/>
                  </a:lnTo>
                  <a:close/>
                  <a:moveTo>
                    <a:pt x="6300" y="400"/>
                  </a:moveTo>
                  <a:lnTo>
                    <a:pt x="6300" y="524"/>
                  </a:lnTo>
                  <a:lnTo>
                    <a:pt x="6424" y="524"/>
                  </a:lnTo>
                  <a:lnTo>
                    <a:pt x="6424" y="400"/>
                  </a:lnTo>
                  <a:close/>
                  <a:moveTo>
                    <a:pt x="2600" y="400"/>
                  </a:moveTo>
                  <a:lnTo>
                    <a:pt x="2600" y="524"/>
                  </a:lnTo>
                  <a:lnTo>
                    <a:pt x="2724" y="524"/>
                  </a:lnTo>
                  <a:lnTo>
                    <a:pt x="2724" y="400"/>
                  </a:lnTo>
                  <a:close/>
                  <a:moveTo>
                    <a:pt x="6000" y="300"/>
                  </a:moveTo>
                  <a:lnTo>
                    <a:pt x="6000" y="424"/>
                  </a:lnTo>
                  <a:lnTo>
                    <a:pt x="6124" y="424"/>
                  </a:lnTo>
                  <a:lnTo>
                    <a:pt x="6124" y="300"/>
                  </a:lnTo>
                  <a:close/>
                  <a:moveTo>
                    <a:pt x="2900" y="300"/>
                  </a:moveTo>
                  <a:lnTo>
                    <a:pt x="2900" y="424"/>
                  </a:lnTo>
                  <a:lnTo>
                    <a:pt x="3024" y="424"/>
                  </a:lnTo>
                  <a:lnTo>
                    <a:pt x="3024" y="300"/>
                  </a:lnTo>
                  <a:close/>
                  <a:moveTo>
                    <a:pt x="5700" y="200"/>
                  </a:moveTo>
                  <a:lnTo>
                    <a:pt x="5700" y="324"/>
                  </a:lnTo>
                  <a:lnTo>
                    <a:pt x="5824" y="324"/>
                  </a:lnTo>
                  <a:lnTo>
                    <a:pt x="5824" y="200"/>
                  </a:lnTo>
                  <a:close/>
                  <a:moveTo>
                    <a:pt x="3200" y="200"/>
                  </a:moveTo>
                  <a:lnTo>
                    <a:pt x="3200" y="324"/>
                  </a:lnTo>
                  <a:lnTo>
                    <a:pt x="3324" y="324"/>
                  </a:lnTo>
                  <a:lnTo>
                    <a:pt x="3324" y="200"/>
                  </a:lnTo>
                  <a:close/>
                  <a:moveTo>
                    <a:pt x="5100" y="0"/>
                  </a:moveTo>
                  <a:lnTo>
                    <a:pt x="5100" y="124"/>
                  </a:lnTo>
                  <a:lnTo>
                    <a:pt x="5224" y="124"/>
                  </a:lnTo>
                  <a:lnTo>
                    <a:pt x="5224" y="0"/>
                  </a:lnTo>
                  <a:close/>
                  <a:moveTo>
                    <a:pt x="3800" y="0"/>
                  </a:moveTo>
                  <a:lnTo>
                    <a:pt x="3800" y="124"/>
                  </a:lnTo>
                  <a:lnTo>
                    <a:pt x="3924" y="124"/>
                  </a:lnTo>
                  <a:lnTo>
                    <a:pt x="3924" y="0"/>
                  </a:lnTo>
                  <a:close/>
                </a:path>
              </a:pathLst>
            </a:custGeom>
            <a:solidFill>
              <a:srgbClr val="ACA8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0" name="Annotation MLLM illustration color 6"/>
            <p:cNvSpPr/>
            <p:nvPr/>
          </p:nvSpPr>
          <p:spPr>
            <a:xfrm>
              <a:off x="9622963" y="4493179"/>
              <a:ext cx="825155" cy="806867"/>
            </a:xfrm>
            <a:custGeom>
              <a:avLst/>
              <a:gdLst/>
              <a:ahLst/>
              <a:cxnLst/>
              <a:rect l="l" t="t" r="r" b="b"/>
              <a:pathLst>
                <a:path w="9024" h="8824">
                  <a:moveTo>
                    <a:pt x="7600" y="8700"/>
                  </a:moveTo>
                  <a:lnTo>
                    <a:pt x="7600" y="8824"/>
                  </a:lnTo>
                  <a:lnTo>
                    <a:pt x="7724" y="8824"/>
                  </a:lnTo>
                  <a:lnTo>
                    <a:pt x="7724" y="8700"/>
                  </a:lnTo>
                  <a:close/>
                  <a:moveTo>
                    <a:pt x="1300" y="8500"/>
                  </a:moveTo>
                  <a:lnTo>
                    <a:pt x="1300" y="8624"/>
                  </a:lnTo>
                  <a:lnTo>
                    <a:pt x="1424" y="8624"/>
                  </a:lnTo>
                  <a:lnTo>
                    <a:pt x="1424" y="8500"/>
                  </a:lnTo>
                  <a:close/>
                  <a:moveTo>
                    <a:pt x="1400" y="8300"/>
                  </a:moveTo>
                  <a:lnTo>
                    <a:pt x="1400" y="8424"/>
                  </a:lnTo>
                  <a:lnTo>
                    <a:pt x="1524" y="8424"/>
                  </a:lnTo>
                  <a:lnTo>
                    <a:pt x="1524" y="8300"/>
                  </a:lnTo>
                  <a:close/>
                  <a:moveTo>
                    <a:pt x="7300" y="8100"/>
                  </a:moveTo>
                  <a:lnTo>
                    <a:pt x="7300" y="8224"/>
                  </a:lnTo>
                  <a:lnTo>
                    <a:pt x="7424" y="8224"/>
                  </a:lnTo>
                  <a:lnTo>
                    <a:pt x="7424" y="8100"/>
                  </a:lnTo>
                  <a:close/>
                  <a:moveTo>
                    <a:pt x="7100" y="7900"/>
                  </a:moveTo>
                  <a:lnTo>
                    <a:pt x="7100" y="8024"/>
                  </a:lnTo>
                  <a:lnTo>
                    <a:pt x="7224" y="8024"/>
                  </a:lnTo>
                  <a:lnTo>
                    <a:pt x="7224" y="7900"/>
                  </a:lnTo>
                  <a:close/>
                  <a:moveTo>
                    <a:pt x="1900" y="7800"/>
                  </a:moveTo>
                  <a:lnTo>
                    <a:pt x="1900" y="7924"/>
                  </a:lnTo>
                  <a:lnTo>
                    <a:pt x="2024" y="7924"/>
                  </a:lnTo>
                  <a:lnTo>
                    <a:pt x="2024" y="7800"/>
                  </a:lnTo>
                  <a:close/>
                  <a:moveTo>
                    <a:pt x="6700" y="7700"/>
                  </a:moveTo>
                  <a:lnTo>
                    <a:pt x="6700" y="7824"/>
                  </a:lnTo>
                  <a:lnTo>
                    <a:pt x="6824" y="7824"/>
                  </a:lnTo>
                  <a:lnTo>
                    <a:pt x="6824" y="7700"/>
                  </a:lnTo>
                  <a:close/>
                  <a:moveTo>
                    <a:pt x="2200" y="7700"/>
                  </a:moveTo>
                  <a:lnTo>
                    <a:pt x="2200" y="7824"/>
                  </a:lnTo>
                  <a:lnTo>
                    <a:pt x="2324" y="7824"/>
                  </a:lnTo>
                  <a:lnTo>
                    <a:pt x="2324" y="7700"/>
                  </a:lnTo>
                  <a:close/>
                  <a:moveTo>
                    <a:pt x="6900" y="7400"/>
                  </a:moveTo>
                  <a:lnTo>
                    <a:pt x="6900" y="7524"/>
                  </a:lnTo>
                  <a:lnTo>
                    <a:pt x="7024" y="7524"/>
                  </a:lnTo>
                  <a:lnTo>
                    <a:pt x="7024" y="7400"/>
                  </a:lnTo>
                  <a:close/>
                  <a:moveTo>
                    <a:pt x="1900" y="7400"/>
                  </a:moveTo>
                  <a:lnTo>
                    <a:pt x="1900" y="7524"/>
                  </a:lnTo>
                  <a:lnTo>
                    <a:pt x="2024" y="7524"/>
                  </a:lnTo>
                  <a:lnTo>
                    <a:pt x="2024" y="7400"/>
                  </a:lnTo>
                  <a:close/>
                  <a:moveTo>
                    <a:pt x="1500" y="7300"/>
                  </a:moveTo>
                  <a:lnTo>
                    <a:pt x="1500" y="7424"/>
                  </a:lnTo>
                  <a:lnTo>
                    <a:pt x="1624" y="7424"/>
                  </a:lnTo>
                  <a:lnTo>
                    <a:pt x="1624" y="7300"/>
                  </a:lnTo>
                  <a:close/>
                  <a:moveTo>
                    <a:pt x="7600" y="7200"/>
                  </a:moveTo>
                  <a:lnTo>
                    <a:pt x="7600" y="7324"/>
                  </a:lnTo>
                  <a:lnTo>
                    <a:pt x="7724" y="7324"/>
                  </a:lnTo>
                  <a:lnTo>
                    <a:pt x="7724" y="7200"/>
                  </a:lnTo>
                  <a:close/>
                  <a:moveTo>
                    <a:pt x="1000" y="7000"/>
                  </a:moveTo>
                  <a:lnTo>
                    <a:pt x="1000" y="7124"/>
                  </a:lnTo>
                  <a:lnTo>
                    <a:pt x="1124" y="7124"/>
                  </a:lnTo>
                  <a:lnTo>
                    <a:pt x="1124" y="7000"/>
                  </a:lnTo>
                  <a:close/>
                  <a:moveTo>
                    <a:pt x="800" y="6600"/>
                  </a:moveTo>
                  <a:lnTo>
                    <a:pt x="800" y="6724"/>
                  </a:lnTo>
                  <a:lnTo>
                    <a:pt x="924" y="6724"/>
                  </a:lnTo>
                  <a:lnTo>
                    <a:pt x="924" y="6600"/>
                  </a:lnTo>
                  <a:close/>
                  <a:moveTo>
                    <a:pt x="8100" y="6500"/>
                  </a:moveTo>
                  <a:lnTo>
                    <a:pt x="8100" y="6624"/>
                  </a:lnTo>
                  <a:lnTo>
                    <a:pt x="8224" y="6624"/>
                  </a:lnTo>
                  <a:lnTo>
                    <a:pt x="8224" y="6500"/>
                  </a:lnTo>
                  <a:close/>
                  <a:moveTo>
                    <a:pt x="700" y="6100"/>
                  </a:moveTo>
                  <a:lnTo>
                    <a:pt x="700" y="6224"/>
                  </a:lnTo>
                  <a:lnTo>
                    <a:pt x="824" y="6224"/>
                  </a:lnTo>
                  <a:lnTo>
                    <a:pt x="824" y="6100"/>
                  </a:lnTo>
                  <a:close/>
                  <a:moveTo>
                    <a:pt x="400" y="5700"/>
                  </a:moveTo>
                  <a:lnTo>
                    <a:pt x="400" y="5824"/>
                  </a:lnTo>
                  <a:lnTo>
                    <a:pt x="524" y="5824"/>
                  </a:lnTo>
                  <a:lnTo>
                    <a:pt x="524" y="5700"/>
                  </a:lnTo>
                  <a:close/>
                  <a:moveTo>
                    <a:pt x="0" y="5100"/>
                  </a:moveTo>
                  <a:lnTo>
                    <a:pt x="0" y="5224"/>
                  </a:lnTo>
                  <a:lnTo>
                    <a:pt x="124" y="5224"/>
                  </a:lnTo>
                  <a:lnTo>
                    <a:pt x="124" y="5100"/>
                  </a:lnTo>
                  <a:close/>
                  <a:moveTo>
                    <a:pt x="8900" y="4400"/>
                  </a:moveTo>
                  <a:lnTo>
                    <a:pt x="8900" y="4524"/>
                  </a:lnTo>
                  <a:lnTo>
                    <a:pt x="9024" y="4524"/>
                  </a:lnTo>
                  <a:lnTo>
                    <a:pt x="9024" y="4400"/>
                  </a:lnTo>
                  <a:close/>
                  <a:moveTo>
                    <a:pt x="0" y="4300"/>
                  </a:moveTo>
                  <a:lnTo>
                    <a:pt x="0" y="4424"/>
                  </a:lnTo>
                  <a:lnTo>
                    <a:pt x="124" y="4424"/>
                  </a:lnTo>
                  <a:lnTo>
                    <a:pt x="124" y="4300"/>
                  </a:lnTo>
                  <a:close/>
                  <a:moveTo>
                    <a:pt x="8800" y="4100"/>
                  </a:moveTo>
                  <a:lnTo>
                    <a:pt x="8800" y="4224"/>
                  </a:lnTo>
                  <a:lnTo>
                    <a:pt x="8924" y="4224"/>
                  </a:lnTo>
                  <a:lnTo>
                    <a:pt x="8924" y="4100"/>
                  </a:lnTo>
                  <a:close/>
                  <a:moveTo>
                    <a:pt x="100" y="4000"/>
                  </a:moveTo>
                  <a:lnTo>
                    <a:pt x="100" y="4124"/>
                  </a:lnTo>
                  <a:lnTo>
                    <a:pt x="224" y="4124"/>
                  </a:lnTo>
                  <a:lnTo>
                    <a:pt x="224" y="4000"/>
                  </a:lnTo>
                  <a:close/>
                  <a:moveTo>
                    <a:pt x="8600" y="3800"/>
                  </a:moveTo>
                  <a:lnTo>
                    <a:pt x="8600" y="3924"/>
                  </a:lnTo>
                  <a:lnTo>
                    <a:pt x="8724" y="3924"/>
                  </a:lnTo>
                  <a:lnTo>
                    <a:pt x="8724" y="3800"/>
                  </a:lnTo>
                  <a:close/>
                  <a:moveTo>
                    <a:pt x="400" y="3700"/>
                  </a:moveTo>
                  <a:lnTo>
                    <a:pt x="400" y="3824"/>
                  </a:lnTo>
                  <a:lnTo>
                    <a:pt x="524" y="3824"/>
                  </a:lnTo>
                  <a:lnTo>
                    <a:pt x="524" y="3700"/>
                  </a:lnTo>
                  <a:close/>
                  <a:moveTo>
                    <a:pt x="600" y="3600"/>
                  </a:moveTo>
                  <a:lnTo>
                    <a:pt x="600" y="3724"/>
                  </a:lnTo>
                  <a:lnTo>
                    <a:pt x="724" y="3724"/>
                  </a:lnTo>
                  <a:lnTo>
                    <a:pt x="724" y="3600"/>
                  </a:lnTo>
                  <a:close/>
                  <a:moveTo>
                    <a:pt x="700" y="3400"/>
                  </a:moveTo>
                  <a:lnTo>
                    <a:pt x="700" y="3524"/>
                  </a:lnTo>
                  <a:lnTo>
                    <a:pt x="824" y="3524"/>
                  </a:lnTo>
                  <a:lnTo>
                    <a:pt x="824" y="3400"/>
                  </a:lnTo>
                  <a:close/>
                  <a:moveTo>
                    <a:pt x="8000" y="2800"/>
                  </a:moveTo>
                  <a:lnTo>
                    <a:pt x="8000" y="2924"/>
                  </a:lnTo>
                  <a:lnTo>
                    <a:pt x="8124" y="2924"/>
                  </a:lnTo>
                  <a:lnTo>
                    <a:pt x="8124" y="2800"/>
                  </a:lnTo>
                  <a:close/>
                  <a:moveTo>
                    <a:pt x="6800" y="1900"/>
                  </a:moveTo>
                  <a:lnTo>
                    <a:pt x="6800" y="2024"/>
                  </a:lnTo>
                  <a:lnTo>
                    <a:pt x="6924" y="2024"/>
                  </a:lnTo>
                  <a:lnTo>
                    <a:pt x="6924" y="1900"/>
                  </a:lnTo>
                  <a:close/>
                  <a:moveTo>
                    <a:pt x="7300" y="1700"/>
                  </a:moveTo>
                  <a:lnTo>
                    <a:pt x="7300" y="2324"/>
                  </a:lnTo>
                  <a:lnTo>
                    <a:pt x="7424" y="2324"/>
                  </a:lnTo>
                  <a:lnTo>
                    <a:pt x="7424" y="1700"/>
                  </a:lnTo>
                  <a:close/>
                  <a:moveTo>
                    <a:pt x="1900" y="1700"/>
                  </a:moveTo>
                  <a:lnTo>
                    <a:pt x="1900" y="1824"/>
                  </a:lnTo>
                  <a:lnTo>
                    <a:pt x="2024" y="1824"/>
                  </a:lnTo>
                  <a:lnTo>
                    <a:pt x="2024" y="1700"/>
                  </a:lnTo>
                  <a:close/>
                  <a:moveTo>
                    <a:pt x="1600" y="1600"/>
                  </a:moveTo>
                  <a:lnTo>
                    <a:pt x="1600" y="1724"/>
                  </a:lnTo>
                  <a:lnTo>
                    <a:pt x="1724" y="1724"/>
                  </a:lnTo>
                  <a:lnTo>
                    <a:pt x="1724" y="1600"/>
                  </a:lnTo>
                  <a:close/>
                  <a:moveTo>
                    <a:pt x="1100" y="1100"/>
                  </a:moveTo>
                  <a:lnTo>
                    <a:pt x="1100" y="1224"/>
                  </a:lnTo>
                  <a:lnTo>
                    <a:pt x="1224" y="1224"/>
                  </a:lnTo>
                  <a:lnTo>
                    <a:pt x="1224" y="1100"/>
                  </a:lnTo>
                  <a:close/>
                  <a:moveTo>
                    <a:pt x="7300" y="900"/>
                  </a:moveTo>
                  <a:lnTo>
                    <a:pt x="7300" y="1024"/>
                  </a:lnTo>
                  <a:lnTo>
                    <a:pt x="7424" y="1024"/>
                  </a:lnTo>
                  <a:lnTo>
                    <a:pt x="7424" y="900"/>
                  </a:lnTo>
                  <a:close/>
                  <a:moveTo>
                    <a:pt x="1600" y="900"/>
                  </a:moveTo>
                  <a:lnTo>
                    <a:pt x="1600" y="1024"/>
                  </a:lnTo>
                  <a:lnTo>
                    <a:pt x="1724" y="1024"/>
                  </a:lnTo>
                  <a:lnTo>
                    <a:pt x="1724" y="900"/>
                  </a:lnTo>
                  <a:close/>
                  <a:moveTo>
                    <a:pt x="7000" y="800"/>
                  </a:moveTo>
                  <a:lnTo>
                    <a:pt x="7000" y="924"/>
                  </a:lnTo>
                  <a:lnTo>
                    <a:pt x="7124" y="924"/>
                  </a:lnTo>
                  <a:lnTo>
                    <a:pt x="7124" y="800"/>
                  </a:lnTo>
                  <a:close/>
                  <a:moveTo>
                    <a:pt x="1900" y="800"/>
                  </a:moveTo>
                  <a:lnTo>
                    <a:pt x="1900" y="924"/>
                  </a:lnTo>
                  <a:lnTo>
                    <a:pt x="2024" y="924"/>
                  </a:lnTo>
                  <a:lnTo>
                    <a:pt x="2024" y="800"/>
                  </a:lnTo>
                  <a:close/>
                  <a:moveTo>
                    <a:pt x="6100" y="500"/>
                  </a:moveTo>
                  <a:lnTo>
                    <a:pt x="6100" y="624"/>
                  </a:lnTo>
                  <a:lnTo>
                    <a:pt x="6224" y="624"/>
                  </a:lnTo>
                  <a:lnTo>
                    <a:pt x="6224" y="500"/>
                  </a:lnTo>
                  <a:close/>
                  <a:moveTo>
                    <a:pt x="5800" y="400"/>
                  </a:moveTo>
                  <a:lnTo>
                    <a:pt x="5800" y="524"/>
                  </a:lnTo>
                  <a:lnTo>
                    <a:pt x="5924" y="524"/>
                  </a:lnTo>
                  <a:lnTo>
                    <a:pt x="5924" y="400"/>
                  </a:lnTo>
                  <a:close/>
                  <a:moveTo>
                    <a:pt x="3100" y="400"/>
                  </a:moveTo>
                  <a:lnTo>
                    <a:pt x="3100" y="524"/>
                  </a:lnTo>
                  <a:lnTo>
                    <a:pt x="3224" y="524"/>
                  </a:lnTo>
                  <a:lnTo>
                    <a:pt x="3224" y="400"/>
                  </a:lnTo>
                  <a:close/>
                  <a:moveTo>
                    <a:pt x="5500" y="300"/>
                  </a:moveTo>
                  <a:lnTo>
                    <a:pt x="5500" y="424"/>
                  </a:lnTo>
                  <a:lnTo>
                    <a:pt x="5624" y="424"/>
                  </a:lnTo>
                  <a:lnTo>
                    <a:pt x="5624" y="300"/>
                  </a:lnTo>
                  <a:close/>
                  <a:moveTo>
                    <a:pt x="3400" y="300"/>
                  </a:moveTo>
                  <a:lnTo>
                    <a:pt x="3400" y="424"/>
                  </a:lnTo>
                  <a:lnTo>
                    <a:pt x="3524" y="424"/>
                  </a:lnTo>
                  <a:lnTo>
                    <a:pt x="3524" y="300"/>
                  </a:lnTo>
                  <a:close/>
                  <a:moveTo>
                    <a:pt x="5200" y="200"/>
                  </a:moveTo>
                  <a:lnTo>
                    <a:pt x="5200" y="324"/>
                  </a:lnTo>
                  <a:lnTo>
                    <a:pt x="5324" y="324"/>
                  </a:lnTo>
                  <a:lnTo>
                    <a:pt x="5324" y="200"/>
                  </a:lnTo>
                  <a:close/>
                  <a:moveTo>
                    <a:pt x="3700" y="200"/>
                  </a:moveTo>
                  <a:lnTo>
                    <a:pt x="3700" y="324"/>
                  </a:lnTo>
                  <a:lnTo>
                    <a:pt x="3824" y="324"/>
                  </a:lnTo>
                  <a:lnTo>
                    <a:pt x="3824" y="200"/>
                  </a:lnTo>
                  <a:close/>
                  <a:moveTo>
                    <a:pt x="4900" y="100"/>
                  </a:moveTo>
                  <a:lnTo>
                    <a:pt x="4900" y="224"/>
                  </a:lnTo>
                  <a:lnTo>
                    <a:pt x="5024" y="224"/>
                  </a:lnTo>
                  <a:lnTo>
                    <a:pt x="5024" y="100"/>
                  </a:lnTo>
                  <a:close/>
                  <a:moveTo>
                    <a:pt x="4000" y="100"/>
                  </a:moveTo>
                  <a:lnTo>
                    <a:pt x="4000" y="224"/>
                  </a:lnTo>
                  <a:lnTo>
                    <a:pt x="4124" y="224"/>
                  </a:lnTo>
                  <a:lnTo>
                    <a:pt x="4124" y="100"/>
                  </a:lnTo>
                  <a:close/>
                  <a:moveTo>
                    <a:pt x="4300" y="0"/>
                  </a:moveTo>
                  <a:lnTo>
                    <a:pt x="4300" y="124"/>
                  </a:lnTo>
                  <a:lnTo>
                    <a:pt x="4424" y="124"/>
                  </a:lnTo>
                  <a:lnTo>
                    <a:pt x="4424" y="0"/>
                  </a:lnTo>
                  <a:close/>
                </a:path>
              </a:pathLst>
            </a:custGeom>
            <a:solidFill>
              <a:srgbClr val="DAD0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1" name="Annotation MLLM illustration color 7"/>
            <p:cNvSpPr/>
            <p:nvPr/>
          </p:nvSpPr>
          <p:spPr>
            <a:xfrm>
              <a:off x="9659539" y="4529755"/>
              <a:ext cx="752003" cy="724571"/>
            </a:xfrm>
            <a:custGeom>
              <a:avLst/>
              <a:gdLst/>
              <a:ahLst/>
              <a:cxnLst/>
              <a:rect l="l" t="t" r="r" b="b"/>
              <a:pathLst>
                <a:path w="8224" h="7924">
                  <a:moveTo>
                    <a:pt x="4100" y="7700"/>
                  </a:moveTo>
                  <a:lnTo>
                    <a:pt x="4100" y="7824"/>
                  </a:lnTo>
                  <a:lnTo>
                    <a:pt x="4324" y="7824"/>
                  </a:lnTo>
                  <a:lnTo>
                    <a:pt x="4324" y="7700"/>
                  </a:lnTo>
                  <a:close/>
                  <a:moveTo>
                    <a:pt x="3800" y="7700"/>
                  </a:moveTo>
                  <a:lnTo>
                    <a:pt x="3800" y="7824"/>
                  </a:lnTo>
                  <a:lnTo>
                    <a:pt x="3924" y="7824"/>
                  </a:lnTo>
                  <a:lnTo>
                    <a:pt x="3924" y="7700"/>
                  </a:lnTo>
                  <a:close/>
                  <a:moveTo>
                    <a:pt x="3400" y="7700"/>
                  </a:moveTo>
                  <a:lnTo>
                    <a:pt x="3400" y="7824"/>
                  </a:lnTo>
                  <a:lnTo>
                    <a:pt x="3474" y="7824"/>
                  </a:lnTo>
                  <a:lnTo>
                    <a:pt x="3500" y="7924"/>
                  </a:lnTo>
                  <a:lnTo>
                    <a:pt x="3624" y="7924"/>
                  </a:lnTo>
                  <a:lnTo>
                    <a:pt x="3624" y="7800"/>
                  </a:lnTo>
                  <a:lnTo>
                    <a:pt x="3550" y="7800"/>
                  </a:lnTo>
                  <a:lnTo>
                    <a:pt x="3524" y="7700"/>
                  </a:lnTo>
                  <a:close/>
                  <a:moveTo>
                    <a:pt x="1800" y="7500"/>
                  </a:moveTo>
                  <a:lnTo>
                    <a:pt x="1800" y="7624"/>
                  </a:lnTo>
                  <a:lnTo>
                    <a:pt x="1924" y="7624"/>
                  </a:lnTo>
                  <a:lnTo>
                    <a:pt x="1924" y="7500"/>
                  </a:lnTo>
                  <a:close/>
                  <a:moveTo>
                    <a:pt x="4500" y="7200"/>
                  </a:moveTo>
                  <a:lnTo>
                    <a:pt x="4500" y="7324"/>
                  </a:lnTo>
                  <a:lnTo>
                    <a:pt x="4624" y="7324"/>
                  </a:lnTo>
                  <a:lnTo>
                    <a:pt x="4624" y="7200"/>
                  </a:lnTo>
                  <a:close/>
                  <a:moveTo>
                    <a:pt x="7000" y="6600"/>
                  </a:moveTo>
                  <a:lnTo>
                    <a:pt x="7000" y="6724"/>
                  </a:lnTo>
                  <a:lnTo>
                    <a:pt x="7124" y="6724"/>
                  </a:lnTo>
                  <a:lnTo>
                    <a:pt x="7124" y="6600"/>
                  </a:lnTo>
                  <a:close/>
                  <a:moveTo>
                    <a:pt x="7300" y="6300"/>
                  </a:moveTo>
                  <a:lnTo>
                    <a:pt x="7300" y="6424"/>
                  </a:lnTo>
                  <a:lnTo>
                    <a:pt x="7424" y="6424"/>
                  </a:lnTo>
                  <a:lnTo>
                    <a:pt x="7424" y="6300"/>
                  </a:lnTo>
                  <a:close/>
                  <a:moveTo>
                    <a:pt x="5900" y="6200"/>
                  </a:moveTo>
                  <a:lnTo>
                    <a:pt x="5900" y="6324"/>
                  </a:lnTo>
                  <a:lnTo>
                    <a:pt x="6024" y="6324"/>
                  </a:lnTo>
                  <a:lnTo>
                    <a:pt x="6024" y="6200"/>
                  </a:lnTo>
                  <a:close/>
                  <a:moveTo>
                    <a:pt x="1400" y="6200"/>
                  </a:moveTo>
                  <a:lnTo>
                    <a:pt x="1400" y="6324"/>
                  </a:lnTo>
                  <a:lnTo>
                    <a:pt x="1524" y="6324"/>
                  </a:lnTo>
                  <a:lnTo>
                    <a:pt x="1524" y="6200"/>
                  </a:lnTo>
                  <a:close/>
                  <a:moveTo>
                    <a:pt x="8000" y="4900"/>
                  </a:moveTo>
                  <a:lnTo>
                    <a:pt x="8000" y="5024"/>
                  </a:lnTo>
                  <a:lnTo>
                    <a:pt x="8124" y="5024"/>
                  </a:lnTo>
                  <a:lnTo>
                    <a:pt x="8124" y="4900"/>
                  </a:lnTo>
                  <a:close/>
                  <a:moveTo>
                    <a:pt x="3400" y="4800"/>
                  </a:moveTo>
                  <a:lnTo>
                    <a:pt x="3400" y="4924"/>
                  </a:lnTo>
                  <a:lnTo>
                    <a:pt x="3524" y="4924"/>
                  </a:lnTo>
                  <a:lnTo>
                    <a:pt x="3524" y="4800"/>
                  </a:lnTo>
                  <a:close/>
                  <a:moveTo>
                    <a:pt x="4600" y="4400"/>
                  </a:moveTo>
                  <a:lnTo>
                    <a:pt x="4600" y="4524"/>
                  </a:lnTo>
                  <a:lnTo>
                    <a:pt x="4724" y="4524"/>
                  </a:lnTo>
                  <a:lnTo>
                    <a:pt x="4724" y="4400"/>
                  </a:lnTo>
                  <a:close/>
                  <a:moveTo>
                    <a:pt x="6000" y="4300"/>
                  </a:moveTo>
                  <a:lnTo>
                    <a:pt x="6000" y="4424"/>
                  </a:lnTo>
                  <a:lnTo>
                    <a:pt x="6124" y="4424"/>
                  </a:lnTo>
                  <a:lnTo>
                    <a:pt x="6124" y="4300"/>
                  </a:lnTo>
                  <a:close/>
                  <a:moveTo>
                    <a:pt x="2600" y="4300"/>
                  </a:moveTo>
                  <a:lnTo>
                    <a:pt x="2600" y="4424"/>
                  </a:lnTo>
                  <a:lnTo>
                    <a:pt x="2724" y="4424"/>
                  </a:lnTo>
                  <a:lnTo>
                    <a:pt x="2724" y="4300"/>
                  </a:lnTo>
                  <a:close/>
                  <a:moveTo>
                    <a:pt x="1900" y="4000"/>
                  </a:moveTo>
                  <a:lnTo>
                    <a:pt x="1900" y="4124"/>
                  </a:lnTo>
                  <a:lnTo>
                    <a:pt x="2024" y="4124"/>
                  </a:lnTo>
                  <a:lnTo>
                    <a:pt x="2024" y="4000"/>
                  </a:lnTo>
                  <a:close/>
                  <a:moveTo>
                    <a:pt x="8100" y="3800"/>
                  </a:moveTo>
                  <a:lnTo>
                    <a:pt x="8100" y="3924"/>
                  </a:lnTo>
                  <a:lnTo>
                    <a:pt x="8224" y="3924"/>
                  </a:lnTo>
                  <a:lnTo>
                    <a:pt x="8224" y="3800"/>
                  </a:lnTo>
                  <a:close/>
                  <a:moveTo>
                    <a:pt x="7800" y="3700"/>
                  </a:moveTo>
                  <a:lnTo>
                    <a:pt x="7800" y="5024"/>
                  </a:lnTo>
                  <a:lnTo>
                    <a:pt x="7924" y="5024"/>
                  </a:lnTo>
                  <a:lnTo>
                    <a:pt x="7924" y="3700"/>
                  </a:lnTo>
                  <a:close/>
                  <a:moveTo>
                    <a:pt x="2700" y="3700"/>
                  </a:moveTo>
                  <a:lnTo>
                    <a:pt x="2700" y="3824"/>
                  </a:lnTo>
                  <a:lnTo>
                    <a:pt x="2824" y="3824"/>
                  </a:lnTo>
                  <a:lnTo>
                    <a:pt x="2824" y="3700"/>
                  </a:lnTo>
                  <a:close/>
                  <a:moveTo>
                    <a:pt x="224" y="3600"/>
                  </a:moveTo>
                  <a:lnTo>
                    <a:pt x="100" y="3600"/>
                  </a:lnTo>
                  <a:lnTo>
                    <a:pt x="100" y="3674"/>
                  </a:lnTo>
                  <a:lnTo>
                    <a:pt x="0" y="3700"/>
                  </a:lnTo>
                  <a:lnTo>
                    <a:pt x="0" y="3824"/>
                  </a:lnTo>
                  <a:lnTo>
                    <a:pt x="124" y="3824"/>
                  </a:lnTo>
                  <a:lnTo>
                    <a:pt x="124" y="3750"/>
                  </a:lnTo>
                  <a:lnTo>
                    <a:pt x="224" y="3724"/>
                  </a:lnTo>
                  <a:close/>
                  <a:moveTo>
                    <a:pt x="6600" y="3500"/>
                  </a:moveTo>
                  <a:lnTo>
                    <a:pt x="6600" y="3624"/>
                  </a:lnTo>
                  <a:lnTo>
                    <a:pt x="6724" y="3624"/>
                  </a:lnTo>
                  <a:lnTo>
                    <a:pt x="6724" y="3500"/>
                  </a:lnTo>
                  <a:close/>
                  <a:moveTo>
                    <a:pt x="7400" y="2700"/>
                  </a:moveTo>
                  <a:lnTo>
                    <a:pt x="7400" y="2824"/>
                  </a:lnTo>
                  <a:lnTo>
                    <a:pt x="7524" y="2824"/>
                  </a:lnTo>
                  <a:lnTo>
                    <a:pt x="7524" y="2700"/>
                  </a:lnTo>
                  <a:close/>
                  <a:moveTo>
                    <a:pt x="4300" y="2600"/>
                  </a:moveTo>
                  <a:lnTo>
                    <a:pt x="4300" y="2724"/>
                  </a:lnTo>
                  <a:lnTo>
                    <a:pt x="4924" y="2724"/>
                  </a:lnTo>
                  <a:lnTo>
                    <a:pt x="4924" y="2600"/>
                  </a:lnTo>
                  <a:close/>
                  <a:moveTo>
                    <a:pt x="3400" y="2600"/>
                  </a:moveTo>
                  <a:lnTo>
                    <a:pt x="3400" y="2724"/>
                  </a:lnTo>
                  <a:lnTo>
                    <a:pt x="4224" y="2724"/>
                  </a:lnTo>
                  <a:lnTo>
                    <a:pt x="4224" y="2600"/>
                  </a:lnTo>
                  <a:close/>
                  <a:moveTo>
                    <a:pt x="2300" y="2600"/>
                  </a:moveTo>
                  <a:lnTo>
                    <a:pt x="2300" y="2724"/>
                  </a:lnTo>
                  <a:lnTo>
                    <a:pt x="2424" y="2724"/>
                  </a:lnTo>
                  <a:lnTo>
                    <a:pt x="2424" y="2600"/>
                  </a:lnTo>
                  <a:close/>
                  <a:moveTo>
                    <a:pt x="700" y="2600"/>
                  </a:moveTo>
                  <a:lnTo>
                    <a:pt x="700" y="2724"/>
                  </a:lnTo>
                  <a:lnTo>
                    <a:pt x="824" y="2724"/>
                  </a:lnTo>
                  <a:lnTo>
                    <a:pt x="824" y="2600"/>
                  </a:lnTo>
                  <a:close/>
                  <a:moveTo>
                    <a:pt x="6400" y="2500"/>
                  </a:moveTo>
                  <a:lnTo>
                    <a:pt x="6400" y="2624"/>
                  </a:lnTo>
                  <a:lnTo>
                    <a:pt x="6524" y="2624"/>
                  </a:lnTo>
                  <a:lnTo>
                    <a:pt x="6524" y="2500"/>
                  </a:lnTo>
                  <a:close/>
                  <a:moveTo>
                    <a:pt x="5300" y="2500"/>
                  </a:moveTo>
                  <a:lnTo>
                    <a:pt x="5300" y="2624"/>
                  </a:lnTo>
                  <a:lnTo>
                    <a:pt x="5524" y="2624"/>
                  </a:lnTo>
                  <a:lnTo>
                    <a:pt x="5524" y="2500"/>
                  </a:lnTo>
                  <a:close/>
                  <a:moveTo>
                    <a:pt x="2800" y="2500"/>
                  </a:moveTo>
                  <a:lnTo>
                    <a:pt x="2800" y="2624"/>
                  </a:lnTo>
                  <a:lnTo>
                    <a:pt x="2924" y="2624"/>
                  </a:lnTo>
                  <a:lnTo>
                    <a:pt x="2924" y="2500"/>
                  </a:lnTo>
                  <a:close/>
                  <a:moveTo>
                    <a:pt x="6700" y="2400"/>
                  </a:moveTo>
                  <a:lnTo>
                    <a:pt x="6700" y="2524"/>
                  </a:lnTo>
                  <a:lnTo>
                    <a:pt x="6824" y="2524"/>
                  </a:lnTo>
                  <a:lnTo>
                    <a:pt x="6824" y="2400"/>
                  </a:lnTo>
                  <a:close/>
                  <a:moveTo>
                    <a:pt x="5700" y="2400"/>
                  </a:moveTo>
                  <a:lnTo>
                    <a:pt x="5700" y="2524"/>
                  </a:lnTo>
                  <a:lnTo>
                    <a:pt x="5824" y="2524"/>
                  </a:lnTo>
                  <a:lnTo>
                    <a:pt x="5824" y="2400"/>
                  </a:lnTo>
                  <a:close/>
                  <a:moveTo>
                    <a:pt x="1800" y="2200"/>
                  </a:moveTo>
                  <a:lnTo>
                    <a:pt x="1800" y="2324"/>
                  </a:lnTo>
                  <a:lnTo>
                    <a:pt x="1924" y="2324"/>
                  </a:lnTo>
                  <a:lnTo>
                    <a:pt x="1924" y="2200"/>
                  </a:lnTo>
                  <a:close/>
                  <a:moveTo>
                    <a:pt x="6100" y="2100"/>
                  </a:moveTo>
                  <a:lnTo>
                    <a:pt x="6100" y="2224"/>
                  </a:lnTo>
                  <a:lnTo>
                    <a:pt x="6224" y="2224"/>
                  </a:lnTo>
                  <a:lnTo>
                    <a:pt x="6224" y="2100"/>
                  </a:lnTo>
                  <a:close/>
                  <a:moveTo>
                    <a:pt x="3900" y="2100"/>
                  </a:moveTo>
                  <a:lnTo>
                    <a:pt x="3900" y="2224"/>
                  </a:lnTo>
                  <a:lnTo>
                    <a:pt x="4024" y="2224"/>
                  </a:lnTo>
                  <a:lnTo>
                    <a:pt x="4024" y="2100"/>
                  </a:lnTo>
                  <a:close/>
                  <a:moveTo>
                    <a:pt x="4500" y="2000"/>
                  </a:moveTo>
                  <a:lnTo>
                    <a:pt x="4500" y="2124"/>
                  </a:lnTo>
                  <a:lnTo>
                    <a:pt x="4624" y="2124"/>
                  </a:lnTo>
                  <a:lnTo>
                    <a:pt x="4624" y="2000"/>
                  </a:lnTo>
                  <a:close/>
                  <a:moveTo>
                    <a:pt x="4800" y="1900"/>
                  </a:moveTo>
                  <a:lnTo>
                    <a:pt x="4800" y="2024"/>
                  </a:lnTo>
                  <a:lnTo>
                    <a:pt x="4924" y="2024"/>
                  </a:lnTo>
                  <a:lnTo>
                    <a:pt x="4924" y="1900"/>
                  </a:lnTo>
                  <a:close/>
                  <a:moveTo>
                    <a:pt x="5100" y="1800"/>
                  </a:moveTo>
                  <a:lnTo>
                    <a:pt x="5100" y="1924"/>
                  </a:lnTo>
                  <a:lnTo>
                    <a:pt x="5224" y="1924"/>
                  </a:lnTo>
                  <a:lnTo>
                    <a:pt x="5224" y="1800"/>
                  </a:lnTo>
                  <a:close/>
                  <a:moveTo>
                    <a:pt x="5400" y="1700"/>
                  </a:moveTo>
                  <a:lnTo>
                    <a:pt x="5400" y="1824"/>
                  </a:lnTo>
                  <a:lnTo>
                    <a:pt x="5524" y="1824"/>
                  </a:lnTo>
                  <a:lnTo>
                    <a:pt x="5524" y="1700"/>
                  </a:lnTo>
                  <a:close/>
                  <a:moveTo>
                    <a:pt x="4400" y="1700"/>
                  </a:moveTo>
                  <a:lnTo>
                    <a:pt x="4400" y="1824"/>
                  </a:lnTo>
                  <a:lnTo>
                    <a:pt x="4524" y="1824"/>
                  </a:lnTo>
                  <a:lnTo>
                    <a:pt x="4524" y="1700"/>
                  </a:lnTo>
                  <a:close/>
                  <a:moveTo>
                    <a:pt x="3700" y="1700"/>
                  </a:moveTo>
                  <a:lnTo>
                    <a:pt x="3700" y="1824"/>
                  </a:lnTo>
                  <a:lnTo>
                    <a:pt x="3824" y="1824"/>
                  </a:lnTo>
                  <a:lnTo>
                    <a:pt x="3824" y="1700"/>
                  </a:lnTo>
                  <a:close/>
                  <a:moveTo>
                    <a:pt x="2800" y="1700"/>
                  </a:moveTo>
                  <a:lnTo>
                    <a:pt x="2800" y="1824"/>
                  </a:lnTo>
                  <a:lnTo>
                    <a:pt x="2924" y="1824"/>
                  </a:lnTo>
                  <a:lnTo>
                    <a:pt x="2924" y="1700"/>
                  </a:lnTo>
                  <a:close/>
                  <a:moveTo>
                    <a:pt x="5700" y="1600"/>
                  </a:moveTo>
                  <a:lnTo>
                    <a:pt x="5700" y="1724"/>
                  </a:lnTo>
                  <a:lnTo>
                    <a:pt x="5824" y="1724"/>
                  </a:lnTo>
                  <a:lnTo>
                    <a:pt x="5824" y="1600"/>
                  </a:lnTo>
                  <a:close/>
                  <a:moveTo>
                    <a:pt x="4700" y="1600"/>
                  </a:moveTo>
                  <a:lnTo>
                    <a:pt x="4700" y="1724"/>
                  </a:lnTo>
                  <a:lnTo>
                    <a:pt x="4824" y="1724"/>
                  </a:lnTo>
                  <a:lnTo>
                    <a:pt x="4824" y="1600"/>
                  </a:lnTo>
                  <a:close/>
                  <a:moveTo>
                    <a:pt x="3400" y="1600"/>
                  </a:moveTo>
                  <a:lnTo>
                    <a:pt x="3400" y="1724"/>
                  </a:lnTo>
                  <a:lnTo>
                    <a:pt x="3524" y="1724"/>
                  </a:lnTo>
                  <a:lnTo>
                    <a:pt x="3524" y="1600"/>
                  </a:lnTo>
                  <a:close/>
                  <a:moveTo>
                    <a:pt x="2500" y="1600"/>
                  </a:moveTo>
                  <a:lnTo>
                    <a:pt x="2500" y="1724"/>
                  </a:lnTo>
                  <a:lnTo>
                    <a:pt x="2624" y="1724"/>
                  </a:lnTo>
                  <a:lnTo>
                    <a:pt x="2624" y="1600"/>
                  </a:lnTo>
                  <a:close/>
                  <a:moveTo>
                    <a:pt x="5000" y="1500"/>
                  </a:moveTo>
                  <a:lnTo>
                    <a:pt x="5000" y="1624"/>
                  </a:lnTo>
                  <a:lnTo>
                    <a:pt x="5124" y="1624"/>
                  </a:lnTo>
                  <a:lnTo>
                    <a:pt x="5124" y="1500"/>
                  </a:lnTo>
                  <a:close/>
                  <a:moveTo>
                    <a:pt x="3100" y="1500"/>
                  </a:moveTo>
                  <a:lnTo>
                    <a:pt x="3100" y="1624"/>
                  </a:lnTo>
                  <a:lnTo>
                    <a:pt x="3224" y="1624"/>
                  </a:lnTo>
                  <a:lnTo>
                    <a:pt x="3224" y="1500"/>
                  </a:lnTo>
                  <a:close/>
                  <a:moveTo>
                    <a:pt x="2200" y="1500"/>
                  </a:moveTo>
                  <a:lnTo>
                    <a:pt x="2200" y="1624"/>
                  </a:lnTo>
                  <a:lnTo>
                    <a:pt x="2324" y="1624"/>
                  </a:lnTo>
                  <a:lnTo>
                    <a:pt x="2324" y="1500"/>
                  </a:lnTo>
                  <a:close/>
                  <a:moveTo>
                    <a:pt x="5300" y="1400"/>
                  </a:moveTo>
                  <a:lnTo>
                    <a:pt x="5300" y="1524"/>
                  </a:lnTo>
                  <a:lnTo>
                    <a:pt x="5424" y="1524"/>
                  </a:lnTo>
                  <a:lnTo>
                    <a:pt x="5424" y="1400"/>
                  </a:lnTo>
                  <a:close/>
                  <a:moveTo>
                    <a:pt x="2600" y="1300"/>
                  </a:moveTo>
                  <a:lnTo>
                    <a:pt x="2600" y="1424"/>
                  </a:lnTo>
                  <a:lnTo>
                    <a:pt x="2724" y="1424"/>
                  </a:lnTo>
                  <a:lnTo>
                    <a:pt x="2724" y="1300"/>
                  </a:lnTo>
                  <a:close/>
                  <a:moveTo>
                    <a:pt x="5824" y="1200"/>
                  </a:moveTo>
                  <a:lnTo>
                    <a:pt x="5700" y="1200"/>
                  </a:lnTo>
                  <a:lnTo>
                    <a:pt x="5700" y="1274"/>
                  </a:lnTo>
                  <a:lnTo>
                    <a:pt x="5600" y="1300"/>
                  </a:lnTo>
                  <a:lnTo>
                    <a:pt x="5600" y="1424"/>
                  </a:lnTo>
                  <a:lnTo>
                    <a:pt x="5724" y="1424"/>
                  </a:lnTo>
                  <a:lnTo>
                    <a:pt x="5724" y="1350"/>
                  </a:lnTo>
                  <a:lnTo>
                    <a:pt x="5824" y="1324"/>
                  </a:lnTo>
                  <a:close/>
                  <a:moveTo>
                    <a:pt x="4900" y="1100"/>
                  </a:moveTo>
                  <a:lnTo>
                    <a:pt x="4900" y="1224"/>
                  </a:lnTo>
                  <a:lnTo>
                    <a:pt x="5024" y="1224"/>
                  </a:lnTo>
                  <a:lnTo>
                    <a:pt x="5024" y="1100"/>
                  </a:lnTo>
                  <a:close/>
                  <a:moveTo>
                    <a:pt x="4100" y="1000"/>
                  </a:moveTo>
                  <a:lnTo>
                    <a:pt x="4100" y="1124"/>
                  </a:lnTo>
                  <a:lnTo>
                    <a:pt x="4224" y="1124"/>
                  </a:lnTo>
                  <a:lnTo>
                    <a:pt x="4224" y="1000"/>
                  </a:lnTo>
                  <a:close/>
                  <a:moveTo>
                    <a:pt x="1700" y="1000"/>
                  </a:moveTo>
                  <a:lnTo>
                    <a:pt x="1700" y="1124"/>
                  </a:lnTo>
                  <a:lnTo>
                    <a:pt x="1824" y="1124"/>
                  </a:lnTo>
                  <a:lnTo>
                    <a:pt x="1824" y="1000"/>
                  </a:lnTo>
                  <a:close/>
                  <a:moveTo>
                    <a:pt x="5700" y="900"/>
                  </a:moveTo>
                  <a:lnTo>
                    <a:pt x="5700" y="1024"/>
                  </a:lnTo>
                  <a:lnTo>
                    <a:pt x="5924" y="1024"/>
                  </a:lnTo>
                  <a:lnTo>
                    <a:pt x="5924" y="900"/>
                  </a:lnTo>
                  <a:close/>
                  <a:moveTo>
                    <a:pt x="6700" y="800"/>
                  </a:moveTo>
                  <a:lnTo>
                    <a:pt x="6700" y="924"/>
                  </a:lnTo>
                  <a:lnTo>
                    <a:pt x="6824" y="924"/>
                  </a:lnTo>
                  <a:lnTo>
                    <a:pt x="6824" y="800"/>
                  </a:lnTo>
                  <a:close/>
                  <a:moveTo>
                    <a:pt x="4900" y="800"/>
                  </a:moveTo>
                  <a:lnTo>
                    <a:pt x="4900" y="924"/>
                  </a:lnTo>
                  <a:lnTo>
                    <a:pt x="5024" y="924"/>
                  </a:lnTo>
                  <a:lnTo>
                    <a:pt x="5024" y="800"/>
                  </a:lnTo>
                  <a:close/>
                  <a:moveTo>
                    <a:pt x="6400" y="700"/>
                  </a:moveTo>
                  <a:lnTo>
                    <a:pt x="6400" y="824"/>
                  </a:lnTo>
                  <a:lnTo>
                    <a:pt x="6524" y="824"/>
                  </a:lnTo>
                  <a:lnTo>
                    <a:pt x="6524" y="700"/>
                  </a:lnTo>
                  <a:close/>
                  <a:moveTo>
                    <a:pt x="4000" y="700"/>
                  </a:moveTo>
                  <a:lnTo>
                    <a:pt x="4000" y="824"/>
                  </a:lnTo>
                  <a:lnTo>
                    <a:pt x="4224" y="824"/>
                  </a:lnTo>
                  <a:lnTo>
                    <a:pt x="4224" y="700"/>
                  </a:lnTo>
                  <a:close/>
                  <a:moveTo>
                    <a:pt x="1700" y="700"/>
                  </a:moveTo>
                  <a:lnTo>
                    <a:pt x="1700" y="824"/>
                  </a:lnTo>
                  <a:lnTo>
                    <a:pt x="1824" y="824"/>
                  </a:lnTo>
                  <a:lnTo>
                    <a:pt x="1824" y="700"/>
                  </a:lnTo>
                  <a:close/>
                  <a:moveTo>
                    <a:pt x="5800" y="500"/>
                  </a:moveTo>
                  <a:lnTo>
                    <a:pt x="5800" y="624"/>
                  </a:lnTo>
                  <a:lnTo>
                    <a:pt x="5924" y="624"/>
                  </a:lnTo>
                  <a:lnTo>
                    <a:pt x="5924" y="500"/>
                  </a:lnTo>
                  <a:close/>
                  <a:moveTo>
                    <a:pt x="2600" y="400"/>
                  </a:moveTo>
                  <a:lnTo>
                    <a:pt x="2600" y="524"/>
                  </a:lnTo>
                  <a:lnTo>
                    <a:pt x="2724" y="524"/>
                  </a:lnTo>
                  <a:lnTo>
                    <a:pt x="2724" y="400"/>
                  </a:lnTo>
                  <a:close/>
                  <a:moveTo>
                    <a:pt x="2900" y="300"/>
                  </a:moveTo>
                  <a:lnTo>
                    <a:pt x="2900" y="424"/>
                  </a:lnTo>
                  <a:lnTo>
                    <a:pt x="3024" y="424"/>
                  </a:lnTo>
                  <a:lnTo>
                    <a:pt x="3024" y="300"/>
                  </a:lnTo>
                  <a:close/>
                  <a:moveTo>
                    <a:pt x="3200" y="200"/>
                  </a:moveTo>
                  <a:lnTo>
                    <a:pt x="3200" y="324"/>
                  </a:lnTo>
                  <a:lnTo>
                    <a:pt x="3324" y="324"/>
                  </a:lnTo>
                  <a:lnTo>
                    <a:pt x="3324" y="200"/>
                  </a:lnTo>
                  <a:close/>
                  <a:moveTo>
                    <a:pt x="4700" y="100"/>
                  </a:moveTo>
                  <a:lnTo>
                    <a:pt x="4700" y="224"/>
                  </a:lnTo>
                  <a:lnTo>
                    <a:pt x="4824" y="224"/>
                  </a:lnTo>
                  <a:lnTo>
                    <a:pt x="4824" y="100"/>
                  </a:lnTo>
                  <a:close/>
                  <a:moveTo>
                    <a:pt x="3800" y="0"/>
                  </a:moveTo>
                  <a:lnTo>
                    <a:pt x="3800" y="124"/>
                  </a:lnTo>
                  <a:lnTo>
                    <a:pt x="3924" y="124"/>
                  </a:lnTo>
                  <a:lnTo>
                    <a:pt x="3924" y="0"/>
                  </a:lnTo>
                  <a:close/>
                </a:path>
              </a:pathLst>
            </a:custGeom>
            <a:solidFill>
              <a:srgbClr val="0A23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2" name="Annotation MLLM illustration color 8"/>
            <p:cNvSpPr/>
            <p:nvPr/>
          </p:nvSpPr>
          <p:spPr>
            <a:xfrm>
              <a:off x="9622963" y="4493179"/>
              <a:ext cx="806867" cy="907451"/>
            </a:xfrm>
            <a:custGeom>
              <a:avLst/>
              <a:gdLst/>
              <a:ahLst/>
              <a:cxnLst/>
              <a:rect l="l" t="t" r="r" b="b"/>
              <a:pathLst>
                <a:path w="8824" h="9924">
                  <a:moveTo>
                    <a:pt x="7600" y="9800"/>
                  </a:moveTo>
                  <a:lnTo>
                    <a:pt x="7600" y="9924"/>
                  </a:lnTo>
                  <a:lnTo>
                    <a:pt x="7724" y="9924"/>
                  </a:lnTo>
                  <a:lnTo>
                    <a:pt x="7724" y="9800"/>
                  </a:lnTo>
                  <a:close/>
                  <a:moveTo>
                    <a:pt x="1200" y="9300"/>
                  </a:moveTo>
                  <a:lnTo>
                    <a:pt x="1200" y="9424"/>
                  </a:lnTo>
                  <a:lnTo>
                    <a:pt x="1324" y="9424"/>
                  </a:lnTo>
                  <a:lnTo>
                    <a:pt x="1324" y="9300"/>
                  </a:lnTo>
                  <a:close/>
                  <a:moveTo>
                    <a:pt x="7000" y="7900"/>
                  </a:moveTo>
                  <a:lnTo>
                    <a:pt x="7000" y="8024"/>
                  </a:lnTo>
                  <a:lnTo>
                    <a:pt x="7124" y="8024"/>
                  </a:lnTo>
                  <a:lnTo>
                    <a:pt x="7124" y="7900"/>
                  </a:lnTo>
                  <a:close/>
                  <a:moveTo>
                    <a:pt x="2400" y="7700"/>
                  </a:moveTo>
                  <a:lnTo>
                    <a:pt x="2400" y="7824"/>
                  </a:lnTo>
                  <a:lnTo>
                    <a:pt x="2524" y="7824"/>
                  </a:lnTo>
                  <a:lnTo>
                    <a:pt x="2524" y="7700"/>
                  </a:lnTo>
                  <a:close/>
                  <a:moveTo>
                    <a:pt x="5200" y="7500"/>
                  </a:moveTo>
                  <a:lnTo>
                    <a:pt x="5200" y="7624"/>
                  </a:lnTo>
                  <a:lnTo>
                    <a:pt x="5324" y="7624"/>
                  </a:lnTo>
                  <a:lnTo>
                    <a:pt x="5324" y="7500"/>
                  </a:lnTo>
                  <a:close/>
                  <a:moveTo>
                    <a:pt x="6500" y="7400"/>
                  </a:moveTo>
                  <a:lnTo>
                    <a:pt x="6500" y="7524"/>
                  </a:lnTo>
                  <a:lnTo>
                    <a:pt x="6624" y="7524"/>
                  </a:lnTo>
                  <a:lnTo>
                    <a:pt x="6624" y="7400"/>
                  </a:lnTo>
                  <a:close/>
                  <a:moveTo>
                    <a:pt x="2400" y="7400"/>
                  </a:moveTo>
                  <a:lnTo>
                    <a:pt x="2400" y="7524"/>
                  </a:lnTo>
                  <a:lnTo>
                    <a:pt x="2524" y="7524"/>
                  </a:lnTo>
                  <a:lnTo>
                    <a:pt x="2524" y="7400"/>
                  </a:lnTo>
                  <a:close/>
                  <a:moveTo>
                    <a:pt x="7200" y="7300"/>
                  </a:moveTo>
                  <a:lnTo>
                    <a:pt x="7200" y="7424"/>
                  </a:lnTo>
                  <a:lnTo>
                    <a:pt x="7324" y="7424"/>
                  </a:lnTo>
                  <a:lnTo>
                    <a:pt x="7324" y="7300"/>
                  </a:lnTo>
                  <a:close/>
                  <a:moveTo>
                    <a:pt x="2100" y="7100"/>
                  </a:moveTo>
                  <a:lnTo>
                    <a:pt x="2100" y="7224"/>
                  </a:lnTo>
                  <a:lnTo>
                    <a:pt x="2224" y="7224"/>
                  </a:lnTo>
                  <a:lnTo>
                    <a:pt x="2224" y="7100"/>
                  </a:lnTo>
                  <a:close/>
                  <a:moveTo>
                    <a:pt x="900" y="6700"/>
                  </a:moveTo>
                  <a:lnTo>
                    <a:pt x="900" y="6824"/>
                  </a:lnTo>
                  <a:lnTo>
                    <a:pt x="1024" y="6824"/>
                  </a:lnTo>
                  <a:lnTo>
                    <a:pt x="1024" y="6700"/>
                  </a:lnTo>
                  <a:close/>
                  <a:moveTo>
                    <a:pt x="8000" y="6600"/>
                  </a:moveTo>
                  <a:lnTo>
                    <a:pt x="8000" y="6724"/>
                  </a:lnTo>
                  <a:lnTo>
                    <a:pt x="8124" y="6724"/>
                  </a:lnTo>
                  <a:lnTo>
                    <a:pt x="8124" y="6600"/>
                  </a:lnTo>
                  <a:close/>
                  <a:moveTo>
                    <a:pt x="800" y="6300"/>
                  </a:moveTo>
                  <a:lnTo>
                    <a:pt x="800" y="6424"/>
                  </a:lnTo>
                  <a:lnTo>
                    <a:pt x="924" y="6424"/>
                  </a:lnTo>
                  <a:lnTo>
                    <a:pt x="924" y="6300"/>
                  </a:lnTo>
                  <a:close/>
                  <a:moveTo>
                    <a:pt x="8100" y="6000"/>
                  </a:moveTo>
                  <a:lnTo>
                    <a:pt x="8100" y="6224"/>
                  </a:lnTo>
                  <a:lnTo>
                    <a:pt x="8224" y="6224"/>
                  </a:lnTo>
                  <a:lnTo>
                    <a:pt x="8224" y="6000"/>
                  </a:lnTo>
                  <a:close/>
                  <a:moveTo>
                    <a:pt x="400" y="5600"/>
                  </a:moveTo>
                  <a:lnTo>
                    <a:pt x="400" y="5724"/>
                  </a:lnTo>
                  <a:lnTo>
                    <a:pt x="524" y="5724"/>
                  </a:lnTo>
                  <a:lnTo>
                    <a:pt x="524" y="5600"/>
                  </a:lnTo>
                  <a:close/>
                  <a:moveTo>
                    <a:pt x="0" y="4500"/>
                  </a:moveTo>
                  <a:lnTo>
                    <a:pt x="0" y="4624"/>
                  </a:lnTo>
                  <a:lnTo>
                    <a:pt x="124" y="4624"/>
                  </a:lnTo>
                  <a:lnTo>
                    <a:pt x="124" y="4500"/>
                  </a:lnTo>
                  <a:close/>
                  <a:moveTo>
                    <a:pt x="8700" y="4000"/>
                  </a:moveTo>
                  <a:lnTo>
                    <a:pt x="8700" y="4124"/>
                  </a:lnTo>
                  <a:lnTo>
                    <a:pt x="8824" y="4124"/>
                  </a:lnTo>
                  <a:lnTo>
                    <a:pt x="8824" y="4000"/>
                  </a:lnTo>
                  <a:close/>
                  <a:moveTo>
                    <a:pt x="8100" y="3400"/>
                  </a:moveTo>
                  <a:lnTo>
                    <a:pt x="8100" y="3624"/>
                  </a:lnTo>
                  <a:lnTo>
                    <a:pt x="8224" y="3624"/>
                  </a:lnTo>
                  <a:lnTo>
                    <a:pt x="8224" y="3400"/>
                  </a:lnTo>
                  <a:close/>
                  <a:moveTo>
                    <a:pt x="800" y="3200"/>
                  </a:moveTo>
                  <a:lnTo>
                    <a:pt x="800" y="3424"/>
                  </a:lnTo>
                  <a:lnTo>
                    <a:pt x="924" y="3424"/>
                  </a:lnTo>
                  <a:lnTo>
                    <a:pt x="924" y="3200"/>
                  </a:lnTo>
                  <a:close/>
                  <a:moveTo>
                    <a:pt x="7300" y="2300"/>
                  </a:moveTo>
                  <a:lnTo>
                    <a:pt x="7300" y="2424"/>
                  </a:lnTo>
                  <a:lnTo>
                    <a:pt x="7424" y="2424"/>
                  </a:lnTo>
                  <a:lnTo>
                    <a:pt x="7424" y="2300"/>
                  </a:lnTo>
                  <a:close/>
                  <a:moveTo>
                    <a:pt x="1600" y="2300"/>
                  </a:moveTo>
                  <a:lnTo>
                    <a:pt x="1600" y="2424"/>
                  </a:lnTo>
                  <a:lnTo>
                    <a:pt x="1724" y="2424"/>
                  </a:lnTo>
                  <a:lnTo>
                    <a:pt x="1724" y="2300"/>
                  </a:lnTo>
                  <a:close/>
                  <a:moveTo>
                    <a:pt x="2200" y="2000"/>
                  </a:moveTo>
                  <a:lnTo>
                    <a:pt x="2200" y="2124"/>
                  </a:lnTo>
                  <a:lnTo>
                    <a:pt x="2324" y="2124"/>
                  </a:lnTo>
                  <a:lnTo>
                    <a:pt x="2324" y="2000"/>
                  </a:lnTo>
                  <a:close/>
                  <a:moveTo>
                    <a:pt x="1800" y="1600"/>
                  </a:moveTo>
                  <a:lnTo>
                    <a:pt x="1800" y="1724"/>
                  </a:lnTo>
                  <a:lnTo>
                    <a:pt x="1924" y="1724"/>
                  </a:lnTo>
                  <a:lnTo>
                    <a:pt x="1924" y="1600"/>
                  </a:lnTo>
                  <a:close/>
                  <a:moveTo>
                    <a:pt x="7400" y="1500"/>
                  </a:moveTo>
                  <a:lnTo>
                    <a:pt x="7400" y="1624"/>
                  </a:lnTo>
                  <a:lnTo>
                    <a:pt x="7524" y="1624"/>
                  </a:lnTo>
                  <a:lnTo>
                    <a:pt x="7524" y="1500"/>
                  </a:lnTo>
                  <a:close/>
                  <a:moveTo>
                    <a:pt x="1500" y="1500"/>
                  </a:moveTo>
                  <a:lnTo>
                    <a:pt x="1500" y="1624"/>
                  </a:lnTo>
                  <a:lnTo>
                    <a:pt x="1624" y="1624"/>
                  </a:lnTo>
                  <a:lnTo>
                    <a:pt x="1624" y="1500"/>
                  </a:lnTo>
                  <a:close/>
                  <a:moveTo>
                    <a:pt x="7700" y="1400"/>
                  </a:moveTo>
                  <a:lnTo>
                    <a:pt x="7700" y="1524"/>
                  </a:lnTo>
                  <a:lnTo>
                    <a:pt x="7824" y="1524"/>
                  </a:lnTo>
                  <a:lnTo>
                    <a:pt x="7824" y="1400"/>
                  </a:lnTo>
                  <a:close/>
                  <a:moveTo>
                    <a:pt x="1200" y="1400"/>
                  </a:moveTo>
                  <a:lnTo>
                    <a:pt x="1200" y="1524"/>
                  </a:lnTo>
                  <a:lnTo>
                    <a:pt x="1324" y="1524"/>
                  </a:lnTo>
                  <a:lnTo>
                    <a:pt x="1324" y="1400"/>
                  </a:lnTo>
                  <a:close/>
                  <a:moveTo>
                    <a:pt x="7700" y="1100"/>
                  </a:moveTo>
                  <a:lnTo>
                    <a:pt x="7700" y="1224"/>
                  </a:lnTo>
                  <a:lnTo>
                    <a:pt x="7824" y="1224"/>
                  </a:lnTo>
                  <a:lnTo>
                    <a:pt x="7824" y="1100"/>
                  </a:lnTo>
                  <a:close/>
                  <a:moveTo>
                    <a:pt x="7400" y="1000"/>
                  </a:moveTo>
                  <a:lnTo>
                    <a:pt x="7400" y="1124"/>
                  </a:lnTo>
                  <a:lnTo>
                    <a:pt x="7524" y="1124"/>
                  </a:lnTo>
                  <a:lnTo>
                    <a:pt x="7524" y="1000"/>
                  </a:lnTo>
                  <a:close/>
                  <a:moveTo>
                    <a:pt x="7100" y="900"/>
                  </a:moveTo>
                  <a:lnTo>
                    <a:pt x="7100" y="1024"/>
                  </a:lnTo>
                  <a:lnTo>
                    <a:pt x="7224" y="1024"/>
                  </a:lnTo>
                  <a:lnTo>
                    <a:pt x="7224" y="900"/>
                  </a:lnTo>
                  <a:close/>
                  <a:moveTo>
                    <a:pt x="1800" y="900"/>
                  </a:moveTo>
                  <a:lnTo>
                    <a:pt x="1800" y="1024"/>
                  </a:lnTo>
                  <a:lnTo>
                    <a:pt x="1924" y="1024"/>
                  </a:lnTo>
                  <a:lnTo>
                    <a:pt x="1924" y="900"/>
                  </a:lnTo>
                  <a:close/>
                  <a:moveTo>
                    <a:pt x="6800" y="800"/>
                  </a:moveTo>
                  <a:lnTo>
                    <a:pt x="6800" y="924"/>
                  </a:lnTo>
                  <a:lnTo>
                    <a:pt x="6924" y="924"/>
                  </a:lnTo>
                  <a:lnTo>
                    <a:pt x="6924" y="800"/>
                  </a:lnTo>
                  <a:close/>
                  <a:moveTo>
                    <a:pt x="2100" y="800"/>
                  </a:moveTo>
                  <a:lnTo>
                    <a:pt x="2100" y="924"/>
                  </a:lnTo>
                  <a:lnTo>
                    <a:pt x="2224" y="924"/>
                  </a:lnTo>
                  <a:lnTo>
                    <a:pt x="2224" y="800"/>
                  </a:lnTo>
                  <a:close/>
                  <a:moveTo>
                    <a:pt x="6500" y="700"/>
                  </a:moveTo>
                  <a:lnTo>
                    <a:pt x="6500" y="824"/>
                  </a:lnTo>
                  <a:lnTo>
                    <a:pt x="6624" y="824"/>
                  </a:lnTo>
                  <a:lnTo>
                    <a:pt x="6624" y="700"/>
                  </a:lnTo>
                  <a:close/>
                  <a:moveTo>
                    <a:pt x="2400" y="700"/>
                  </a:moveTo>
                  <a:lnTo>
                    <a:pt x="2400" y="824"/>
                  </a:lnTo>
                  <a:lnTo>
                    <a:pt x="2524" y="824"/>
                  </a:lnTo>
                  <a:lnTo>
                    <a:pt x="2524" y="700"/>
                  </a:lnTo>
                  <a:close/>
                  <a:moveTo>
                    <a:pt x="3000" y="500"/>
                  </a:moveTo>
                  <a:lnTo>
                    <a:pt x="3000" y="624"/>
                  </a:lnTo>
                  <a:lnTo>
                    <a:pt x="3124" y="624"/>
                  </a:lnTo>
                  <a:lnTo>
                    <a:pt x="3124" y="500"/>
                  </a:lnTo>
                  <a:close/>
                  <a:moveTo>
                    <a:pt x="5600" y="400"/>
                  </a:moveTo>
                  <a:lnTo>
                    <a:pt x="5600" y="524"/>
                  </a:lnTo>
                  <a:lnTo>
                    <a:pt x="5724" y="524"/>
                  </a:lnTo>
                  <a:lnTo>
                    <a:pt x="5724" y="400"/>
                  </a:lnTo>
                  <a:close/>
                  <a:moveTo>
                    <a:pt x="3300" y="400"/>
                  </a:moveTo>
                  <a:lnTo>
                    <a:pt x="3300" y="524"/>
                  </a:lnTo>
                  <a:lnTo>
                    <a:pt x="3424" y="524"/>
                  </a:lnTo>
                  <a:lnTo>
                    <a:pt x="3424" y="400"/>
                  </a:lnTo>
                  <a:close/>
                  <a:moveTo>
                    <a:pt x="4500" y="0"/>
                  </a:moveTo>
                  <a:lnTo>
                    <a:pt x="4500" y="124"/>
                  </a:lnTo>
                  <a:lnTo>
                    <a:pt x="4624" y="124"/>
                  </a:lnTo>
                  <a:lnTo>
                    <a:pt x="4624" y="0"/>
                  </a:lnTo>
                  <a:close/>
                </a:path>
              </a:pathLst>
            </a:custGeom>
            <a:solidFill>
              <a:srgbClr val="6E64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3" name="Annotation MLLM illustration color 9"/>
            <p:cNvSpPr/>
            <p:nvPr/>
          </p:nvSpPr>
          <p:spPr>
            <a:xfrm>
              <a:off x="9741835" y="4730923"/>
              <a:ext cx="605699" cy="642275"/>
            </a:xfrm>
            <a:custGeom>
              <a:avLst/>
              <a:gdLst/>
              <a:ahLst/>
              <a:cxnLst/>
              <a:rect l="l" t="t" r="r" b="b"/>
              <a:pathLst>
                <a:path w="6624" h="7024">
                  <a:moveTo>
                    <a:pt x="200" y="6900"/>
                  </a:moveTo>
                  <a:lnTo>
                    <a:pt x="200" y="7024"/>
                  </a:lnTo>
                  <a:lnTo>
                    <a:pt x="6124" y="7024"/>
                  </a:lnTo>
                  <a:lnTo>
                    <a:pt x="6124" y="6900"/>
                  </a:lnTo>
                  <a:close/>
                  <a:moveTo>
                    <a:pt x="3400" y="5800"/>
                  </a:moveTo>
                  <a:lnTo>
                    <a:pt x="3400" y="5924"/>
                  </a:lnTo>
                  <a:lnTo>
                    <a:pt x="3524" y="5924"/>
                  </a:lnTo>
                  <a:lnTo>
                    <a:pt x="3524" y="5800"/>
                  </a:lnTo>
                  <a:close/>
                  <a:moveTo>
                    <a:pt x="2800" y="5800"/>
                  </a:moveTo>
                  <a:lnTo>
                    <a:pt x="2800" y="5924"/>
                  </a:lnTo>
                  <a:lnTo>
                    <a:pt x="2924" y="5924"/>
                  </a:lnTo>
                  <a:lnTo>
                    <a:pt x="2924" y="5800"/>
                  </a:lnTo>
                  <a:close/>
                  <a:moveTo>
                    <a:pt x="700" y="5500"/>
                  </a:moveTo>
                  <a:lnTo>
                    <a:pt x="700" y="5624"/>
                  </a:lnTo>
                  <a:lnTo>
                    <a:pt x="824" y="5624"/>
                  </a:lnTo>
                  <a:lnTo>
                    <a:pt x="824" y="5500"/>
                  </a:lnTo>
                  <a:close/>
                  <a:moveTo>
                    <a:pt x="4700" y="4500"/>
                  </a:moveTo>
                  <a:lnTo>
                    <a:pt x="4700" y="4624"/>
                  </a:lnTo>
                  <a:lnTo>
                    <a:pt x="4924" y="4624"/>
                  </a:lnTo>
                  <a:lnTo>
                    <a:pt x="4924" y="4500"/>
                  </a:lnTo>
                  <a:close/>
                  <a:moveTo>
                    <a:pt x="1400" y="4500"/>
                  </a:moveTo>
                  <a:lnTo>
                    <a:pt x="1400" y="4624"/>
                  </a:lnTo>
                  <a:lnTo>
                    <a:pt x="1624" y="4624"/>
                  </a:lnTo>
                  <a:lnTo>
                    <a:pt x="1624" y="4500"/>
                  </a:lnTo>
                  <a:close/>
                  <a:moveTo>
                    <a:pt x="6100" y="4300"/>
                  </a:moveTo>
                  <a:lnTo>
                    <a:pt x="6100" y="4424"/>
                  </a:lnTo>
                  <a:lnTo>
                    <a:pt x="6224" y="4424"/>
                  </a:lnTo>
                  <a:lnTo>
                    <a:pt x="6224" y="4300"/>
                  </a:lnTo>
                  <a:close/>
                  <a:moveTo>
                    <a:pt x="5300" y="4200"/>
                  </a:moveTo>
                  <a:lnTo>
                    <a:pt x="5300" y="4324"/>
                  </a:lnTo>
                  <a:lnTo>
                    <a:pt x="5424" y="4324"/>
                  </a:lnTo>
                  <a:lnTo>
                    <a:pt x="5424" y="4200"/>
                  </a:lnTo>
                  <a:close/>
                  <a:moveTo>
                    <a:pt x="900" y="4200"/>
                  </a:moveTo>
                  <a:lnTo>
                    <a:pt x="900" y="4324"/>
                  </a:lnTo>
                  <a:lnTo>
                    <a:pt x="1124" y="4324"/>
                  </a:lnTo>
                  <a:lnTo>
                    <a:pt x="1124" y="4200"/>
                  </a:lnTo>
                  <a:close/>
                  <a:moveTo>
                    <a:pt x="5800" y="4100"/>
                  </a:moveTo>
                  <a:lnTo>
                    <a:pt x="5800" y="4224"/>
                  </a:lnTo>
                  <a:lnTo>
                    <a:pt x="5924" y="4224"/>
                  </a:lnTo>
                  <a:lnTo>
                    <a:pt x="5924" y="4100"/>
                  </a:lnTo>
                  <a:close/>
                  <a:moveTo>
                    <a:pt x="5200" y="3900"/>
                  </a:moveTo>
                  <a:lnTo>
                    <a:pt x="5200" y="4024"/>
                  </a:lnTo>
                  <a:lnTo>
                    <a:pt x="5324" y="4024"/>
                  </a:lnTo>
                  <a:lnTo>
                    <a:pt x="5324" y="3900"/>
                  </a:lnTo>
                  <a:close/>
                  <a:moveTo>
                    <a:pt x="1100" y="3900"/>
                  </a:moveTo>
                  <a:lnTo>
                    <a:pt x="1100" y="4024"/>
                  </a:lnTo>
                  <a:lnTo>
                    <a:pt x="1224" y="4024"/>
                  </a:lnTo>
                  <a:lnTo>
                    <a:pt x="1224" y="3900"/>
                  </a:lnTo>
                  <a:close/>
                  <a:moveTo>
                    <a:pt x="6100" y="3800"/>
                  </a:moveTo>
                  <a:lnTo>
                    <a:pt x="6100" y="3924"/>
                  </a:lnTo>
                  <a:lnTo>
                    <a:pt x="6224" y="3924"/>
                  </a:lnTo>
                  <a:lnTo>
                    <a:pt x="6224" y="3800"/>
                  </a:lnTo>
                  <a:close/>
                  <a:moveTo>
                    <a:pt x="6200" y="3500"/>
                  </a:moveTo>
                  <a:lnTo>
                    <a:pt x="6200" y="3624"/>
                  </a:lnTo>
                  <a:lnTo>
                    <a:pt x="6324" y="3624"/>
                  </a:lnTo>
                  <a:lnTo>
                    <a:pt x="6324" y="3500"/>
                  </a:lnTo>
                  <a:close/>
                  <a:moveTo>
                    <a:pt x="5900" y="3500"/>
                  </a:moveTo>
                  <a:lnTo>
                    <a:pt x="5900" y="3624"/>
                  </a:lnTo>
                  <a:lnTo>
                    <a:pt x="6024" y="3624"/>
                  </a:lnTo>
                  <a:lnTo>
                    <a:pt x="6024" y="3500"/>
                  </a:lnTo>
                  <a:close/>
                  <a:moveTo>
                    <a:pt x="6500" y="3400"/>
                  </a:moveTo>
                  <a:lnTo>
                    <a:pt x="6500" y="3624"/>
                  </a:lnTo>
                  <a:lnTo>
                    <a:pt x="6624" y="3624"/>
                  </a:lnTo>
                  <a:lnTo>
                    <a:pt x="6624" y="3400"/>
                  </a:lnTo>
                  <a:close/>
                  <a:moveTo>
                    <a:pt x="3100" y="3000"/>
                  </a:moveTo>
                  <a:lnTo>
                    <a:pt x="3100" y="3124"/>
                  </a:lnTo>
                  <a:lnTo>
                    <a:pt x="3224" y="3124"/>
                  </a:lnTo>
                  <a:lnTo>
                    <a:pt x="3224" y="3000"/>
                  </a:lnTo>
                  <a:close/>
                  <a:moveTo>
                    <a:pt x="0" y="3000"/>
                  </a:moveTo>
                  <a:lnTo>
                    <a:pt x="0" y="3124"/>
                  </a:lnTo>
                  <a:lnTo>
                    <a:pt x="124" y="3124"/>
                  </a:lnTo>
                  <a:lnTo>
                    <a:pt x="124" y="3000"/>
                  </a:lnTo>
                  <a:close/>
                  <a:moveTo>
                    <a:pt x="3500" y="2900"/>
                  </a:moveTo>
                  <a:lnTo>
                    <a:pt x="3500" y="3024"/>
                  </a:lnTo>
                  <a:lnTo>
                    <a:pt x="3624" y="3024"/>
                  </a:lnTo>
                  <a:lnTo>
                    <a:pt x="3624" y="2900"/>
                  </a:lnTo>
                  <a:close/>
                  <a:moveTo>
                    <a:pt x="300" y="2900"/>
                  </a:moveTo>
                  <a:lnTo>
                    <a:pt x="300" y="3024"/>
                  </a:lnTo>
                  <a:lnTo>
                    <a:pt x="424" y="3024"/>
                  </a:lnTo>
                  <a:lnTo>
                    <a:pt x="424" y="2900"/>
                  </a:lnTo>
                  <a:close/>
                  <a:moveTo>
                    <a:pt x="3300" y="2600"/>
                  </a:moveTo>
                  <a:lnTo>
                    <a:pt x="3300" y="2724"/>
                  </a:lnTo>
                  <a:lnTo>
                    <a:pt x="3424" y="2724"/>
                  </a:lnTo>
                  <a:lnTo>
                    <a:pt x="3424" y="2600"/>
                  </a:lnTo>
                  <a:close/>
                  <a:moveTo>
                    <a:pt x="3000" y="2600"/>
                  </a:moveTo>
                  <a:lnTo>
                    <a:pt x="3000" y="2724"/>
                  </a:lnTo>
                  <a:lnTo>
                    <a:pt x="3124" y="2724"/>
                  </a:lnTo>
                  <a:lnTo>
                    <a:pt x="3124" y="2600"/>
                  </a:lnTo>
                  <a:close/>
                  <a:moveTo>
                    <a:pt x="2800" y="2500"/>
                  </a:moveTo>
                  <a:lnTo>
                    <a:pt x="2800" y="2624"/>
                  </a:lnTo>
                  <a:lnTo>
                    <a:pt x="2924" y="2624"/>
                  </a:lnTo>
                  <a:lnTo>
                    <a:pt x="2924" y="2500"/>
                  </a:lnTo>
                  <a:close/>
                  <a:moveTo>
                    <a:pt x="2300" y="2300"/>
                  </a:moveTo>
                  <a:lnTo>
                    <a:pt x="2300" y="2424"/>
                  </a:lnTo>
                  <a:lnTo>
                    <a:pt x="2424" y="2424"/>
                  </a:lnTo>
                  <a:lnTo>
                    <a:pt x="2424" y="2300"/>
                  </a:lnTo>
                  <a:close/>
                  <a:moveTo>
                    <a:pt x="3700" y="2100"/>
                  </a:moveTo>
                  <a:lnTo>
                    <a:pt x="3700" y="2224"/>
                  </a:lnTo>
                  <a:lnTo>
                    <a:pt x="3824" y="2224"/>
                  </a:lnTo>
                  <a:lnTo>
                    <a:pt x="3824" y="2100"/>
                  </a:lnTo>
                  <a:close/>
                  <a:moveTo>
                    <a:pt x="1000" y="2000"/>
                  </a:moveTo>
                  <a:lnTo>
                    <a:pt x="1000" y="2124"/>
                  </a:lnTo>
                  <a:lnTo>
                    <a:pt x="1124" y="2124"/>
                  </a:lnTo>
                  <a:lnTo>
                    <a:pt x="1124" y="2000"/>
                  </a:lnTo>
                  <a:close/>
                  <a:moveTo>
                    <a:pt x="6000" y="1900"/>
                  </a:moveTo>
                  <a:lnTo>
                    <a:pt x="6000" y="2224"/>
                  </a:lnTo>
                  <a:lnTo>
                    <a:pt x="6124" y="2224"/>
                  </a:lnTo>
                  <a:lnTo>
                    <a:pt x="6124" y="1900"/>
                  </a:lnTo>
                  <a:close/>
                  <a:moveTo>
                    <a:pt x="4300" y="1700"/>
                  </a:moveTo>
                  <a:lnTo>
                    <a:pt x="4300" y="1824"/>
                  </a:lnTo>
                  <a:lnTo>
                    <a:pt x="4424" y="1824"/>
                  </a:lnTo>
                  <a:lnTo>
                    <a:pt x="4424" y="1700"/>
                  </a:lnTo>
                  <a:close/>
                  <a:moveTo>
                    <a:pt x="5800" y="1400"/>
                  </a:moveTo>
                  <a:lnTo>
                    <a:pt x="5800" y="1524"/>
                  </a:lnTo>
                  <a:lnTo>
                    <a:pt x="5924" y="1524"/>
                  </a:lnTo>
                  <a:lnTo>
                    <a:pt x="5924" y="14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0" y="1000"/>
                  </a:moveTo>
                  <a:lnTo>
                    <a:pt x="0" y="1124"/>
                  </a:lnTo>
                  <a:lnTo>
                    <a:pt x="124" y="1124"/>
                  </a:lnTo>
                  <a:lnTo>
                    <a:pt x="124" y="1000"/>
                  </a:lnTo>
                  <a:close/>
                  <a:moveTo>
                    <a:pt x="5600" y="700"/>
                  </a:moveTo>
                  <a:lnTo>
                    <a:pt x="5600" y="824"/>
                  </a:lnTo>
                  <a:lnTo>
                    <a:pt x="5724" y="824"/>
                  </a:lnTo>
                  <a:lnTo>
                    <a:pt x="5724" y="700"/>
                  </a:lnTo>
                  <a:close/>
                  <a:moveTo>
                    <a:pt x="4000" y="700"/>
                  </a:moveTo>
                  <a:lnTo>
                    <a:pt x="4000" y="824"/>
                  </a:lnTo>
                  <a:lnTo>
                    <a:pt x="4224" y="824"/>
                  </a:lnTo>
                  <a:lnTo>
                    <a:pt x="4224" y="700"/>
                  </a:lnTo>
                  <a:close/>
                  <a:moveTo>
                    <a:pt x="2200" y="700"/>
                  </a:moveTo>
                  <a:lnTo>
                    <a:pt x="2200" y="824"/>
                  </a:lnTo>
                  <a:lnTo>
                    <a:pt x="2424" y="824"/>
                  </a:lnTo>
                  <a:lnTo>
                    <a:pt x="2424" y="700"/>
                  </a:lnTo>
                  <a:close/>
                  <a:moveTo>
                    <a:pt x="4600" y="600"/>
                  </a:moveTo>
                  <a:lnTo>
                    <a:pt x="4600" y="724"/>
                  </a:lnTo>
                  <a:lnTo>
                    <a:pt x="4724" y="724"/>
                  </a:lnTo>
                  <a:lnTo>
                    <a:pt x="4724" y="600"/>
                  </a:lnTo>
                  <a:close/>
                  <a:moveTo>
                    <a:pt x="1700" y="600"/>
                  </a:moveTo>
                  <a:lnTo>
                    <a:pt x="1700" y="724"/>
                  </a:lnTo>
                  <a:lnTo>
                    <a:pt x="1824" y="724"/>
                  </a:lnTo>
                  <a:lnTo>
                    <a:pt x="1824" y="600"/>
                  </a:lnTo>
                  <a:close/>
                  <a:moveTo>
                    <a:pt x="6100" y="500"/>
                  </a:moveTo>
                  <a:lnTo>
                    <a:pt x="6100" y="624"/>
                  </a:lnTo>
                  <a:lnTo>
                    <a:pt x="6224" y="624"/>
                  </a:lnTo>
                  <a:lnTo>
                    <a:pt x="6224" y="500"/>
                  </a:lnTo>
                  <a:close/>
                  <a:moveTo>
                    <a:pt x="5300" y="500"/>
                  </a:moveTo>
                  <a:lnTo>
                    <a:pt x="5300" y="624"/>
                  </a:lnTo>
                  <a:lnTo>
                    <a:pt x="5524" y="624"/>
                  </a:lnTo>
                  <a:lnTo>
                    <a:pt x="5524" y="500"/>
                  </a:lnTo>
                  <a:close/>
                  <a:moveTo>
                    <a:pt x="5000" y="500"/>
                  </a:moveTo>
                  <a:lnTo>
                    <a:pt x="5000" y="624"/>
                  </a:lnTo>
                  <a:lnTo>
                    <a:pt x="5124" y="624"/>
                  </a:lnTo>
                  <a:lnTo>
                    <a:pt x="5124" y="500"/>
                  </a:lnTo>
                  <a:close/>
                  <a:moveTo>
                    <a:pt x="200" y="500"/>
                  </a:moveTo>
                  <a:lnTo>
                    <a:pt x="200" y="624"/>
                  </a:lnTo>
                  <a:lnTo>
                    <a:pt x="324" y="624"/>
                  </a:lnTo>
                  <a:lnTo>
                    <a:pt x="324" y="500"/>
                  </a:lnTo>
                  <a:close/>
                  <a:moveTo>
                    <a:pt x="6000" y="200"/>
                  </a:moveTo>
                  <a:lnTo>
                    <a:pt x="6000" y="424"/>
                  </a:lnTo>
                  <a:lnTo>
                    <a:pt x="6124" y="424"/>
                  </a:lnTo>
                  <a:lnTo>
                    <a:pt x="6124" y="20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924" y="124"/>
                  </a:lnTo>
                  <a:lnTo>
                    <a:pt x="924" y="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524" y="124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78A6C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4" name="Annotation MLLM illustration color 10"/>
            <p:cNvSpPr/>
            <p:nvPr/>
          </p:nvSpPr>
          <p:spPr>
            <a:xfrm>
              <a:off x="9714403" y="4721779"/>
              <a:ext cx="633131" cy="614843"/>
            </a:xfrm>
            <a:custGeom>
              <a:avLst/>
              <a:gdLst/>
              <a:ahLst/>
              <a:cxnLst/>
              <a:rect l="l" t="t" r="r" b="b"/>
              <a:pathLst>
                <a:path w="6924" h="6724">
                  <a:moveTo>
                    <a:pt x="6400" y="6600"/>
                  </a:moveTo>
                  <a:lnTo>
                    <a:pt x="6400" y="6724"/>
                  </a:lnTo>
                  <a:lnTo>
                    <a:pt x="6524" y="6724"/>
                  </a:lnTo>
                  <a:lnTo>
                    <a:pt x="6524" y="6600"/>
                  </a:lnTo>
                  <a:close/>
                  <a:moveTo>
                    <a:pt x="3000" y="5800"/>
                  </a:moveTo>
                  <a:lnTo>
                    <a:pt x="3000" y="5924"/>
                  </a:lnTo>
                  <a:lnTo>
                    <a:pt x="3124" y="5924"/>
                  </a:lnTo>
                  <a:lnTo>
                    <a:pt x="3124" y="5800"/>
                  </a:lnTo>
                  <a:close/>
                  <a:moveTo>
                    <a:pt x="700" y="5800"/>
                  </a:moveTo>
                  <a:lnTo>
                    <a:pt x="700" y="5924"/>
                  </a:lnTo>
                  <a:lnTo>
                    <a:pt x="824" y="5924"/>
                  </a:lnTo>
                  <a:lnTo>
                    <a:pt x="824" y="5800"/>
                  </a:lnTo>
                  <a:close/>
                  <a:moveTo>
                    <a:pt x="900" y="5600"/>
                  </a:moveTo>
                  <a:lnTo>
                    <a:pt x="900" y="5724"/>
                  </a:lnTo>
                  <a:lnTo>
                    <a:pt x="1024" y="5724"/>
                  </a:lnTo>
                  <a:lnTo>
                    <a:pt x="1024" y="5600"/>
                  </a:lnTo>
                  <a:close/>
                  <a:moveTo>
                    <a:pt x="5400" y="5400"/>
                  </a:moveTo>
                  <a:lnTo>
                    <a:pt x="5400" y="5524"/>
                  </a:lnTo>
                  <a:lnTo>
                    <a:pt x="5524" y="5524"/>
                  </a:lnTo>
                  <a:lnTo>
                    <a:pt x="5524" y="5400"/>
                  </a:lnTo>
                  <a:close/>
                  <a:moveTo>
                    <a:pt x="1500" y="5400"/>
                  </a:moveTo>
                  <a:lnTo>
                    <a:pt x="1500" y="5524"/>
                  </a:lnTo>
                  <a:lnTo>
                    <a:pt x="1624" y="5524"/>
                  </a:lnTo>
                  <a:lnTo>
                    <a:pt x="1624" y="5400"/>
                  </a:lnTo>
                  <a:close/>
                  <a:moveTo>
                    <a:pt x="4800" y="4300"/>
                  </a:moveTo>
                  <a:lnTo>
                    <a:pt x="4800" y="4424"/>
                  </a:lnTo>
                  <a:lnTo>
                    <a:pt x="5024" y="4424"/>
                  </a:lnTo>
                  <a:lnTo>
                    <a:pt x="5024" y="4300"/>
                  </a:lnTo>
                  <a:close/>
                  <a:moveTo>
                    <a:pt x="2000" y="4300"/>
                  </a:moveTo>
                  <a:lnTo>
                    <a:pt x="2000" y="4424"/>
                  </a:lnTo>
                  <a:lnTo>
                    <a:pt x="2324" y="4424"/>
                  </a:lnTo>
                  <a:lnTo>
                    <a:pt x="2324" y="4300"/>
                  </a:lnTo>
                  <a:close/>
                  <a:moveTo>
                    <a:pt x="5900" y="4200"/>
                  </a:moveTo>
                  <a:lnTo>
                    <a:pt x="5900" y="4324"/>
                  </a:lnTo>
                  <a:lnTo>
                    <a:pt x="6024" y="4324"/>
                  </a:lnTo>
                  <a:lnTo>
                    <a:pt x="6024" y="4200"/>
                  </a:lnTo>
                  <a:close/>
                  <a:moveTo>
                    <a:pt x="200" y="4200"/>
                  </a:moveTo>
                  <a:lnTo>
                    <a:pt x="200" y="4324"/>
                  </a:lnTo>
                  <a:lnTo>
                    <a:pt x="324" y="4324"/>
                  </a:lnTo>
                  <a:lnTo>
                    <a:pt x="324" y="4200"/>
                  </a:lnTo>
                  <a:close/>
                  <a:moveTo>
                    <a:pt x="4600" y="4100"/>
                  </a:moveTo>
                  <a:lnTo>
                    <a:pt x="4600" y="4224"/>
                  </a:lnTo>
                  <a:lnTo>
                    <a:pt x="4924" y="4224"/>
                  </a:lnTo>
                  <a:lnTo>
                    <a:pt x="4924" y="4100"/>
                  </a:lnTo>
                  <a:close/>
                  <a:moveTo>
                    <a:pt x="2200" y="4100"/>
                  </a:moveTo>
                  <a:lnTo>
                    <a:pt x="2200" y="4224"/>
                  </a:lnTo>
                  <a:lnTo>
                    <a:pt x="2524" y="4224"/>
                  </a:lnTo>
                  <a:lnTo>
                    <a:pt x="2524" y="4100"/>
                  </a:lnTo>
                  <a:close/>
                  <a:moveTo>
                    <a:pt x="700" y="4100"/>
                  </a:moveTo>
                  <a:lnTo>
                    <a:pt x="700" y="4224"/>
                  </a:lnTo>
                  <a:lnTo>
                    <a:pt x="824" y="4224"/>
                  </a:lnTo>
                  <a:lnTo>
                    <a:pt x="824" y="4100"/>
                  </a:lnTo>
                  <a:close/>
                  <a:moveTo>
                    <a:pt x="5800" y="4000"/>
                  </a:moveTo>
                  <a:lnTo>
                    <a:pt x="5800" y="4124"/>
                  </a:lnTo>
                  <a:lnTo>
                    <a:pt x="5924" y="4124"/>
                  </a:lnTo>
                  <a:lnTo>
                    <a:pt x="5924" y="4000"/>
                  </a:lnTo>
                  <a:close/>
                  <a:moveTo>
                    <a:pt x="6400" y="3800"/>
                  </a:moveTo>
                  <a:lnTo>
                    <a:pt x="6400" y="3924"/>
                  </a:lnTo>
                  <a:lnTo>
                    <a:pt x="6524" y="3924"/>
                  </a:lnTo>
                  <a:lnTo>
                    <a:pt x="6524" y="3800"/>
                  </a:lnTo>
                  <a:close/>
                  <a:moveTo>
                    <a:pt x="600" y="3500"/>
                  </a:moveTo>
                  <a:lnTo>
                    <a:pt x="600" y="3624"/>
                  </a:lnTo>
                  <a:lnTo>
                    <a:pt x="724" y="3624"/>
                  </a:lnTo>
                  <a:lnTo>
                    <a:pt x="724" y="3500"/>
                  </a:lnTo>
                  <a:close/>
                  <a:moveTo>
                    <a:pt x="6500" y="3300"/>
                  </a:moveTo>
                  <a:lnTo>
                    <a:pt x="6500" y="3424"/>
                  </a:lnTo>
                  <a:lnTo>
                    <a:pt x="6624" y="3424"/>
                  </a:lnTo>
                  <a:lnTo>
                    <a:pt x="6624" y="3300"/>
                  </a:lnTo>
                  <a:close/>
                  <a:moveTo>
                    <a:pt x="6300" y="3100"/>
                  </a:moveTo>
                  <a:lnTo>
                    <a:pt x="6300" y="3224"/>
                  </a:lnTo>
                  <a:lnTo>
                    <a:pt x="6424" y="3224"/>
                  </a:lnTo>
                  <a:lnTo>
                    <a:pt x="6424" y="3100"/>
                  </a:lnTo>
                  <a:close/>
                  <a:moveTo>
                    <a:pt x="3200" y="3000"/>
                  </a:moveTo>
                  <a:lnTo>
                    <a:pt x="3200" y="3124"/>
                  </a:lnTo>
                  <a:lnTo>
                    <a:pt x="3324" y="3124"/>
                  </a:lnTo>
                  <a:lnTo>
                    <a:pt x="3324" y="3000"/>
                  </a:lnTo>
                  <a:close/>
                  <a:moveTo>
                    <a:pt x="3700" y="2700"/>
                  </a:moveTo>
                  <a:lnTo>
                    <a:pt x="3700" y="2824"/>
                  </a:lnTo>
                  <a:lnTo>
                    <a:pt x="3824" y="2824"/>
                  </a:lnTo>
                  <a:lnTo>
                    <a:pt x="3824" y="2700"/>
                  </a:lnTo>
                  <a:close/>
                  <a:moveTo>
                    <a:pt x="300" y="2700"/>
                  </a:moveTo>
                  <a:lnTo>
                    <a:pt x="300" y="2824"/>
                  </a:lnTo>
                  <a:lnTo>
                    <a:pt x="424" y="2824"/>
                  </a:lnTo>
                  <a:lnTo>
                    <a:pt x="424" y="2700"/>
                  </a:lnTo>
                  <a:close/>
                  <a:moveTo>
                    <a:pt x="5000" y="2300"/>
                  </a:moveTo>
                  <a:lnTo>
                    <a:pt x="5000" y="2424"/>
                  </a:lnTo>
                  <a:lnTo>
                    <a:pt x="5124" y="2424"/>
                  </a:lnTo>
                  <a:lnTo>
                    <a:pt x="5124" y="2300"/>
                  </a:lnTo>
                  <a:close/>
                  <a:moveTo>
                    <a:pt x="4200" y="2300"/>
                  </a:moveTo>
                  <a:lnTo>
                    <a:pt x="4200" y="2424"/>
                  </a:lnTo>
                  <a:lnTo>
                    <a:pt x="4324" y="2424"/>
                  </a:lnTo>
                  <a:lnTo>
                    <a:pt x="4324" y="2300"/>
                  </a:lnTo>
                  <a:close/>
                  <a:moveTo>
                    <a:pt x="2900" y="2300"/>
                  </a:moveTo>
                  <a:lnTo>
                    <a:pt x="2900" y="2424"/>
                  </a:lnTo>
                  <a:lnTo>
                    <a:pt x="3024" y="2424"/>
                  </a:lnTo>
                  <a:lnTo>
                    <a:pt x="3024" y="2300"/>
                  </a:lnTo>
                  <a:close/>
                  <a:moveTo>
                    <a:pt x="1900" y="2300"/>
                  </a:moveTo>
                  <a:lnTo>
                    <a:pt x="1900" y="2424"/>
                  </a:lnTo>
                  <a:lnTo>
                    <a:pt x="2024" y="2424"/>
                  </a:lnTo>
                  <a:lnTo>
                    <a:pt x="2024" y="2300"/>
                  </a:lnTo>
                  <a:close/>
                  <a:moveTo>
                    <a:pt x="4700" y="2000"/>
                  </a:moveTo>
                  <a:lnTo>
                    <a:pt x="4700" y="2124"/>
                  </a:lnTo>
                  <a:lnTo>
                    <a:pt x="4824" y="2124"/>
                  </a:lnTo>
                  <a:lnTo>
                    <a:pt x="4824" y="2000"/>
                  </a:lnTo>
                  <a:close/>
                  <a:moveTo>
                    <a:pt x="2200" y="1700"/>
                  </a:moveTo>
                  <a:lnTo>
                    <a:pt x="2200" y="1824"/>
                  </a:lnTo>
                  <a:lnTo>
                    <a:pt x="2324" y="1824"/>
                  </a:lnTo>
                  <a:lnTo>
                    <a:pt x="2324" y="1700"/>
                  </a:lnTo>
                  <a:close/>
                  <a:moveTo>
                    <a:pt x="1400" y="1500"/>
                  </a:moveTo>
                  <a:lnTo>
                    <a:pt x="1400" y="1624"/>
                  </a:lnTo>
                  <a:lnTo>
                    <a:pt x="1524" y="1624"/>
                  </a:lnTo>
                  <a:lnTo>
                    <a:pt x="1524" y="1500"/>
                  </a:lnTo>
                  <a:close/>
                  <a:moveTo>
                    <a:pt x="300" y="1500"/>
                  </a:moveTo>
                  <a:lnTo>
                    <a:pt x="300" y="1724"/>
                  </a:lnTo>
                  <a:lnTo>
                    <a:pt x="424" y="1724"/>
                  </a:lnTo>
                  <a:lnTo>
                    <a:pt x="424" y="1500"/>
                  </a:lnTo>
                  <a:close/>
                  <a:moveTo>
                    <a:pt x="0" y="1200"/>
                  </a:moveTo>
                  <a:lnTo>
                    <a:pt x="0" y="1324"/>
                  </a:lnTo>
                  <a:lnTo>
                    <a:pt x="124" y="1324"/>
                  </a:lnTo>
                  <a:lnTo>
                    <a:pt x="124" y="1200"/>
                  </a:lnTo>
                  <a:close/>
                  <a:moveTo>
                    <a:pt x="5900" y="1100"/>
                  </a:moveTo>
                  <a:lnTo>
                    <a:pt x="5900" y="1224"/>
                  </a:lnTo>
                  <a:lnTo>
                    <a:pt x="6024" y="1224"/>
                  </a:lnTo>
                  <a:lnTo>
                    <a:pt x="6024" y="1100"/>
                  </a:lnTo>
                  <a:close/>
                  <a:moveTo>
                    <a:pt x="6500" y="1000"/>
                  </a:moveTo>
                  <a:lnTo>
                    <a:pt x="6500" y="1124"/>
                  </a:lnTo>
                  <a:lnTo>
                    <a:pt x="6624" y="1124"/>
                  </a:lnTo>
                  <a:lnTo>
                    <a:pt x="6624" y="1000"/>
                  </a:lnTo>
                  <a:close/>
                  <a:moveTo>
                    <a:pt x="3700" y="800"/>
                  </a:moveTo>
                  <a:lnTo>
                    <a:pt x="3700" y="924"/>
                  </a:lnTo>
                  <a:lnTo>
                    <a:pt x="3924" y="924"/>
                  </a:lnTo>
                  <a:lnTo>
                    <a:pt x="3924" y="800"/>
                  </a:lnTo>
                  <a:close/>
                  <a:moveTo>
                    <a:pt x="3200" y="800"/>
                  </a:moveTo>
                  <a:lnTo>
                    <a:pt x="3200" y="924"/>
                  </a:lnTo>
                  <a:lnTo>
                    <a:pt x="3524" y="924"/>
                  </a:lnTo>
                  <a:lnTo>
                    <a:pt x="3524" y="800"/>
                  </a:lnTo>
                  <a:close/>
                  <a:moveTo>
                    <a:pt x="6800" y="700"/>
                  </a:moveTo>
                  <a:lnTo>
                    <a:pt x="6800" y="824"/>
                  </a:lnTo>
                  <a:lnTo>
                    <a:pt x="6924" y="824"/>
                  </a:lnTo>
                  <a:lnTo>
                    <a:pt x="6924" y="700"/>
                  </a:lnTo>
                  <a:close/>
                  <a:moveTo>
                    <a:pt x="6000" y="700"/>
                  </a:moveTo>
                  <a:lnTo>
                    <a:pt x="6000" y="824"/>
                  </a:lnTo>
                  <a:lnTo>
                    <a:pt x="6124" y="824"/>
                  </a:lnTo>
                  <a:lnTo>
                    <a:pt x="6124" y="700"/>
                  </a:lnTo>
                  <a:close/>
                  <a:moveTo>
                    <a:pt x="2300" y="700"/>
                  </a:moveTo>
                  <a:lnTo>
                    <a:pt x="2300" y="824"/>
                  </a:lnTo>
                  <a:lnTo>
                    <a:pt x="2424" y="824"/>
                  </a:lnTo>
                  <a:lnTo>
                    <a:pt x="2424" y="700"/>
                  </a:lnTo>
                  <a:close/>
                  <a:moveTo>
                    <a:pt x="5100" y="600"/>
                  </a:moveTo>
                  <a:lnTo>
                    <a:pt x="5100" y="724"/>
                  </a:lnTo>
                  <a:lnTo>
                    <a:pt x="5224" y="724"/>
                  </a:lnTo>
                  <a:lnTo>
                    <a:pt x="5224" y="600"/>
                  </a:lnTo>
                  <a:close/>
                  <a:moveTo>
                    <a:pt x="100" y="6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6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1200" y="300"/>
                  </a:moveTo>
                  <a:lnTo>
                    <a:pt x="1200" y="424"/>
                  </a:lnTo>
                  <a:lnTo>
                    <a:pt x="1324" y="424"/>
                  </a:lnTo>
                  <a:lnTo>
                    <a:pt x="1324" y="3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3A626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5" name="Annotation MLLM illustration color 11"/>
            <p:cNvSpPr/>
            <p:nvPr/>
          </p:nvSpPr>
          <p:spPr>
            <a:xfrm>
              <a:off x="9622963" y="4493179"/>
              <a:ext cx="825155" cy="907451"/>
            </a:xfrm>
            <a:custGeom>
              <a:avLst/>
              <a:gdLst/>
              <a:ahLst/>
              <a:cxnLst/>
              <a:rect l="l" t="t" r="r" b="b"/>
              <a:pathLst>
                <a:path w="9024" h="9924">
                  <a:moveTo>
                    <a:pt x="1200" y="9800"/>
                  </a:moveTo>
                  <a:lnTo>
                    <a:pt x="1200" y="9924"/>
                  </a:lnTo>
                  <a:lnTo>
                    <a:pt x="1324" y="9924"/>
                  </a:lnTo>
                  <a:lnTo>
                    <a:pt x="1324" y="9800"/>
                  </a:lnTo>
                  <a:close/>
                  <a:moveTo>
                    <a:pt x="1200" y="9100"/>
                  </a:moveTo>
                  <a:lnTo>
                    <a:pt x="1200" y="9324"/>
                  </a:lnTo>
                  <a:lnTo>
                    <a:pt x="1324" y="9324"/>
                  </a:lnTo>
                  <a:lnTo>
                    <a:pt x="1324" y="9100"/>
                  </a:lnTo>
                  <a:close/>
                  <a:moveTo>
                    <a:pt x="7600" y="8900"/>
                  </a:moveTo>
                  <a:lnTo>
                    <a:pt x="7600" y="9024"/>
                  </a:lnTo>
                  <a:lnTo>
                    <a:pt x="7724" y="9024"/>
                  </a:lnTo>
                  <a:lnTo>
                    <a:pt x="7724" y="8900"/>
                  </a:lnTo>
                  <a:close/>
                  <a:moveTo>
                    <a:pt x="1300" y="8600"/>
                  </a:moveTo>
                  <a:lnTo>
                    <a:pt x="1300" y="8724"/>
                  </a:lnTo>
                  <a:lnTo>
                    <a:pt x="1424" y="8724"/>
                  </a:lnTo>
                  <a:lnTo>
                    <a:pt x="1424" y="8600"/>
                  </a:lnTo>
                  <a:close/>
                  <a:moveTo>
                    <a:pt x="1824" y="8000"/>
                  </a:moveTo>
                  <a:lnTo>
                    <a:pt x="1700" y="8000"/>
                  </a:lnTo>
                  <a:lnTo>
                    <a:pt x="1700" y="8074"/>
                  </a:lnTo>
                  <a:lnTo>
                    <a:pt x="1600" y="8100"/>
                  </a:lnTo>
                  <a:lnTo>
                    <a:pt x="1600" y="8224"/>
                  </a:lnTo>
                  <a:lnTo>
                    <a:pt x="1724" y="8224"/>
                  </a:lnTo>
                  <a:lnTo>
                    <a:pt x="1724" y="8150"/>
                  </a:lnTo>
                  <a:lnTo>
                    <a:pt x="1824" y="8124"/>
                  </a:lnTo>
                  <a:close/>
                  <a:moveTo>
                    <a:pt x="2000" y="7800"/>
                  </a:moveTo>
                  <a:lnTo>
                    <a:pt x="2000" y="7924"/>
                  </a:lnTo>
                  <a:lnTo>
                    <a:pt x="2124" y="7924"/>
                  </a:lnTo>
                  <a:lnTo>
                    <a:pt x="2124" y="7800"/>
                  </a:lnTo>
                  <a:close/>
                  <a:moveTo>
                    <a:pt x="6500" y="7700"/>
                  </a:moveTo>
                  <a:lnTo>
                    <a:pt x="6500" y="7824"/>
                  </a:lnTo>
                  <a:lnTo>
                    <a:pt x="6624" y="7824"/>
                  </a:lnTo>
                  <a:lnTo>
                    <a:pt x="6624" y="7700"/>
                  </a:lnTo>
                  <a:close/>
                  <a:moveTo>
                    <a:pt x="5200" y="7600"/>
                  </a:moveTo>
                  <a:lnTo>
                    <a:pt x="5200" y="7724"/>
                  </a:lnTo>
                  <a:lnTo>
                    <a:pt x="5324" y="7724"/>
                  </a:lnTo>
                  <a:lnTo>
                    <a:pt x="5324" y="7600"/>
                  </a:lnTo>
                  <a:close/>
                  <a:moveTo>
                    <a:pt x="6600" y="7400"/>
                  </a:moveTo>
                  <a:lnTo>
                    <a:pt x="6600" y="7524"/>
                  </a:lnTo>
                  <a:lnTo>
                    <a:pt x="6724" y="7524"/>
                  </a:lnTo>
                  <a:lnTo>
                    <a:pt x="6724" y="7400"/>
                  </a:lnTo>
                  <a:close/>
                  <a:moveTo>
                    <a:pt x="2300" y="7400"/>
                  </a:moveTo>
                  <a:lnTo>
                    <a:pt x="2300" y="7524"/>
                  </a:lnTo>
                  <a:lnTo>
                    <a:pt x="2424" y="7524"/>
                  </a:lnTo>
                  <a:lnTo>
                    <a:pt x="2424" y="7400"/>
                  </a:lnTo>
                  <a:close/>
                  <a:moveTo>
                    <a:pt x="1600" y="7300"/>
                  </a:moveTo>
                  <a:lnTo>
                    <a:pt x="1600" y="7424"/>
                  </a:lnTo>
                  <a:lnTo>
                    <a:pt x="1724" y="7424"/>
                  </a:lnTo>
                  <a:lnTo>
                    <a:pt x="1724" y="7300"/>
                  </a:lnTo>
                  <a:close/>
                  <a:moveTo>
                    <a:pt x="7500" y="7200"/>
                  </a:moveTo>
                  <a:lnTo>
                    <a:pt x="7500" y="7324"/>
                  </a:lnTo>
                  <a:lnTo>
                    <a:pt x="7624" y="7324"/>
                  </a:lnTo>
                  <a:lnTo>
                    <a:pt x="7624" y="7200"/>
                  </a:lnTo>
                  <a:close/>
                  <a:moveTo>
                    <a:pt x="1200" y="7100"/>
                  </a:moveTo>
                  <a:lnTo>
                    <a:pt x="1200" y="7224"/>
                  </a:lnTo>
                  <a:lnTo>
                    <a:pt x="1324" y="7224"/>
                  </a:lnTo>
                  <a:lnTo>
                    <a:pt x="1324" y="7100"/>
                  </a:lnTo>
                  <a:close/>
                  <a:moveTo>
                    <a:pt x="1000" y="6900"/>
                  </a:moveTo>
                  <a:lnTo>
                    <a:pt x="1000" y="7024"/>
                  </a:lnTo>
                  <a:lnTo>
                    <a:pt x="1124" y="7024"/>
                  </a:lnTo>
                  <a:lnTo>
                    <a:pt x="1124" y="6900"/>
                  </a:lnTo>
                  <a:close/>
                  <a:moveTo>
                    <a:pt x="800" y="6400"/>
                  </a:moveTo>
                  <a:lnTo>
                    <a:pt x="800" y="6524"/>
                  </a:lnTo>
                  <a:lnTo>
                    <a:pt x="924" y="6524"/>
                  </a:lnTo>
                  <a:lnTo>
                    <a:pt x="924" y="6400"/>
                  </a:lnTo>
                  <a:close/>
                  <a:moveTo>
                    <a:pt x="8100" y="6200"/>
                  </a:moveTo>
                  <a:lnTo>
                    <a:pt x="8100" y="6324"/>
                  </a:lnTo>
                  <a:lnTo>
                    <a:pt x="8224" y="6324"/>
                  </a:lnTo>
                  <a:lnTo>
                    <a:pt x="8224" y="6200"/>
                  </a:lnTo>
                  <a:close/>
                  <a:moveTo>
                    <a:pt x="600" y="5700"/>
                  </a:moveTo>
                  <a:lnTo>
                    <a:pt x="600" y="5824"/>
                  </a:lnTo>
                  <a:lnTo>
                    <a:pt x="724" y="5824"/>
                  </a:lnTo>
                  <a:lnTo>
                    <a:pt x="724" y="5700"/>
                  </a:lnTo>
                  <a:close/>
                  <a:moveTo>
                    <a:pt x="0" y="4900"/>
                  </a:moveTo>
                  <a:lnTo>
                    <a:pt x="0" y="5024"/>
                  </a:lnTo>
                  <a:lnTo>
                    <a:pt x="124" y="5024"/>
                  </a:lnTo>
                  <a:lnTo>
                    <a:pt x="124" y="4900"/>
                  </a:lnTo>
                  <a:close/>
                  <a:moveTo>
                    <a:pt x="8900" y="4500"/>
                  </a:moveTo>
                  <a:lnTo>
                    <a:pt x="8900" y="4624"/>
                  </a:lnTo>
                  <a:lnTo>
                    <a:pt x="9024" y="4624"/>
                  </a:lnTo>
                  <a:lnTo>
                    <a:pt x="9024" y="4500"/>
                  </a:lnTo>
                  <a:close/>
                  <a:moveTo>
                    <a:pt x="8800" y="4200"/>
                  </a:moveTo>
                  <a:lnTo>
                    <a:pt x="8800" y="4324"/>
                  </a:lnTo>
                  <a:lnTo>
                    <a:pt x="8924" y="4324"/>
                  </a:lnTo>
                  <a:lnTo>
                    <a:pt x="8924" y="4200"/>
                  </a:lnTo>
                  <a:close/>
                  <a:moveTo>
                    <a:pt x="100" y="4100"/>
                  </a:moveTo>
                  <a:lnTo>
                    <a:pt x="100" y="4224"/>
                  </a:lnTo>
                  <a:lnTo>
                    <a:pt x="224" y="4224"/>
                  </a:lnTo>
                  <a:lnTo>
                    <a:pt x="224" y="4100"/>
                  </a:lnTo>
                  <a:close/>
                  <a:moveTo>
                    <a:pt x="8400" y="3700"/>
                  </a:moveTo>
                  <a:lnTo>
                    <a:pt x="8400" y="3824"/>
                  </a:lnTo>
                  <a:lnTo>
                    <a:pt x="8524" y="3824"/>
                  </a:lnTo>
                  <a:lnTo>
                    <a:pt x="8524" y="3700"/>
                  </a:lnTo>
                  <a:close/>
                  <a:moveTo>
                    <a:pt x="700" y="3600"/>
                  </a:moveTo>
                  <a:lnTo>
                    <a:pt x="700" y="3724"/>
                  </a:lnTo>
                  <a:lnTo>
                    <a:pt x="824" y="3724"/>
                  </a:lnTo>
                  <a:lnTo>
                    <a:pt x="824" y="3600"/>
                  </a:lnTo>
                  <a:close/>
                  <a:moveTo>
                    <a:pt x="8100" y="3300"/>
                  </a:moveTo>
                  <a:lnTo>
                    <a:pt x="8100" y="3424"/>
                  </a:lnTo>
                  <a:lnTo>
                    <a:pt x="8224" y="3424"/>
                  </a:lnTo>
                  <a:lnTo>
                    <a:pt x="8224" y="3300"/>
                  </a:lnTo>
                  <a:close/>
                  <a:moveTo>
                    <a:pt x="7800" y="2600"/>
                  </a:moveTo>
                  <a:lnTo>
                    <a:pt x="7800" y="2724"/>
                  </a:lnTo>
                  <a:lnTo>
                    <a:pt x="7924" y="2724"/>
                  </a:lnTo>
                  <a:lnTo>
                    <a:pt x="7924" y="2600"/>
                  </a:lnTo>
                  <a:close/>
                  <a:moveTo>
                    <a:pt x="7000" y="2200"/>
                  </a:moveTo>
                  <a:lnTo>
                    <a:pt x="7000" y="2324"/>
                  </a:lnTo>
                  <a:lnTo>
                    <a:pt x="7124" y="2324"/>
                  </a:lnTo>
                  <a:lnTo>
                    <a:pt x="7124" y="2200"/>
                  </a:lnTo>
                  <a:close/>
                  <a:moveTo>
                    <a:pt x="2100" y="2200"/>
                  </a:moveTo>
                  <a:lnTo>
                    <a:pt x="2100" y="2324"/>
                  </a:lnTo>
                  <a:lnTo>
                    <a:pt x="2224" y="2324"/>
                  </a:lnTo>
                  <a:lnTo>
                    <a:pt x="2224" y="2200"/>
                  </a:lnTo>
                  <a:close/>
                  <a:moveTo>
                    <a:pt x="7000" y="1700"/>
                  </a:moveTo>
                  <a:lnTo>
                    <a:pt x="7000" y="1824"/>
                  </a:lnTo>
                  <a:lnTo>
                    <a:pt x="7124" y="1824"/>
                  </a:lnTo>
                  <a:lnTo>
                    <a:pt x="7124" y="1700"/>
                  </a:lnTo>
                  <a:close/>
                  <a:moveTo>
                    <a:pt x="2100" y="1700"/>
                  </a:moveTo>
                  <a:lnTo>
                    <a:pt x="2100" y="1824"/>
                  </a:lnTo>
                  <a:lnTo>
                    <a:pt x="2174" y="1824"/>
                  </a:lnTo>
                  <a:lnTo>
                    <a:pt x="2200" y="1924"/>
                  </a:lnTo>
                  <a:lnTo>
                    <a:pt x="2324" y="1924"/>
                  </a:lnTo>
                  <a:lnTo>
                    <a:pt x="2324" y="1800"/>
                  </a:lnTo>
                  <a:lnTo>
                    <a:pt x="2250" y="1800"/>
                  </a:lnTo>
                  <a:lnTo>
                    <a:pt x="2224" y="1700"/>
                  </a:lnTo>
                  <a:close/>
                  <a:moveTo>
                    <a:pt x="6200" y="600"/>
                  </a:moveTo>
                  <a:lnTo>
                    <a:pt x="6200" y="724"/>
                  </a:lnTo>
                  <a:lnTo>
                    <a:pt x="6324" y="724"/>
                  </a:lnTo>
                  <a:lnTo>
                    <a:pt x="6324" y="600"/>
                  </a:lnTo>
                  <a:close/>
                  <a:moveTo>
                    <a:pt x="2700" y="600"/>
                  </a:moveTo>
                  <a:lnTo>
                    <a:pt x="2700" y="724"/>
                  </a:lnTo>
                  <a:lnTo>
                    <a:pt x="2824" y="724"/>
                  </a:lnTo>
                  <a:lnTo>
                    <a:pt x="2824" y="600"/>
                  </a:lnTo>
                  <a:close/>
                  <a:moveTo>
                    <a:pt x="5900" y="500"/>
                  </a:moveTo>
                  <a:lnTo>
                    <a:pt x="5900" y="624"/>
                  </a:lnTo>
                  <a:lnTo>
                    <a:pt x="6024" y="624"/>
                  </a:lnTo>
                  <a:lnTo>
                    <a:pt x="6024" y="500"/>
                  </a:lnTo>
                  <a:close/>
                  <a:moveTo>
                    <a:pt x="4800" y="100"/>
                  </a:moveTo>
                  <a:lnTo>
                    <a:pt x="4800" y="224"/>
                  </a:lnTo>
                  <a:lnTo>
                    <a:pt x="4924" y="224"/>
                  </a:lnTo>
                  <a:lnTo>
                    <a:pt x="4924" y="100"/>
                  </a:lnTo>
                  <a:close/>
                  <a:moveTo>
                    <a:pt x="4400" y="0"/>
                  </a:moveTo>
                  <a:lnTo>
                    <a:pt x="4400" y="124"/>
                  </a:lnTo>
                  <a:lnTo>
                    <a:pt x="4524" y="124"/>
                  </a:lnTo>
                  <a:lnTo>
                    <a:pt x="4524" y="0"/>
                  </a:lnTo>
                  <a:close/>
                </a:path>
              </a:pathLst>
            </a:custGeom>
            <a:solidFill>
              <a:srgbClr val="8B86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6" name="Annotation MLLM illustration color 12"/>
            <p:cNvSpPr/>
            <p:nvPr/>
          </p:nvSpPr>
          <p:spPr>
            <a:xfrm>
              <a:off x="9732691" y="4730923"/>
              <a:ext cx="605699" cy="633131"/>
            </a:xfrm>
            <a:custGeom>
              <a:avLst/>
              <a:gdLst/>
              <a:ahLst/>
              <a:cxnLst/>
              <a:rect l="l" t="t" r="r" b="b"/>
              <a:pathLst>
                <a:path w="6624" h="6924">
                  <a:moveTo>
                    <a:pt x="600" y="6800"/>
                  </a:moveTo>
                  <a:lnTo>
                    <a:pt x="600" y="6924"/>
                  </a:lnTo>
                  <a:lnTo>
                    <a:pt x="724" y="6924"/>
                  </a:lnTo>
                  <a:lnTo>
                    <a:pt x="724" y="6800"/>
                  </a:lnTo>
                  <a:close/>
                  <a:moveTo>
                    <a:pt x="300" y="6800"/>
                  </a:moveTo>
                  <a:lnTo>
                    <a:pt x="300" y="6924"/>
                  </a:lnTo>
                  <a:lnTo>
                    <a:pt x="424" y="6924"/>
                  </a:lnTo>
                  <a:lnTo>
                    <a:pt x="424" y="6800"/>
                  </a:lnTo>
                  <a:close/>
                  <a:moveTo>
                    <a:pt x="6100" y="6500"/>
                  </a:moveTo>
                  <a:lnTo>
                    <a:pt x="6100" y="6624"/>
                  </a:lnTo>
                  <a:lnTo>
                    <a:pt x="6224" y="6624"/>
                  </a:lnTo>
                  <a:lnTo>
                    <a:pt x="6224" y="6500"/>
                  </a:lnTo>
                  <a:close/>
                  <a:moveTo>
                    <a:pt x="6000" y="6100"/>
                  </a:moveTo>
                  <a:lnTo>
                    <a:pt x="6000" y="6324"/>
                  </a:lnTo>
                  <a:lnTo>
                    <a:pt x="6124" y="6324"/>
                  </a:lnTo>
                  <a:lnTo>
                    <a:pt x="6124" y="6100"/>
                  </a:lnTo>
                  <a:close/>
                  <a:moveTo>
                    <a:pt x="400" y="6100"/>
                  </a:moveTo>
                  <a:lnTo>
                    <a:pt x="400" y="6424"/>
                  </a:lnTo>
                  <a:lnTo>
                    <a:pt x="524" y="6424"/>
                  </a:lnTo>
                  <a:lnTo>
                    <a:pt x="524" y="6100"/>
                  </a:lnTo>
                  <a:close/>
                  <a:moveTo>
                    <a:pt x="500" y="5900"/>
                  </a:moveTo>
                  <a:lnTo>
                    <a:pt x="500" y="6024"/>
                  </a:lnTo>
                  <a:lnTo>
                    <a:pt x="624" y="6024"/>
                  </a:lnTo>
                  <a:lnTo>
                    <a:pt x="624" y="5900"/>
                  </a:lnTo>
                  <a:close/>
                  <a:moveTo>
                    <a:pt x="4700" y="5400"/>
                  </a:moveTo>
                  <a:lnTo>
                    <a:pt x="4700" y="5524"/>
                  </a:lnTo>
                  <a:lnTo>
                    <a:pt x="4924" y="5524"/>
                  </a:lnTo>
                  <a:lnTo>
                    <a:pt x="4924" y="5400"/>
                  </a:lnTo>
                  <a:close/>
                  <a:moveTo>
                    <a:pt x="4400" y="5400"/>
                  </a:moveTo>
                  <a:lnTo>
                    <a:pt x="4400" y="5524"/>
                  </a:lnTo>
                  <a:lnTo>
                    <a:pt x="4624" y="5524"/>
                  </a:lnTo>
                  <a:lnTo>
                    <a:pt x="4624" y="5400"/>
                  </a:lnTo>
                  <a:close/>
                  <a:moveTo>
                    <a:pt x="4000" y="5624"/>
                  </a:moveTo>
                  <a:lnTo>
                    <a:pt x="4124" y="5624"/>
                  </a:lnTo>
                  <a:lnTo>
                    <a:pt x="4150" y="5524"/>
                  </a:lnTo>
                  <a:lnTo>
                    <a:pt x="4324" y="5524"/>
                  </a:lnTo>
                  <a:lnTo>
                    <a:pt x="4324" y="5400"/>
                  </a:lnTo>
                  <a:lnTo>
                    <a:pt x="4100" y="5400"/>
                  </a:lnTo>
                  <a:lnTo>
                    <a:pt x="4100" y="5474"/>
                  </a:lnTo>
                  <a:lnTo>
                    <a:pt x="4000" y="5500"/>
                  </a:lnTo>
                  <a:close/>
                  <a:moveTo>
                    <a:pt x="2400" y="5400"/>
                  </a:moveTo>
                  <a:lnTo>
                    <a:pt x="2400" y="5524"/>
                  </a:lnTo>
                  <a:lnTo>
                    <a:pt x="2524" y="5524"/>
                  </a:lnTo>
                  <a:lnTo>
                    <a:pt x="2524" y="5400"/>
                  </a:lnTo>
                  <a:close/>
                  <a:moveTo>
                    <a:pt x="1800" y="5400"/>
                  </a:moveTo>
                  <a:lnTo>
                    <a:pt x="1800" y="5524"/>
                  </a:lnTo>
                  <a:lnTo>
                    <a:pt x="2324" y="5524"/>
                  </a:lnTo>
                  <a:lnTo>
                    <a:pt x="2324" y="5400"/>
                  </a:lnTo>
                  <a:close/>
                  <a:moveTo>
                    <a:pt x="4900" y="4400"/>
                  </a:moveTo>
                  <a:lnTo>
                    <a:pt x="4900" y="4524"/>
                  </a:lnTo>
                  <a:lnTo>
                    <a:pt x="5024" y="4524"/>
                  </a:lnTo>
                  <a:lnTo>
                    <a:pt x="5024" y="4400"/>
                  </a:lnTo>
                  <a:close/>
                  <a:moveTo>
                    <a:pt x="4700" y="4400"/>
                  </a:moveTo>
                  <a:lnTo>
                    <a:pt x="4700" y="4524"/>
                  </a:lnTo>
                  <a:lnTo>
                    <a:pt x="4824" y="4524"/>
                  </a:lnTo>
                  <a:lnTo>
                    <a:pt x="4824" y="4400"/>
                  </a:lnTo>
                  <a:close/>
                  <a:moveTo>
                    <a:pt x="4100" y="4400"/>
                  </a:moveTo>
                  <a:lnTo>
                    <a:pt x="4100" y="4524"/>
                  </a:lnTo>
                  <a:lnTo>
                    <a:pt x="4224" y="4524"/>
                  </a:lnTo>
                  <a:lnTo>
                    <a:pt x="4224" y="4400"/>
                  </a:lnTo>
                  <a:close/>
                  <a:moveTo>
                    <a:pt x="2700" y="4400"/>
                  </a:moveTo>
                  <a:lnTo>
                    <a:pt x="2700" y="4524"/>
                  </a:lnTo>
                  <a:lnTo>
                    <a:pt x="2924" y="4524"/>
                  </a:lnTo>
                  <a:lnTo>
                    <a:pt x="2924" y="4400"/>
                  </a:lnTo>
                  <a:close/>
                  <a:moveTo>
                    <a:pt x="2400" y="4400"/>
                  </a:moveTo>
                  <a:lnTo>
                    <a:pt x="2400" y="4524"/>
                  </a:lnTo>
                  <a:lnTo>
                    <a:pt x="2524" y="4524"/>
                  </a:lnTo>
                  <a:lnTo>
                    <a:pt x="2524" y="4400"/>
                  </a:lnTo>
                  <a:close/>
                  <a:moveTo>
                    <a:pt x="1500" y="4400"/>
                  </a:moveTo>
                  <a:lnTo>
                    <a:pt x="1500" y="4524"/>
                  </a:lnTo>
                  <a:lnTo>
                    <a:pt x="1624" y="4524"/>
                  </a:lnTo>
                  <a:lnTo>
                    <a:pt x="1624" y="4400"/>
                  </a:lnTo>
                  <a:close/>
                  <a:moveTo>
                    <a:pt x="1000" y="4400"/>
                  </a:moveTo>
                  <a:lnTo>
                    <a:pt x="1000" y="4524"/>
                  </a:lnTo>
                  <a:lnTo>
                    <a:pt x="1424" y="4524"/>
                  </a:lnTo>
                  <a:lnTo>
                    <a:pt x="1424" y="4400"/>
                  </a:lnTo>
                  <a:close/>
                  <a:moveTo>
                    <a:pt x="5100" y="4400"/>
                  </a:moveTo>
                  <a:lnTo>
                    <a:pt x="5100" y="4524"/>
                  </a:lnTo>
                  <a:lnTo>
                    <a:pt x="5524" y="4524"/>
                  </a:lnTo>
                  <a:lnTo>
                    <a:pt x="5524" y="4400"/>
                  </a:lnTo>
                  <a:lnTo>
                    <a:pt x="5350" y="4400"/>
                  </a:lnTo>
                  <a:lnTo>
                    <a:pt x="5324" y="4300"/>
                  </a:lnTo>
                  <a:lnTo>
                    <a:pt x="5200" y="4300"/>
                  </a:lnTo>
                  <a:lnTo>
                    <a:pt x="5200" y="4374"/>
                  </a:lnTo>
                  <a:close/>
                  <a:moveTo>
                    <a:pt x="5900" y="4200"/>
                  </a:moveTo>
                  <a:lnTo>
                    <a:pt x="5900" y="4324"/>
                  </a:lnTo>
                  <a:lnTo>
                    <a:pt x="6024" y="4324"/>
                  </a:lnTo>
                  <a:lnTo>
                    <a:pt x="6024" y="4200"/>
                  </a:lnTo>
                  <a:close/>
                  <a:moveTo>
                    <a:pt x="600" y="4200"/>
                  </a:moveTo>
                  <a:lnTo>
                    <a:pt x="600" y="4324"/>
                  </a:lnTo>
                  <a:lnTo>
                    <a:pt x="724" y="4324"/>
                  </a:lnTo>
                  <a:lnTo>
                    <a:pt x="724" y="4200"/>
                  </a:lnTo>
                  <a:close/>
                  <a:moveTo>
                    <a:pt x="6524" y="4000"/>
                  </a:moveTo>
                  <a:lnTo>
                    <a:pt x="6400" y="4000"/>
                  </a:lnTo>
                  <a:lnTo>
                    <a:pt x="6400" y="4074"/>
                  </a:lnTo>
                  <a:lnTo>
                    <a:pt x="6300" y="4100"/>
                  </a:lnTo>
                  <a:lnTo>
                    <a:pt x="6300" y="4224"/>
                  </a:lnTo>
                  <a:lnTo>
                    <a:pt x="6424" y="4224"/>
                  </a:lnTo>
                  <a:lnTo>
                    <a:pt x="6424" y="4150"/>
                  </a:lnTo>
                  <a:lnTo>
                    <a:pt x="6524" y="4124"/>
                  </a:lnTo>
                  <a:close/>
                  <a:moveTo>
                    <a:pt x="900" y="3800"/>
                  </a:moveTo>
                  <a:lnTo>
                    <a:pt x="900" y="3924"/>
                  </a:lnTo>
                  <a:lnTo>
                    <a:pt x="1024" y="3924"/>
                  </a:lnTo>
                  <a:lnTo>
                    <a:pt x="1024" y="3800"/>
                  </a:lnTo>
                  <a:close/>
                  <a:moveTo>
                    <a:pt x="6300" y="3700"/>
                  </a:moveTo>
                  <a:lnTo>
                    <a:pt x="6300" y="3924"/>
                  </a:lnTo>
                  <a:lnTo>
                    <a:pt x="6424" y="3924"/>
                  </a:lnTo>
                  <a:lnTo>
                    <a:pt x="6424" y="3700"/>
                  </a:lnTo>
                  <a:close/>
                  <a:moveTo>
                    <a:pt x="6400" y="3500"/>
                  </a:moveTo>
                  <a:lnTo>
                    <a:pt x="6400" y="3624"/>
                  </a:lnTo>
                  <a:lnTo>
                    <a:pt x="6524" y="3624"/>
                  </a:lnTo>
                  <a:lnTo>
                    <a:pt x="6524" y="3500"/>
                  </a:lnTo>
                  <a:close/>
                  <a:moveTo>
                    <a:pt x="5900" y="3400"/>
                  </a:moveTo>
                  <a:lnTo>
                    <a:pt x="5900" y="3624"/>
                  </a:lnTo>
                  <a:lnTo>
                    <a:pt x="6024" y="3624"/>
                  </a:lnTo>
                  <a:lnTo>
                    <a:pt x="6024" y="3400"/>
                  </a:lnTo>
                  <a:close/>
                  <a:moveTo>
                    <a:pt x="100" y="3400"/>
                  </a:moveTo>
                  <a:lnTo>
                    <a:pt x="100" y="3674"/>
                  </a:lnTo>
                  <a:lnTo>
                    <a:pt x="0" y="3700"/>
                  </a:lnTo>
                  <a:lnTo>
                    <a:pt x="0" y="4024"/>
                  </a:lnTo>
                  <a:lnTo>
                    <a:pt x="100" y="4050"/>
                  </a:lnTo>
                  <a:lnTo>
                    <a:pt x="100" y="4224"/>
                  </a:lnTo>
                  <a:lnTo>
                    <a:pt x="224" y="4224"/>
                  </a:lnTo>
                  <a:lnTo>
                    <a:pt x="224" y="4000"/>
                  </a:lnTo>
                  <a:lnTo>
                    <a:pt x="124" y="3974"/>
                  </a:lnTo>
                  <a:lnTo>
                    <a:pt x="124" y="3750"/>
                  </a:lnTo>
                  <a:lnTo>
                    <a:pt x="224" y="3724"/>
                  </a:lnTo>
                  <a:lnTo>
                    <a:pt x="224" y="3400"/>
                  </a:lnTo>
                  <a:close/>
                  <a:moveTo>
                    <a:pt x="4300" y="3200"/>
                  </a:moveTo>
                  <a:lnTo>
                    <a:pt x="4300" y="3324"/>
                  </a:lnTo>
                  <a:lnTo>
                    <a:pt x="4424" y="3324"/>
                  </a:lnTo>
                  <a:lnTo>
                    <a:pt x="4424" y="3200"/>
                  </a:lnTo>
                  <a:close/>
                  <a:moveTo>
                    <a:pt x="3300" y="3100"/>
                  </a:moveTo>
                  <a:lnTo>
                    <a:pt x="3300" y="3224"/>
                  </a:lnTo>
                  <a:lnTo>
                    <a:pt x="3524" y="3224"/>
                  </a:lnTo>
                  <a:lnTo>
                    <a:pt x="3524" y="3100"/>
                  </a:lnTo>
                  <a:close/>
                  <a:moveTo>
                    <a:pt x="6400" y="3000"/>
                  </a:moveTo>
                  <a:lnTo>
                    <a:pt x="6400" y="3424"/>
                  </a:lnTo>
                  <a:lnTo>
                    <a:pt x="6524" y="3424"/>
                  </a:lnTo>
                  <a:lnTo>
                    <a:pt x="6524" y="3000"/>
                  </a:lnTo>
                  <a:close/>
                  <a:moveTo>
                    <a:pt x="4400" y="3000"/>
                  </a:moveTo>
                  <a:lnTo>
                    <a:pt x="4400" y="3124"/>
                  </a:lnTo>
                  <a:lnTo>
                    <a:pt x="4524" y="3124"/>
                  </a:lnTo>
                  <a:lnTo>
                    <a:pt x="4524" y="3000"/>
                  </a:lnTo>
                  <a:close/>
                  <a:moveTo>
                    <a:pt x="500" y="2900"/>
                  </a:moveTo>
                  <a:lnTo>
                    <a:pt x="500" y="3524"/>
                  </a:lnTo>
                  <a:lnTo>
                    <a:pt x="624" y="3524"/>
                  </a:lnTo>
                  <a:lnTo>
                    <a:pt x="624" y="2900"/>
                  </a:lnTo>
                  <a:close/>
                  <a:moveTo>
                    <a:pt x="4500" y="2800"/>
                  </a:moveTo>
                  <a:lnTo>
                    <a:pt x="4500" y="2924"/>
                  </a:lnTo>
                  <a:lnTo>
                    <a:pt x="4624" y="2924"/>
                  </a:lnTo>
                  <a:lnTo>
                    <a:pt x="4624" y="2800"/>
                  </a:lnTo>
                  <a:close/>
                  <a:moveTo>
                    <a:pt x="2600" y="2800"/>
                  </a:moveTo>
                  <a:lnTo>
                    <a:pt x="2600" y="2924"/>
                  </a:lnTo>
                  <a:lnTo>
                    <a:pt x="2724" y="2924"/>
                  </a:lnTo>
                  <a:lnTo>
                    <a:pt x="2724" y="2800"/>
                  </a:lnTo>
                  <a:close/>
                  <a:moveTo>
                    <a:pt x="1700" y="2500"/>
                  </a:moveTo>
                  <a:lnTo>
                    <a:pt x="1700" y="2624"/>
                  </a:lnTo>
                  <a:lnTo>
                    <a:pt x="1824" y="2624"/>
                  </a:lnTo>
                  <a:lnTo>
                    <a:pt x="1824" y="2500"/>
                  </a:lnTo>
                  <a:close/>
                  <a:moveTo>
                    <a:pt x="4100" y="2400"/>
                  </a:moveTo>
                  <a:lnTo>
                    <a:pt x="4100" y="2624"/>
                  </a:lnTo>
                  <a:lnTo>
                    <a:pt x="4224" y="2624"/>
                  </a:lnTo>
                  <a:lnTo>
                    <a:pt x="4224" y="2400"/>
                  </a:lnTo>
                  <a:close/>
                  <a:moveTo>
                    <a:pt x="2900" y="2400"/>
                  </a:moveTo>
                  <a:lnTo>
                    <a:pt x="2900" y="2524"/>
                  </a:lnTo>
                  <a:lnTo>
                    <a:pt x="3024" y="2524"/>
                  </a:lnTo>
                  <a:lnTo>
                    <a:pt x="3024" y="2400"/>
                  </a:lnTo>
                  <a:close/>
                  <a:moveTo>
                    <a:pt x="4800" y="2300"/>
                  </a:moveTo>
                  <a:lnTo>
                    <a:pt x="4800" y="2424"/>
                  </a:lnTo>
                  <a:lnTo>
                    <a:pt x="5224" y="2424"/>
                  </a:lnTo>
                  <a:lnTo>
                    <a:pt x="5224" y="2300"/>
                  </a:lnTo>
                  <a:close/>
                  <a:moveTo>
                    <a:pt x="3600" y="2300"/>
                  </a:moveTo>
                  <a:lnTo>
                    <a:pt x="3600" y="2524"/>
                  </a:lnTo>
                  <a:lnTo>
                    <a:pt x="3724" y="2524"/>
                  </a:lnTo>
                  <a:lnTo>
                    <a:pt x="3724" y="2300"/>
                  </a:lnTo>
                  <a:close/>
                  <a:moveTo>
                    <a:pt x="2300" y="2300"/>
                  </a:moveTo>
                  <a:lnTo>
                    <a:pt x="2300" y="2424"/>
                  </a:lnTo>
                  <a:lnTo>
                    <a:pt x="2424" y="2424"/>
                  </a:lnTo>
                  <a:lnTo>
                    <a:pt x="2424" y="2300"/>
                  </a:lnTo>
                  <a:close/>
                  <a:moveTo>
                    <a:pt x="1400" y="2300"/>
                  </a:moveTo>
                  <a:lnTo>
                    <a:pt x="1400" y="2424"/>
                  </a:lnTo>
                  <a:lnTo>
                    <a:pt x="1924" y="2424"/>
                  </a:lnTo>
                  <a:lnTo>
                    <a:pt x="1924" y="2300"/>
                  </a:lnTo>
                  <a:close/>
                  <a:moveTo>
                    <a:pt x="4300" y="2200"/>
                  </a:moveTo>
                  <a:lnTo>
                    <a:pt x="4300" y="2324"/>
                  </a:lnTo>
                  <a:lnTo>
                    <a:pt x="4424" y="2324"/>
                  </a:lnTo>
                  <a:lnTo>
                    <a:pt x="4424" y="2200"/>
                  </a:lnTo>
                  <a:close/>
                  <a:moveTo>
                    <a:pt x="4100" y="2200"/>
                  </a:moveTo>
                  <a:lnTo>
                    <a:pt x="4100" y="2324"/>
                  </a:lnTo>
                  <a:lnTo>
                    <a:pt x="4224" y="2324"/>
                  </a:lnTo>
                  <a:lnTo>
                    <a:pt x="4224" y="2200"/>
                  </a:lnTo>
                  <a:close/>
                  <a:moveTo>
                    <a:pt x="3300" y="2200"/>
                  </a:moveTo>
                  <a:lnTo>
                    <a:pt x="3300" y="2324"/>
                  </a:lnTo>
                  <a:lnTo>
                    <a:pt x="3424" y="2324"/>
                  </a:lnTo>
                  <a:lnTo>
                    <a:pt x="3424" y="2200"/>
                  </a:lnTo>
                  <a:close/>
                  <a:moveTo>
                    <a:pt x="1200" y="2200"/>
                  </a:moveTo>
                  <a:lnTo>
                    <a:pt x="1200" y="2324"/>
                  </a:lnTo>
                  <a:lnTo>
                    <a:pt x="1324" y="2324"/>
                  </a:lnTo>
                  <a:lnTo>
                    <a:pt x="1324" y="2200"/>
                  </a:lnTo>
                  <a:close/>
                  <a:moveTo>
                    <a:pt x="400" y="2200"/>
                  </a:moveTo>
                  <a:lnTo>
                    <a:pt x="400" y="2324"/>
                  </a:lnTo>
                  <a:lnTo>
                    <a:pt x="524" y="2324"/>
                  </a:lnTo>
                  <a:lnTo>
                    <a:pt x="524" y="2200"/>
                  </a:lnTo>
                  <a:close/>
                  <a:moveTo>
                    <a:pt x="6500" y="2100"/>
                  </a:moveTo>
                  <a:lnTo>
                    <a:pt x="6500" y="2224"/>
                  </a:lnTo>
                  <a:lnTo>
                    <a:pt x="6624" y="2224"/>
                  </a:lnTo>
                  <a:lnTo>
                    <a:pt x="6624" y="2100"/>
                  </a:lnTo>
                  <a:close/>
                  <a:moveTo>
                    <a:pt x="3900" y="2000"/>
                  </a:moveTo>
                  <a:lnTo>
                    <a:pt x="3900" y="2124"/>
                  </a:lnTo>
                  <a:lnTo>
                    <a:pt x="4024" y="2124"/>
                  </a:lnTo>
                  <a:lnTo>
                    <a:pt x="4024" y="2000"/>
                  </a:lnTo>
                  <a:close/>
                  <a:moveTo>
                    <a:pt x="2600" y="2000"/>
                  </a:moveTo>
                  <a:lnTo>
                    <a:pt x="2600" y="2124"/>
                  </a:lnTo>
                  <a:lnTo>
                    <a:pt x="2724" y="2124"/>
                  </a:lnTo>
                  <a:lnTo>
                    <a:pt x="2724" y="2000"/>
                  </a:lnTo>
                  <a:close/>
                  <a:moveTo>
                    <a:pt x="1000" y="2000"/>
                  </a:moveTo>
                  <a:lnTo>
                    <a:pt x="1000" y="2124"/>
                  </a:lnTo>
                  <a:lnTo>
                    <a:pt x="1124" y="2124"/>
                  </a:lnTo>
                  <a:lnTo>
                    <a:pt x="1124" y="2000"/>
                  </a:lnTo>
                  <a:close/>
                  <a:moveTo>
                    <a:pt x="6500" y="1700"/>
                  </a:moveTo>
                  <a:lnTo>
                    <a:pt x="6500" y="1824"/>
                  </a:lnTo>
                  <a:lnTo>
                    <a:pt x="6624" y="1824"/>
                  </a:lnTo>
                  <a:lnTo>
                    <a:pt x="6624" y="1700"/>
                  </a:lnTo>
                  <a:close/>
                  <a:moveTo>
                    <a:pt x="5600" y="1600"/>
                  </a:moveTo>
                  <a:lnTo>
                    <a:pt x="5600" y="1724"/>
                  </a:lnTo>
                  <a:lnTo>
                    <a:pt x="5724" y="1724"/>
                  </a:lnTo>
                  <a:lnTo>
                    <a:pt x="5724" y="1600"/>
                  </a:lnTo>
                  <a:close/>
                  <a:moveTo>
                    <a:pt x="6000" y="1500"/>
                  </a:moveTo>
                  <a:lnTo>
                    <a:pt x="6000" y="3224"/>
                  </a:lnTo>
                  <a:lnTo>
                    <a:pt x="6124" y="3224"/>
                  </a:lnTo>
                  <a:lnTo>
                    <a:pt x="6124" y="1500"/>
                  </a:lnTo>
                  <a:close/>
                  <a:moveTo>
                    <a:pt x="4100" y="1300"/>
                  </a:moveTo>
                  <a:lnTo>
                    <a:pt x="4100" y="1424"/>
                  </a:lnTo>
                  <a:lnTo>
                    <a:pt x="4224" y="1424"/>
                  </a:lnTo>
                  <a:lnTo>
                    <a:pt x="4224" y="1300"/>
                  </a:lnTo>
                  <a:close/>
                  <a:moveTo>
                    <a:pt x="1200" y="1424"/>
                  </a:moveTo>
                  <a:lnTo>
                    <a:pt x="1324" y="1424"/>
                  </a:lnTo>
                  <a:lnTo>
                    <a:pt x="1350" y="1324"/>
                  </a:lnTo>
                  <a:lnTo>
                    <a:pt x="1524" y="1324"/>
                  </a:lnTo>
                  <a:lnTo>
                    <a:pt x="1524" y="1200"/>
                  </a:lnTo>
                  <a:lnTo>
                    <a:pt x="1300" y="1200"/>
                  </a:lnTo>
                  <a:lnTo>
                    <a:pt x="1300" y="1274"/>
                  </a:lnTo>
                  <a:lnTo>
                    <a:pt x="1200" y="1300"/>
                  </a:lnTo>
                  <a:close/>
                  <a:moveTo>
                    <a:pt x="5424" y="1100"/>
                  </a:moveTo>
                  <a:lnTo>
                    <a:pt x="5300" y="1100"/>
                  </a:lnTo>
                  <a:lnTo>
                    <a:pt x="5300" y="1174"/>
                  </a:lnTo>
                  <a:lnTo>
                    <a:pt x="5200" y="1200"/>
                  </a:lnTo>
                  <a:lnTo>
                    <a:pt x="5200" y="1324"/>
                  </a:lnTo>
                  <a:lnTo>
                    <a:pt x="5324" y="1324"/>
                  </a:lnTo>
                  <a:lnTo>
                    <a:pt x="5324" y="1250"/>
                  </a:lnTo>
                  <a:lnTo>
                    <a:pt x="5424" y="1224"/>
                  </a:lnTo>
                  <a:close/>
                  <a:moveTo>
                    <a:pt x="4500" y="1100"/>
                  </a:moveTo>
                  <a:lnTo>
                    <a:pt x="4500" y="1224"/>
                  </a:lnTo>
                  <a:lnTo>
                    <a:pt x="4624" y="1224"/>
                  </a:lnTo>
                  <a:lnTo>
                    <a:pt x="4624" y="1100"/>
                  </a:lnTo>
                  <a:close/>
                  <a:moveTo>
                    <a:pt x="2100" y="1000"/>
                  </a:moveTo>
                  <a:lnTo>
                    <a:pt x="2100" y="1124"/>
                  </a:lnTo>
                  <a:lnTo>
                    <a:pt x="2224" y="1124"/>
                  </a:lnTo>
                  <a:lnTo>
                    <a:pt x="2224" y="1000"/>
                  </a:lnTo>
                  <a:close/>
                  <a:moveTo>
                    <a:pt x="0" y="1000"/>
                  </a:moveTo>
                  <a:lnTo>
                    <a:pt x="0" y="3224"/>
                  </a:lnTo>
                  <a:lnTo>
                    <a:pt x="124" y="3224"/>
                  </a:lnTo>
                  <a:lnTo>
                    <a:pt x="124" y="1000"/>
                  </a:lnTo>
                  <a:close/>
                  <a:moveTo>
                    <a:pt x="500" y="900"/>
                  </a:moveTo>
                  <a:lnTo>
                    <a:pt x="500" y="1324"/>
                  </a:lnTo>
                  <a:lnTo>
                    <a:pt x="624" y="1324"/>
                  </a:lnTo>
                  <a:lnTo>
                    <a:pt x="624" y="900"/>
                  </a:lnTo>
                  <a:close/>
                  <a:moveTo>
                    <a:pt x="6400" y="800"/>
                  </a:moveTo>
                  <a:lnTo>
                    <a:pt x="6400" y="1124"/>
                  </a:lnTo>
                  <a:lnTo>
                    <a:pt x="6524" y="1124"/>
                  </a:lnTo>
                  <a:lnTo>
                    <a:pt x="6524" y="800"/>
                  </a:lnTo>
                  <a:close/>
                  <a:moveTo>
                    <a:pt x="5400" y="600"/>
                  </a:moveTo>
                  <a:lnTo>
                    <a:pt x="5400" y="724"/>
                  </a:lnTo>
                  <a:lnTo>
                    <a:pt x="5524" y="724"/>
                  </a:lnTo>
                  <a:lnTo>
                    <a:pt x="5524" y="600"/>
                  </a:lnTo>
                  <a:close/>
                  <a:moveTo>
                    <a:pt x="1000" y="600"/>
                  </a:moveTo>
                  <a:lnTo>
                    <a:pt x="1000" y="724"/>
                  </a:lnTo>
                  <a:lnTo>
                    <a:pt x="1224" y="724"/>
                  </a:lnTo>
                  <a:lnTo>
                    <a:pt x="1224" y="600"/>
                  </a:lnTo>
                  <a:close/>
                  <a:moveTo>
                    <a:pt x="0" y="500"/>
                  </a:moveTo>
                  <a:lnTo>
                    <a:pt x="0" y="724"/>
                  </a:lnTo>
                  <a:lnTo>
                    <a:pt x="100" y="750"/>
                  </a:lnTo>
                  <a:lnTo>
                    <a:pt x="100" y="924"/>
                  </a:lnTo>
                  <a:lnTo>
                    <a:pt x="224" y="924"/>
                  </a:lnTo>
                  <a:lnTo>
                    <a:pt x="224" y="700"/>
                  </a:lnTo>
                  <a:lnTo>
                    <a:pt x="124" y="674"/>
                  </a:lnTo>
                  <a:lnTo>
                    <a:pt x="124" y="500"/>
                  </a:lnTo>
                  <a:close/>
                  <a:moveTo>
                    <a:pt x="6400" y="400"/>
                  </a:moveTo>
                  <a:lnTo>
                    <a:pt x="6400" y="524"/>
                  </a:lnTo>
                  <a:lnTo>
                    <a:pt x="6524" y="524"/>
                  </a:lnTo>
                  <a:lnTo>
                    <a:pt x="6524" y="400"/>
                  </a:lnTo>
                  <a:close/>
                  <a:moveTo>
                    <a:pt x="324" y="200"/>
                  </a:moveTo>
                  <a:lnTo>
                    <a:pt x="200" y="200"/>
                  </a:lnTo>
                  <a:lnTo>
                    <a:pt x="200" y="274"/>
                  </a:lnTo>
                  <a:lnTo>
                    <a:pt x="100" y="300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350"/>
                  </a:lnTo>
                  <a:lnTo>
                    <a:pt x="324" y="324"/>
                  </a:lnTo>
                  <a:close/>
                  <a:moveTo>
                    <a:pt x="400" y="100"/>
                  </a:moveTo>
                  <a:lnTo>
                    <a:pt x="400" y="224"/>
                  </a:lnTo>
                  <a:lnTo>
                    <a:pt x="624" y="224"/>
                  </a:lnTo>
                  <a:lnTo>
                    <a:pt x="624" y="100"/>
                  </a:lnTo>
                  <a:close/>
                  <a:moveTo>
                    <a:pt x="5700" y="0"/>
                  </a:moveTo>
                  <a:lnTo>
                    <a:pt x="5700" y="124"/>
                  </a:lnTo>
                  <a:lnTo>
                    <a:pt x="5824" y="124"/>
                  </a:lnTo>
                  <a:lnTo>
                    <a:pt x="5824" y="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924" y="124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B4E4F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7" name="Annotation MLLM illustration color 13"/>
            <p:cNvSpPr/>
            <p:nvPr/>
          </p:nvSpPr>
          <p:spPr>
            <a:xfrm>
              <a:off x="9659539" y="4529755"/>
              <a:ext cx="752003" cy="706283"/>
            </a:xfrm>
            <a:custGeom>
              <a:avLst/>
              <a:gdLst/>
              <a:ahLst/>
              <a:cxnLst/>
              <a:rect l="l" t="t" r="r" b="b"/>
              <a:pathLst>
                <a:path w="8224" h="7724">
                  <a:moveTo>
                    <a:pt x="3700" y="7200"/>
                  </a:moveTo>
                  <a:lnTo>
                    <a:pt x="3700" y="7324"/>
                  </a:lnTo>
                  <a:lnTo>
                    <a:pt x="3800" y="7350"/>
                  </a:lnTo>
                  <a:lnTo>
                    <a:pt x="3774" y="7400"/>
                  </a:lnTo>
                  <a:lnTo>
                    <a:pt x="3700" y="7400"/>
                  </a:lnTo>
                  <a:lnTo>
                    <a:pt x="3700" y="7624"/>
                  </a:lnTo>
                  <a:lnTo>
                    <a:pt x="3774" y="7624"/>
                  </a:lnTo>
                  <a:lnTo>
                    <a:pt x="3800" y="7724"/>
                  </a:lnTo>
                  <a:lnTo>
                    <a:pt x="3924" y="7724"/>
                  </a:lnTo>
                  <a:lnTo>
                    <a:pt x="3950" y="7624"/>
                  </a:lnTo>
                  <a:lnTo>
                    <a:pt x="4000" y="7650"/>
                  </a:lnTo>
                  <a:lnTo>
                    <a:pt x="4000" y="7724"/>
                  </a:lnTo>
                  <a:lnTo>
                    <a:pt x="4324" y="7724"/>
                  </a:lnTo>
                  <a:lnTo>
                    <a:pt x="4324" y="7550"/>
                  </a:lnTo>
                  <a:lnTo>
                    <a:pt x="4424" y="7524"/>
                  </a:lnTo>
                  <a:lnTo>
                    <a:pt x="4450" y="7424"/>
                  </a:lnTo>
                  <a:lnTo>
                    <a:pt x="4524" y="7424"/>
                  </a:lnTo>
                  <a:lnTo>
                    <a:pt x="4524" y="7200"/>
                  </a:lnTo>
                  <a:close/>
                  <a:moveTo>
                    <a:pt x="3824" y="7474"/>
                  </a:moveTo>
                  <a:lnTo>
                    <a:pt x="3850" y="7424"/>
                  </a:lnTo>
                  <a:lnTo>
                    <a:pt x="4024" y="7424"/>
                  </a:lnTo>
                  <a:lnTo>
                    <a:pt x="4050" y="7324"/>
                  </a:lnTo>
                  <a:lnTo>
                    <a:pt x="4274" y="7324"/>
                  </a:lnTo>
                  <a:lnTo>
                    <a:pt x="4300" y="7350"/>
                  </a:lnTo>
                  <a:lnTo>
                    <a:pt x="4274" y="7400"/>
                  </a:lnTo>
                  <a:lnTo>
                    <a:pt x="4200" y="7400"/>
                  </a:lnTo>
                  <a:lnTo>
                    <a:pt x="4174" y="7500"/>
                  </a:lnTo>
                  <a:lnTo>
                    <a:pt x="4100" y="7500"/>
                  </a:lnTo>
                  <a:lnTo>
                    <a:pt x="4074" y="7600"/>
                  </a:lnTo>
                  <a:lnTo>
                    <a:pt x="4024" y="7574"/>
                  </a:lnTo>
                  <a:lnTo>
                    <a:pt x="4024" y="7500"/>
                  </a:lnTo>
                  <a:lnTo>
                    <a:pt x="3850" y="7500"/>
                  </a:lnTo>
                  <a:close/>
                  <a:moveTo>
                    <a:pt x="4400" y="6400"/>
                  </a:moveTo>
                  <a:lnTo>
                    <a:pt x="4400" y="6524"/>
                  </a:lnTo>
                  <a:lnTo>
                    <a:pt x="4524" y="6524"/>
                  </a:lnTo>
                  <a:lnTo>
                    <a:pt x="4524" y="6400"/>
                  </a:lnTo>
                  <a:close/>
                  <a:moveTo>
                    <a:pt x="3900" y="6400"/>
                  </a:moveTo>
                  <a:lnTo>
                    <a:pt x="3900" y="6524"/>
                  </a:lnTo>
                  <a:lnTo>
                    <a:pt x="4224" y="6524"/>
                  </a:lnTo>
                  <a:lnTo>
                    <a:pt x="4224" y="6400"/>
                  </a:lnTo>
                  <a:close/>
                  <a:moveTo>
                    <a:pt x="1700" y="6300"/>
                  </a:moveTo>
                  <a:lnTo>
                    <a:pt x="1700" y="6424"/>
                  </a:lnTo>
                  <a:lnTo>
                    <a:pt x="1824" y="6424"/>
                  </a:lnTo>
                  <a:lnTo>
                    <a:pt x="1824" y="6300"/>
                  </a:lnTo>
                  <a:close/>
                  <a:moveTo>
                    <a:pt x="5600" y="6200"/>
                  </a:moveTo>
                  <a:lnTo>
                    <a:pt x="5600" y="6324"/>
                  </a:lnTo>
                  <a:lnTo>
                    <a:pt x="5724" y="6324"/>
                  </a:lnTo>
                  <a:lnTo>
                    <a:pt x="5724" y="6200"/>
                  </a:lnTo>
                  <a:close/>
                  <a:moveTo>
                    <a:pt x="700" y="6100"/>
                  </a:moveTo>
                  <a:lnTo>
                    <a:pt x="700" y="6224"/>
                  </a:lnTo>
                  <a:lnTo>
                    <a:pt x="824" y="6224"/>
                  </a:lnTo>
                  <a:lnTo>
                    <a:pt x="824" y="6100"/>
                  </a:lnTo>
                  <a:close/>
                  <a:moveTo>
                    <a:pt x="6900" y="5400"/>
                  </a:moveTo>
                  <a:lnTo>
                    <a:pt x="6900" y="5524"/>
                  </a:lnTo>
                  <a:lnTo>
                    <a:pt x="7024" y="5524"/>
                  </a:lnTo>
                  <a:lnTo>
                    <a:pt x="7024" y="5400"/>
                  </a:lnTo>
                  <a:close/>
                  <a:moveTo>
                    <a:pt x="7100" y="5200"/>
                  </a:moveTo>
                  <a:lnTo>
                    <a:pt x="7100" y="5324"/>
                  </a:lnTo>
                  <a:lnTo>
                    <a:pt x="7224" y="5324"/>
                  </a:lnTo>
                  <a:lnTo>
                    <a:pt x="7224" y="5200"/>
                  </a:lnTo>
                  <a:close/>
                  <a:moveTo>
                    <a:pt x="4100" y="5100"/>
                  </a:moveTo>
                  <a:lnTo>
                    <a:pt x="4100" y="5224"/>
                  </a:lnTo>
                  <a:lnTo>
                    <a:pt x="4224" y="5224"/>
                  </a:lnTo>
                  <a:lnTo>
                    <a:pt x="4224" y="5100"/>
                  </a:lnTo>
                  <a:close/>
                  <a:moveTo>
                    <a:pt x="7900" y="4800"/>
                  </a:moveTo>
                  <a:lnTo>
                    <a:pt x="7900" y="4924"/>
                  </a:lnTo>
                  <a:lnTo>
                    <a:pt x="8024" y="4924"/>
                  </a:lnTo>
                  <a:lnTo>
                    <a:pt x="8024" y="4800"/>
                  </a:lnTo>
                  <a:close/>
                  <a:moveTo>
                    <a:pt x="5700" y="4400"/>
                  </a:moveTo>
                  <a:lnTo>
                    <a:pt x="5700" y="4524"/>
                  </a:lnTo>
                  <a:lnTo>
                    <a:pt x="5824" y="4524"/>
                  </a:lnTo>
                  <a:lnTo>
                    <a:pt x="5824" y="4400"/>
                  </a:lnTo>
                  <a:close/>
                  <a:moveTo>
                    <a:pt x="900" y="4300"/>
                  </a:moveTo>
                  <a:lnTo>
                    <a:pt x="900" y="4424"/>
                  </a:lnTo>
                  <a:lnTo>
                    <a:pt x="1024" y="4424"/>
                  </a:lnTo>
                  <a:lnTo>
                    <a:pt x="1024" y="4300"/>
                  </a:lnTo>
                  <a:close/>
                  <a:moveTo>
                    <a:pt x="1100" y="3900"/>
                  </a:moveTo>
                  <a:lnTo>
                    <a:pt x="1100" y="4524"/>
                  </a:lnTo>
                  <a:lnTo>
                    <a:pt x="1224" y="4524"/>
                  </a:lnTo>
                  <a:lnTo>
                    <a:pt x="1224" y="3900"/>
                  </a:lnTo>
                  <a:close/>
                  <a:moveTo>
                    <a:pt x="224" y="3800"/>
                  </a:moveTo>
                  <a:lnTo>
                    <a:pt x="100" y="3800"/>
                  </a:lnTo>
                  <a:lnTo>
                    <a:pt x="100" y="3874"/>
                  </a:lnTo>
                  <a:lnTo>
                    <a:pt x="0" y="3900"/>
                  </a:lnTo>
                  <a:lnTo>
                    <a:pt x="0" y="4724"/>
                  </a:lnTo>
                  <a:lnTo>
                    <a:pt x="124" y="4724"/>
                  </a:lnTo>
                  <a:lnTo>
                    <a:pt x="124" y="4350"/>
                  </a:lnTo>
                  <a:lnTo>
                    <a:pt x="224" y="4324"/>
                  </a:lnTo>
                  <a:lnTo>
                    <a:pt x="224" y="4200"/>
                  </a:lnTo>
                  <a:lnTo>
                    <a:pt x="124" y="4174"/>
                  </a:lnTo>
                  <a:lnTo>
                    <a:pt x="124" y="4050"/>
                  </a:lnTo>
                  <a:lnTo>
                    <a:pt x="224" y="4024"/>
                  </a:lnTo>
                  <a:close/>
                  <a:moveTo>
                    <a:pt x="7900" y="3700"/>
                  </a:moveTo>
                  <a:lnTo>
                    <a:pt x="7900" y="4724"/>
                  </a:lnTo>
                  <a:lnTo>
                    <a:pt x="8024" y="4724"/>
                  </a:lnTo>
                  <a:lnTo>
                    <a:pt x="8024" y="4550"/>
                  </a:lnTo>
                  <a:lnTo>
                    <a:pt x="8124" y="4524"/>
                  </a:lnTo>
                  <a:lnTo>
                    <a:pt x="8150" y="4424"/>
                  </a:lnTo>
                  <a:lnTo>
                    <a:pt x="8224" y="4424"/>
                  </a:lnTo>
                  <a:lnTo>
                    <a:pt x="8224" y="4100"/>
                  </a:lnTo>
                  <a:lnTo>
                    <a:pt x="8050" y="4100"/>
                  </a:lnTo>
                  <a:lnTo>
                    <a:pt x="8024" y="4074"/>
                  </a:lnTo>
                  <a:lnTo>
                    <a:pt x="8024" y="3700"/>
                  </a:lnTo>
                  <a:close/>
                  <a:moveTo>
                    <a:pt x="8024" y="4250"/>
                  </a:moveTo>
                  <a:lnTo>
                    <a:pt x="8074" y="4224"/>
                  </a:lnTo>
                  <a:lnTo>
                    <a:pt x="8100" y="4274"/>
                  </a:lnTo>
                  <a:lnTo>
                    <a:pt x="8050" y="4300"/>
                  </a:lnTo>
                  <a:close/>
                  <a:moveTo>
                    <a:pt x="2500" y="3500"/>
                  </a:moveTo>
                  <a:lnTo>
                    <a:pt x="2500" y="3624"/>
                  </a:lnTo>
                  <a:lnTo>
                    <a:pt x="2624" y="3624"/>
                  </a:lnTo>
                  <a:lnTo>
                    <a:pt x="2624" y="3500"/>
                  </a:lnTo>
                  <a:close/>
                  <a:moveTo>
                    <a:pt x="2200" y="3500"/>
                  </a:moveTo>
                  <a:lnTo>
                    <a:pt x="2200" y="3624"/>
                  </a:lnTo>
                  <a:lnTo>
                    <a:pt x="2324" y="3624"/>
                  </a:lnTo>
                  <a:lnTo>
                    <a:pt x="2324" y="3500"/>
                  </a:lnTo>
                  <a:close/>
                  <a:moveTo>
                    <a:pt x="5100" y="2800"/>
                  </a:moveTo>
                  <a:lnTo>
                    <a:pt x="5100" y="2924"/>
                  </a:lnTo>
                  <a:lnTo>
                    <a:pt x="5224" y="2924"/>
                  </a:lnTo>
                  <a:lnTo>
                    <a:pt x="5224" y="2800"/>
                  </a:lnTo>
                  <a:close/>
                  <a:moveTo>
                    <a:pt x="5600" y="2700"/>
                  </a:moveTo>
                  <a:lnTo>
                    <a:pt x="5600" y="2824"/>
                  </a:lnTo>
                  <a:lnTo>
                    <a:pt x="5724" y="2824"/>
                  </a:lnTo>
                  <a:lnTo>
                    <a:pt x="5724" y="2700"/>
                  </a:lnTo>
                  <a:close/>
                  <a:moveTo>
                    <a:pt x="1300" y="2600"/>
                  </a:moveTo>
                  <a:lnTo>
                    <a:pt x="1300" y="2724"/>
                  </a:lnTo>
                  <a:lnTo>
                    <a:pt x="1424" y="2724"/>
                  </a:lnTo>
                  <a:lnTo>
                    <a:pt x="1424" y="2600"/>
                  </a:lnTo>
                  <a:close/>
                  <a:moveTo>
                    <a:pt x="6500" y="2500"/>
                  </a:moveTo>
                  <a:lnTo>
                    <a:pt x="6500" y="2624"/>
                  </a:lnTo>
                  <a:lnTo>
                    <a:pt x="6624" y="2624"/>
                  </a:lnTo>
                  <a:lnTo>
                    <a:pt x="6624" y="2500"/>
                  </a:lnTo>
                  <a:close/>
                  <a:moveTo>
                    <a:pt x="2100" y="1900"/>
                  </a:moveTo>
                  <a:lnTo>
                    <a:pt x="2100" y="2024"/>
                  </a:lnTo>
                  <a:lnTo>
                    <a:pt x="2200" y="2050"/>
                  </a:lnTo>
                  <a:lnTo>
                    <a:pt x="2174" y="2100"/>
                  </a:lnTo>
                  <a:lnTo>
                    <a:pt x="2100" y="2100"/>
                  </a:lnTo>
                  <a:lnTo>
                    <a:pt x="2100" y="2224"/>
                  </a:lnTo>
                  <a:lnTo>
                    <a:pt x="2174" y="2224"/>
                  </a:lnTo>
                  <a:lnTo>
                    <a:pt x="2200" y="2324"/>
                  </a:lnTo>
                  <a:lnTo>
                    <a:pt x="2474" y="2324"/>
                  </a:lnTo>
                  <a:lnTo>
                    <a:pt x="2500" y="2424"/>
                  </a:lnTo>
                  <a:lnTo>
                    <a:pt x="2724" y="2424"/>
                  </a:lnTo>
                  <a:lnTo>
                    <a:pt x="2750" y="2324"/>
                  </a:lnTo>
                  <a:lnTo>
                    <a:pt x="2874" y="2324"/>
                  </a:lnTo>
                  <a:lnTo>
                    <a:pt x="2900" y="2374"/>
                  </a:lnTo>
                  <a:lnTo>
                    <a:pt x="2800" y="2400"/>
                  </a:lnTo>
                  <a:lnTo>
                    <a:pt x="2800" y="2524"/>
                  </a:lnTo>
                  <a:lnTo>
                    <a:pt x="2924" y="2524"/>
                  </a:lnTo>
                  <a:lnTo>
                    <a:pt x="2950" y="2424"/>
                  </a:lnTo>
                  <a:lnTo>
                    <a:pt x="3124" y="2424"/>
                  </a:lnTo>
                  <a:lnTo>
                    <a:pt x="3124" y="2350"/>
                  </a:lnTo>
                  <a:lnTo>
                    <a:pt x="3224" y="2324"/>
                  </a:lnTo>
                  <a:lnTo>
                    <a:pt x="3224" y="2250"/>
                  </a:lnTo>
                  <a:lnTo>
                    <a:pt x="3324" y="2224"/>
                  </a:lnTo>
                  <a:lnTo>
                    <a:pt x="3350" y="2124"/>
                  </a:lnTo>
                  <a:lnTo>
                    <a:pt x="3424" y="2124"/>
                  </a:lnTo>
                  <a:lnTo>
                    <a:pt x="3424" y="2000"/>
                  </a:lnTo>
                  <a:lnTo>
                    <a:pt x="3150" y="2000"/>
                  </a:lnTo>
                  <a:lnTo>
                    <a:pt x="3124" y="1900"/>
                  </a:lnTo>
                  <a:lnTo>
                    <a:pt x="2850" y="1900"/>
                  </a:lnTo>
                  <a:lnTo>
                    <a:pt x="2824" y="1800"/>
                  </a:lnTo>
                  <a:lnTo>
                    <a:pt x="2550" y="1800"/>
                  </a:lnTo>
                  <a:lnTo>
                    <a:pt x="2524" y="1700"/>
                  </a:lnTo>
                  <a:lnTo>
                    <a:pt x="2200" y="1700"/>
                  </a:lnTo>
                  <a:lnTo>
                    <a:pt x="2200" y="1824"/>
                  </a:lnTo>
                  <a:lnTo>
                    <a:pt x="2274" y="1824"/>
                  </a:lnTo>
                  <a:lnTo>
                    <a:pt x="2300" y="1874"/>
                  </a:lnTo>
                  <a:lnTo>
                    <a:pt x="2274" y="1900"/>
                  </a:lnTo>
                  <a:close/>
                  <a:moveTo>
                    <a:pt x="2324" y="1950"/>
                  </a:moveTo>
                  <a:lnTo>
                    <a:pt x="2350" y="1924"/>
                  </a:lnTo>
                  <a:lnTo>
                    <a:pt x="2674" y="1924"/>
                  </a:lnTo>
                  <a:lnTo>
                    <a:pt x="2700" y="2024"/>
                  </a:lnTo>
                  <a:lnTo>
                    <a:pt x="3074" y="2024"/>
                  </a:lnTo>
                  <a:lnTo>
                    <a:pt x="3100" y="2074"/>
                  </a:lnTo>
                  <a:lnTo>
                    <a:pt x="3074" y="2100"/>
                  </a:lnTo>
                  <a:lnTo>
                    <a:pt x="2400" y="2100"/>
                  </a:lnTo>
                  <a:lnTo>
                    <a:pt x="2400" y="2174"/>
                  </a:lnTo>
                  <a:lnTo>
                    <a:pt x="2350" y="2200"/>
                  </a:lnTo>
                  <a:lnTo>
                    <a:pt x="2324" y="2174"/>
                  </a:lnTo>
                  <a:close/>
                  <a:moveTo>
                    <a:pt x="6124" y="1600"/>
                  </a:moveTo>
                  <a:lnTo>
                    <a:pt x="6000" y="1600"/>
                  </a:lnTo>
                  <a:lnTo>
                    <a:pt x="5974" y="1700"/>
                  </a:lnTo>
                  <a:lnTo>
                    <a:pt x="5800" y="1700"/>
                  </a:lnTo>
                  <a:lnTo>
                    <a:pt x="5774" y="1800"/>
                  </a:lnTo>
                  <a:lnTo>
                    <a:pt x="5400" y="1800"/>
                  </a:lnTo>
                  <a:lnTo>
                    <a:pt x="5374" y="1900"/>
                  </a:lnTo>
                  <a:lnTo>
                    <a:pt x="5100" y="1900"/>
                  </a:lnTo>
                  <a:lnTo>
                    <a:pt x="5100" y="2024"/>
                  </a:lnTo>
                  <a:lnTo>
                    <a:pt x="5174" y="2024"/>
                  </a:lnTo>
                  <a:lnTo>
                    <a:pt x="5200" y="2050"/>
                  </a:lnTo>
                  <a:lnTo>
                    <a:pt x="5174" y="2100"/>
                  </a:lnTo>
                  <a:lnTo>
                    <a:pt x="5050" y="2100"/>
                  </a:lnTo>
                  <a:lnTo>
                    <a:pt x="5024" y="2000"/>
                  </a:lnTo>
                  <a:lnTo>
                    <a:pt x="4700" y="2000"/>
                  </a:lnTo>
                  <a:lnTo>
                    <a:pt x="4700" y="2124"/>
                  </a:lnTo>
                  <a:lnTo>
                    <a:pt x="4874" y="2124"/>
                  </a:lnTo>
                  <a:lnTo>
                    <a:pt x="4900" y="2150"/>
                  </a:lnTo>
                  <a:lnTo>
                    <a:pt x="4900" y="2324"/>
                  </a:lnTo>
                  <a:lnTo>
                    <a:pt x="5174" y="2324"/>
                  </a:lnTo>
                  <a:lnTo>
                    <a:pt x="5200" y="2350"/>
                  </a:lnTo>
                  <a:lnTo>
                    <a:pt x="5174" y="2400"/>
                  </a:lnTo>
                  <a:lnTo>
                    <a:pt x="4900" y="2400"/>
                  </a:lnTo>
                  <a:lnTo>
                    <a:pt x="4874" y="2500"/>
                  </a:lnTo>
                  <a:lnTo>
                    <a:pt x="4824" y="2474"/>
                  </a:lnTo>
                  <a:lnTo>
                    <a:pt x="4824" y="2300"/>
                  </a:lnTo>
                  <a:lnTo>
                    <a:pt x="4750" y="2300"/>
                  </a:lnTo>
                  <a:lnTo>
                    <a:pt x="4724" y="2200"/>
                  </a:lnTo>
                  <a:lnTo>
                    <a:pt x="4400" y="2200"/>
                  </a:lnTo>
                  <a:lnTo>
                    <a:pt x="4374" y="2300"/>
                  </a:lnTo>
                  <a:lnTo>
                    <a:pt x="4150" y="2300"/>
                  </a:lnTo>
                  <a:lnTo>
                    <a:pt x="4124" y="2200"/>
                  </a:lnTo>
                  <a:lnTo>
                    <a:pt x="4000" y="2200"/>
                  </a:lnTo>
                  <a:lnTo>
                    <a:pt x="4000" y="2324"/>
                  </a:lnTo>
                  <a:lnTo>
                    <a:pt x="4074" y="2324"/>
                  </a:lnTo>
                  <a:lnTo>
                    <a:pt x="4100" y="2350"/>
                  </a:lnTo>
                  <a:lnTo>
                    <a:pt x="4074" y="2400"/>
                  </a:lnTo>
                  <a:lnTo>
                    <a:pt x="3850" y="2400"/>
                  </a:lnTo>
                  <a:lnTo>
                    <a:pt x="3824" y="2374"/>
                  </a:lnTo>
                  <a:lnTo>
                    <a:pt x="3850" y="2324"/>
                  </a:lnTo>
                  <a:lnTo>
                    <a:pt x="3924" y="2324"/>
                  </a:lnTo>
                  <a:lnTo>
                    <a:pt x="3924" y="2200"/>
                  </a:lnTo>
                  <a:lnTo>
                    <a:pt x="3500" y="2200"/>
                  </a:lnTo>
                  <a:lnTo>
                    <a:pt x="3474" y="2300"/>
                  </a:lnTo>
                  <a:lnTo>
                    <a:pt x="3300" y="2300"/>
                  </a:lnTo>
                  <a:lnTo>
                    <a:pt x="3300" y="2374"/>
                  </a:lnTo>
                  <a:lnTo>
                    <a:pt x="3200" y="2400"/>
                  </a:lnTo>
                  <a:lnTo>
                    <a:pt x="3200" y="2524"/>
                  </a:lnTo>
                  <a:lnTo>
                    <a:pt x="3424" y="2524"/>
                  </a:lnTo>
                  <a:lnTo>
                    <a:pt x="3450" y="2424"/>
                  </a:lnTo>
                  <a:lnTo>
                    <a:pt x="3574" y="2424"/>
                  </a:lnTo>
                  <a:lnTo>
                    <a:pt x="3600" y="2450"/>
                  </a:lnTo>
                  <a:lnTo>
                    <a:pt x="3600" y="2624"/>
                  </a:lnTo>
                  <a:lnTo>
                    <a:pt x="4624" y="2624"/>
                  </a:lnTo>
                  <a:lnTo>
                    <a:pt x="4650" y="2524"/>
                  </a:lnTo>
                  <a:lnTo>
                    <a:pt x="4700" y="2550"/>
                  </a:lnTo>
                  <a:lnTo>
                    <a:pt x="4700" y="2624"/>
                  </a:lnTo>
                  <a:lnTo>
                    <a:pt x="4924" y="2624"/>
                  </a:lnTo>
                  <a:lnTo>
                    <a:pt x="4950" y="2524"/>
                  </a:lnTo>
                  <a:lnTo>
                    <a:pt x="5524" y="2524"/>
                  </a:lnTo>
                  <a:lnTo>
                    <a:pt x="5524" y="2350"/>
                  </a:lnTo>
                  <a:lnTo>
                    <a:pt x="5550" y="2324"/>
                  </a:lnTo>
                  <a:lnTo>
                    <a:pt x="6024" y="2324"/>
                  </a:lnTo>
                  <a:lnTo>
                    <a:pt x="6024" y="2250"/>
                  </a:lnTo>
                  <a:lnTo>
                    <a:pt x="6124" y="2224"/>
                  </a:lnTo>
                  <a:close/>
                  <a:moveTo>
                    <a:pt x="5324" y="2350"/>
                  </a:moveTo>
                  <a:lnTo>
                    <a:pt x="5374" y="2324"/>
                  </a:lnTo>
                  <a:lnTo>
                    <a:pt x="5400" y="2374"/>
                  </a:lnTo>
                  <a:lnTo>
                    <a:pt x="5350" y="2400"/>
                  </a:lnTo>
                  <a:close/>
                  <a:moveTo>
                    <a:pt x="5924" y="2050"/>
                  </a:moveTo>
                  <a:lnTo>
                    <a:pt x="5974" y="2024"/>
                  </a:lnTo>
                  <a:lnTo>
                    <a:pt x="6000" y="2074"/>
                  </a:lnTo>
                  <a:lnTo>
                    <a:pt x="5950" y="2100"/>
                  </a:lnTo>
                  <a:close/>
                  <a:moveTo>
                    <a:pt x="5424" y="2050"/>
                  </a:moveTo>
                  <a:lnTo>
                    <a:pt x="5524" y="2024"/>
                  </a:lnTo>
                  <a:lnTo>
                    <a:pt x="5550" y="1924"/>
                  </a:lnTo>
                  <a:lnTo>
                    <a:pt x="5774" y="1924"/>
                  </a:lnTo>
                  <a:lnTo>
                    <a:pt x="5800" y="1950"/>
                  </a:lnTo>
                  <a:lnTo>
                    <a:pt x="5800" y="2074"/>
                  </a:lnTo>
                  <a:lnTo>
                    <a:pt x="5774" y="2100"/>
                  </a:lnTo>
                  <a:lnTo>
                    <a:pt x="5600" y="2100"/>
                  </a:lnTo>
                  <a:lnTo>
                    <a:pt x="5574" y="2200"/>
                  </a:lnTo>
                  <a:lnTo>
                    <a:pt x="5524" y="2174"/>
                  </a:lnTo>
                  <a:lnTo>
                    <a:pt x="5524" y="2100"/>
                  </a:lnTo>
                  <a:lnTo>
                    <a:pt x="5450" y="2100"/>
                  </a:lnTo>
                  <a:close/>
                  <a:moveTo>
                    <a:pt x="6300" y="800"/>
                  </a:moveTo>
                  <a:lnTo>
                    <a:pt x="6300" y="924"/>
                  </a:lnTo>
                  <a:lnTo>
                    <a:pt x="6374" y="924"/>
                  </a:lnTo>
                  <a:lnTo>
                    <a:pt x="6400" y="1024"/>
                  </a:lnTo>
                  <a:lnTo>
                    <a:pt x="6524" y="1024"/>
                  </a:lnTo>
                  <a:lnTo>
                    <a:pt x="6524" y="950"/>
                  </a:lnTo>
                  <a:lnTo>
                    <a:pt x="6624" y="924"/>
                  </a:lnTo>
                  <a:lnTo>
                    <a:pt x="6624" y="800"/>
                  </a:lnTo>
                  <a:close/>
                  <a:moveTo>
                    <a:pt x="6224" y="800"/>
                  </a:moveTo>
                  <a:lnTo>
                    <a:pt x="6050" y="800"/>
                  </a:lnTo>
                  <a:lnTo>
                    <a:pt x="6024" y="700"/>
                  </a:lnTo>
                  <a:lnTo>
                    <a:pt x="5850" y="700"/>
                  </a:lnTo>
                  <a:lnTo>
                    <a:pt x="5824" y="600"/>
                  </a:lnTo>
                  <a:lnTo>
                    <a:pt x="5724" y="574"/>
                  </a:lnTo>
                  <a:lnTo>
                    <a:pt x="5724" y="500"/>
                  </a:lnTo>
                  <a:lnTo>
                    <a:pt x="5600" y="500"/>
                  </a:lnTo>
                  <a:lnTo>
                    <a:pt x="5574" y="600"/>
                  </a:lnTo>
                  <a:lnTo>
                    <a:pt x="5350" y="600"/>
                  </a:lnTo>
                  <a:lnTo>
                    <a:pt x="5324" y="500"/>
                  </a:lnTo>
                  <a:lnTo>
                    <a:pt x="5150" y="500"/>
                  </a:lnTo>
                  <a:lnTo>
                    <a:pt x="5124" y="400"/>
                  </a:lnTo>
                  <a:lnTo>
                    <a:pt x="4750" y="400"/>
                  </a:lnTo>
                  <a:lnTo>
                    <a:pt x="4724" y="374"/>
                  </a:lnTo>
                  <a:lnTo>
                    <a:pt x="4724" y="200"/>
                  </a:lnTo>
                  <a:lnTo>
                    <a:pt x="4450" y="200"/>
                  </a:lnTo>
                  <a:lnTo>
                    <a:pt x="4424" y="100"/>
                  </a:lnTo>
                  <a:lnTo>
                    <a:pt x="4250" y="100"/>
                  </a:lnTo>
                  <a:lnTo>
                    <a:pt x="4224" y="0"/>
                  </a:lnTo>
                  <a:lnTo>
                    <a:pt x="4100" y="0"/>
                  </a:lnTo>
                  <a:lnTo>
                    <a:pt x="4100" y="74"/>
                  </a:lnTo>
                  <a:lnTo>
                    <a:pt x="4000" y="100"/>
                  </a:lnTo>
                  <a:lnTo>
                    <a:pt x="3974" y="200"/>
                  </a:lnTo>
                  <a:lnTo>
                    <a:pt x="3924" y="174"/>
                  </a:lnTo>
                  <a:lnTo>
                    <a:pt x="3924" y="100"/>
                  </a:lnTo>
                  <a:lnTo>
                    <a:pt x="3800" y="100"/>
                  </a:lnTo>
                  <a:lnTo>
                    <a:pt x="3774" y="200"/>
                  </a:lnTo>
                  <a:lnTo>
                    <a:pt x="3500" y="200"/>
                  </a:lnTo>
                  <a:lnTo>
                    <a:pt x="3474" y="300"/>
                  </a:lnTo>
                  <a:lnTo>
                    <a:pt x="3200" y="300"/>
                  </a:lnTo>
                  <a:lnTo>
                    <a:pt x="3174" y="400"/>
                  </a:lnTo>
                  <a:lnTo>
                    <a:pt x="2800" y="400"/>
                  </a:lnTo>
                  <a:lnTo>
                    <a:pt x="2800" y="524"/>
                  </a:lnTo>
                  <a:lnTo>
                    <a:pt x="2874" y="524"/>
                  </a:lnTo>
                  <a:lnTo>
                    <a:pt x="2900" y="574"/>
                  </a:lnTo>
                  <a:lnTo>
                    <a:pt x="2874" y="600"/>
                  </a:lnTo>
                  <a:lnTo>
                    <a:pt x="2700" y="600"/>
                  </a:lnTo>
                  <a:lnTo>
                    <a:pt x="2674" y="700"/>
                  </a:lnTo>
                  <a:lnTo>
                    <a:pt x="2550" y="700"/>
                  </a:lnTo>
                  <a:lnTo>
                    <a:pt x="2524" y="600"/>
                  </a:lnTo>
                  <a:lnTo>
                    <a:pt x="2300" y="600"/>
                  </a:lnTo>
                  <a:lnTo>
                    <a:pt x="2300" y="674"/>
                  </a:lnTo>
                  <a:lnTo>
                    <a:pt x="2200" y="700"/>
                  </a:lnTo>
                  <a:lnTo>
                    <a:pt x="2174" y="800"/>
                  </a:lnTo>
                  <a:lnTo>
                    <a:pt x="1600" y="800"/>
                  </a:lnTo>
                  <a:lnTo>
                    <a:pt x="1600" y="924"/>
                  </a:lnTo>
                  <a:lnTo>
                    <a:pt x="1674" y="924"/>
                  </a:lnTo>
                  <a:lnTo>
                    <a:pt x="1700" y="1024"/>
                  </a:lnTo>
                  <a:lnTo>
                    <a:pt x="2124" y="1024"/>
                  </a:lnTo>
                  <a:lnTo>
                    <a:pt x="2150" y="924"/>
                  </a:lnTo>
                  <a:lnTo>
                    <a:pt x="2274" y="924"/>
                  </a:lnTo>
                  <a:lnTo>
                    <a:pt x="2300" y="974"/>
                  </a:lnTo>
                  <a:lnTo>
                    <a:pt x="2200" y="1000"/>
                  </a:lnTo>
                  <a:lnTo>
                    <a:pt x="2200" y="1124"/>
                  </a:lnTo>
                  <a:lnTo>
                    <a:pt x="2324" y="1124"/>
                  </a:lnTo>
                  <a:lnTo>
                    <a:pt x="2350" y="1024"/>
                  </a:lnTo>
                  <a:lnTo>
                    <a:pt x="2474" y="1024"/>
                  </a:lnTo>
                  <a:lnTo>
                    <a:pt x="2500" y="1074"/>
                  </a:lnTo>
                  <a:lnTo>
                    <a:pt x="2400" y="1100"/>
                  </a:lnTo>
                  <a:lnTo>
                    <a:pt x="2400" y="1224"/>
                  </a:lnTo>
                  <a:lnTo>
                    <a:pt x="2574" y="1224"/>
                  </a:lnTo>
                  <a:lnTo>
                    <a:pt x="2600" y="1324"/>
                  </a:lnTo>
                  <a:lnTo>
                    <a:pt x="2874" y="1324"/>
                  </a:lnTo>
                  <a:lnTo>
                    <a:pt x="2900" y="1424"/>
                  </a:lnTo>
                  <a:lnTo>
                    <a:pt x="3124" y="1424"/>
                  </a:lnTo>
                  <a:lnTo>
                    <a:pt x="3124" y="1350"/>
                  </a:lnTo>
                  <a:lnTo>
                    <a:pt x="3224" y="1324"/>
                  </a:lnTo>
                  <a:lnTo>
                    <a:pt x="3250" y="1224"/>
                  </a:lnTo>
                  <a:lnTo>
                    <a:pt x="3424" y="1224"/>
                  </a:lnTo>
                  <a:lnTo>
                    <a:pt x="3424" y="1100"/>
                  </a:lnTo>
                  <a:lnTo>
                    <a:pt x="2950" y="1100"/>
                  </a:lnTo>
                  <a:lnTo>
                    <a:pt x="2924" y="1074"/>
                  </a:lnTo>
                  <a:lnTo>
                    <a:pt x="2950" y="1024"/>
                  </a:lnTo>
                  <a:lnTo>
                    <a:pt x="3574" y="1024"/>
                  </a:lnTo>
                  <a:lnTo>
                    <a:pt x="3600" y="1124"/>
                  </a:lnTo>
                  <a:lnTo>
                    <a:pt x="3674" y="1124"/>
                  </a:lnTo>
                  <a:lnTo>
                    <a:pt x="3700" y="1174"/>
                  </a:lnTo>
                  <a:lnTo>
                    <a:pt x="3674" y="1200"/>
                  </a:lnTo>
                  <a:lnTo>
                    <a:pt x="3500" y="1200"/>
                  </a:lnTo>
                  <a:lnTo>
                    <a:pt x="3500" y="1374"/>
                  </a:lnTo>
                  <a:lnTo>
                    <a:pt x="3474" y="1400"/>
                  </a:lnTo>
                  <a:lnTo>
                    <a:pt x="3200" y="1400"/>
                  </a:lnTo>
                  <a:lnTo>
                    <a:pt x="3200" y="1524"/>
                  </a:lnTo>
                  <a:lnTo>
                    <a:pt x="3374" y="1524"/>
                  </a:lnTo>
                  <a:lnTo>
                    <a:pt x="3400" y="1624"/>
                  </a:lnTo>
                  <a:lnTo>
                    <a:pt x="3674" y="1624"/>
                  </a:lnTo>
                  <a:lnTo>
                    <a:pt x="3700" y="1724"/>
                  </a:lnTo>
                  <a:lnTo>
                    <a:pt x="3874" y="1724"/>
                  </a:lnTo>
                  <a:lnTo>
                    <a:pt x="3900" y="1824"/>
                  </a:lnTo>
                  <a:lnTo>
                    <a:pt x="4324" y="1824"/>
                  </a:lnTo>
                  <a:lnTo>
                    <a:pt x="4350" y="1724"/>
                  </a:lnTo>
                  <a:lnTo>
                    <a:pt x="4524" y="1724"/>
                  </a:lnTo>
                  <a:lnTo>
                    <a:pt x="4550" y="1624"/>
                  </a:lnTo>
                  <a:lnTo>
                    <a:pt x="4824" y="1624"/>
                  </a:lnTo>
                  <a:lnTo>
                    <a:pt x="4850" y="1524"/>
                  </a:lnTo>
                  <a:lnTo>
                    <a:pt x="5124" y="1524"/>
                  </a:lnTo>
                  <a:lnTo>
                    <a:pt x="5150" y="1424"/>
                  </a:lnTo>
                  <a:lnTo>
                    <a:pt x="5524" y="1424"/>
                  </a:lnTo>
                  <a:lnTo>
                    <a:pt x="5524" y="1300"/>
                  </a:lnTo>
                  <a:lnTo>
                    <a:pt x="5250" y="1300"/>
                  </a:lnTo>
                  <a:lnTo>
                    <a:pt x="5224" y="1200"/>
                  </a:lnTo>
                  <a:lnTo>
                    <a:pt x="4650" y="1200"/>
                  </a:lnTo>
                  <a:lnTo>
                    <a:pt x="4624" y="1100"/>
                  </a:lnTo>
                  <a:lnTo>
                    <a:pt x="3850" y="1100"/>
                  </a:lnTo>
                  <a:lnTo>
                    <a:pt x="3824" y="1000"/>
                  </a:lnTo>
                  <a:lnTo>
                    <a:pt x="3724" y="974"/>
                  </a:lnTo>
                  <a:lnTo>
                    <a:pt x="3724" y="700"/>
                  </a:lnTo>
                  <a:lnTo>
                    <a:pt x="3550" y="700"/>
                  </a:lnTo>
                  <a:lnTo>
                    <a:pt x="3524" y="600"/>
                  </a:lnTo>
                  <a:lnTo>
                    <a:pt x="3450" y="600"/>
                  </a:lnTo>
                  <a:lnTo>
                    <a:pt x="3424" y="500"/>
                  </a:lnTo>
                  <a:lnTo>
                    <a:pt x="3324" y="474"/>
                  </a:lnTo>
                  <a:lnTo>
                    <a:pt x="3350" y="424"/>
                  </a:lnTo>
                  <a:lnTo>
                    <a:pt x="3474" y="424"/>
                  </a:lnTo>
                  <a:lnTo>
                    <a:pt x="3500" y="524"/>
                  </a:lnTo>
                  <a:lnTo>
                    <a:pt x="3624" y="524"/>
                  </a:lnTo>
                  <a:lnTo>
                    <a:pt x="3624" y="400"/>
                  </a:lnTo>
                  <a:lnTo>
                    <a:pt x="3550" y="400"/>
                  </a:lnTo>
                  <a:lnTo>
                    <a:pt x="3524" y="350"/>
                  </a:lnTo>
                  <a:lnTo>
                    <a:pt x="3550" y="324"/>
                  </a:lnTo>
                  <a:lnTo>
                    <a:pt x="3774" y="324"/>
                  </a:lnTo>
                  <a:lnTo>
                    <a:pt x="3800" y="374"/>
                  </a:lnTo>
                  <a:lnTo>
                    <a:pt x="3700" y="400"/>
                  </a:lnTo>
                  <a:lnTo>
                    <a:pt x="3700" y="524"/>
                  </a:lnTo>
                  <a:lnTo>
                    <a:pt x="3800" y="550"/>
                  </a:lnTo>
                  <a:lnTo>
                    <a:pt x="3800" y="724"/>
                  </a:lnTo>
                  <a:lnTo>
                    <a:pt x="3924" y="724"/>
                  </a:lnTo>
                  <a:lnTo>
                    <a:pt x="3950" y="624"/>
                  </a:lnTo>
                  <a:lnTo>
                    <a:pt x="4174" y="624"/>
                  </a:lnTo>
                  <a:lnTo>
                    <a:pt x="4200" y="724"/>
                  </a:lnTo>
                  <a:lnTo>
                    <a:pt x="4674" y="724"/>
                  </a:lnTo>
                  <a:lnTo>
                    <a:pt x="4700" y="824"/>
                  </a:lnTo>
                  <a:lnTo>
                    <a:pt x="5474" y="824"/>
                  </a:lnTo>
                  <a:lnTo>
                    <a:pt x="5500" y="924"/>
                  </a:lnTo>
                  <a:lnTo>
                    <a:pt x="6224" y="924"/>
                  </a:lnTo>
                  <a:close/>
                  <a:moveTo>
                    <a:pt x="3724" y="1450"/>
                  </a:moveTo>
                  <a:lnTo>
                    <a:pt x="3774" y="1424"/>
                  </a:lnTo>
                  <a:lnTo>
                    <a:pt x="3800" y="1524"/>
                  </a:lnTo>
                  <a:lnTo>
                    <a:pt x="4174" y="1524"/>
                  </a:lnTo>
                  <a:lnTo>
                    <a:pt x="4200" y="1574"/>
                  </a:lnTo>
                  <a:lnTo>
                    <a:pt x="4100" y="1600"/>
                  </a:lnTo>
                  <a:lnTo>
                    <a:pt x="4074" y="1700"/>
                  </a:lnTo>
                  <a:lnTo>
                    <a:pt x="3950" y="1700"/>
                  </a:lnTo>
                  <a:lnTo>
                    <a:pt x="3924" y="1600"/>
                  </a:lnTo>
                  <a:lnTo>
                    <a:pt x="3750" y="1600"/>
                  </a:lnTo>
                  <a:lnTo>
                    <a:pt x="3724" y="1574"/>
                  </a:lnTo>
                  <a:close/>
                  <a:moveTo>
                    <a:pt x="4024" y="1250"/>
                  </a:moveTo>
                  <a:lnTo>
                    <a:pt x="4050" y="1224"/>
                  </a:lnTo>
                  <a:lnTo>
                    <a:pt x="4274" y="1224"/>
                  </a:lnTo>
                  <a:lnTo>
                    <a:pt x="4300" y="1324"/>
                  </a:lnTo>
                  <a:lnTo>
                    <a:pt x="5074" y="1324"/>
                  </a:lnTo>
                  <a:lnTo>
                    <a:pt x="5100" y="1374"/>
                  </a:lnTo>
                  <a:lnTo>
                    <a:pt x="5074" y="1400"/>
                  </a:lnTo>
                  <a:lnTo>
                    <a:pt x="4800" y="1400"/>
                  </a:lnTo>
                  <a:lnTo>
                    <a:pt x="4800" y="1474"/>
                  </a:lnTo>
                  <a:lnTo>
                    <a:pt x="4750" y="1500"/>
                  </a:lnTo>
                  <a:lnTo>
                    <a:pt x="4724" y="1400"/>
                  </a:lnTo>
                  <a:lnTo>
                    <a:pt x="4250" y="1400"/>
                  </a:lnTo>
                  <a:lnTo>
                    <a:pt x="4224" y="1300"/>
                  </a:lnTo>
                  <a:lnTo>
                    <a:pt x="4050" y="1300"/>
                  </a:lnTo>
                  <a:close/>
                  <a:moveTo>
                    <a:pt x="2524" y="950"/>
                  </a:moveTo>
                  <a:lnTo>
                    <a:pt x="2574" y="924"/>
                  </a:lnTo>
                  <a:lnTo>
                    <a:pt x="2600" y="974"/>
                  </a:lnTo>
                  <a:lnTo>
                    <a:pt x="2550" y="1000"/>
                  </a:lnTo>
                  <a:close/>
                  <a:moveTo>
                    <a:pt x="2624" y="850"/>
                  </a:moveTo>
                  <a:lnTo>
                    <a:pt x="2674" y="824"/>
                  </a:lnTo>
                  <a:lnTo>
                    <a:pt x="2700" y="874"/>
                  </a:lnTo>
                  <a:lnTo>
                    <a:pt x="2650" y="900"/>
                  </a:lnTo>
                  <a:close/>
                  <a:moveTo>
                    <a:pt x="5724" y="750"/>
                  </a:moveTo>
                  <a:lnTo>
                    <a:pt x="5774" y="724"/>
                  </a:lnTo>
                  <a:lnTo>
                    <a:pt x="5800" y="774"/>
                  </a:lnTo>
                  <a:lnTo>
                    <a:pt x="5750" y="800"/>
                  </a:lnTo>
                  <a:close/>
                  <a:moveTo>
                    <a:pt x="5524" y="750"/>
                  </a:moveTo>
                  <a:lnTo>
                    <a:pt x="5574" y="724"/>
                  </a:lnTo>
                  <a:lnTo>
                    <a:pt x="5600" y="774"/>
                  </a:lnTo>
                  <a:lnTo>
                    <a:pt x="5550" y="800"/>
                  </a:lnTo>
                  <a:close/>
                  <a:moveTo>
                    <a:pt x="2824" y="750"/>
                  </a:moveTo>
                  <a:lnTo>
                    <a:pt x="2874" y="724"/>
                  </a:lnTo>
                  <a:lnTo>
                    <a:pt x="2900" y="774"/>
                  </a:lnTo>
                  <a:lnTo>
                    <a:pt x="2850" y="800"/>
                  </a:lnTo>
                  <a:close/>
                  <a:moveTo>
                    <a:pt x="5024" y="650"/>
                  </a:moveTo>
                  <a:lnTo>
                    <a:pt x="5050" y="624"/>
                  </a:lnTo>
                  <a:lnTo>
                    <a:pt x="5274" y="624"/>
                  </a:lnTo>
                  <a:lnTo>
                    <a:pt x="5300" y="674"/>
                  </a:lnTo>
                  <a:lnTo>
                    <a:pt x="5274" y="700"/>
                  </a:lnTo>
                  <a:lnTo>
                    <a:pt x="5050" y="700"/>
                  </a:lnTo>
                  <a:close/>
                  <a:moveTo>
                    <a:pt x="3150" y="624"/>
                  </a:moveTo>
                  <a:lnTo>
                    <a:pt x="3200" y="650"/>
                  </a:lnTo>
                  <a:lnTo>
                    <a:pt x="3200" y="824"/>
                  </a:lnTo>
                  <a:lnTo>
                    <a:pt x="3300" y="850"/>
                  </a:lnTo>
                  <a:lnTo>
                    <a:pt x="3274" y="900"/>
                  </a:lnTo>
                  <a:lnTo>
                    <a:pt x="3150" y="900"/>
                  </a:lnTo>
                  <a:lnTo>
                    <a:pt x="3124" y="874"/>
                  </a:lnTo>
                  <a:lnTo>
                    <a:pt x="3124" y="650"/>
                  </a:lnTo>
                  <a:close/>
                  <a:moveTo>
                    <a:pt x="4724" y="674"/>
                  </a:moveTo>
                  <a:lnTo>
                    <a:pt x="4724" y="550"/>
                  </a:lnTo>
                  <a:lnTo>
                    <a:pt x="4750" y="524"/>
                  </a:lnTo>
                  <a:lnTo>
                    <a:pt x="4974" y="524"/>
                  </a:lnTo>
                  <a:lnTo>
                    <a:pt x="5000" y="550"/>
                  </a:lnTo>
                  <a:lnTo>
                    <a:pt x="4974" y="600"/>
                  </a:lnTo>
                  <a:lnTo>
                    <a:pt x="4900" y="600"/>
                  </a:lnTo>
                  <a:lnTo>
                    <a:pt x="4874" y="700"/>
                  </a:lnTo>
                  <a:lnTo>
                    <a:pt x="4750" y="700"/>
                  </a:lnTo>
                  <a:close/>
                  <a:moveTo>
                    <a:pt x="4524" y="550"/>
                  </a:moveTo>
                  <a:lnTo>
                    <a:pt x="4574" y="524"/>
                  </a:lnTo>
                  <a:lnTo>
                    <a:pt x="4600" y="574"/>
                  </a:lnTo>
                  <a:lnTo>
                    <a:pt x="4550" y="600"/>
                  </a:lnTo>
                  <a:close/>
                  <a:moveTo>
                    <a:pt x="4624" y="450"/>
                  </a:moveTo>
                  <a:lnTo>
                    <a:pt x="4674" y="424"/>
                  </a:lnTo>
                  <a:lnTo>
                    <a:pt x="4700" y="474"/>
                  </a:lnTo>
                  <a:lnTo>
                    <a:pt x="4650" y="500"/>
                  </a:lnTo>
                  <a:close/>
                  <a:moveTo>
                    <a:pt x="4024" y="250"/>
                  </a:moveTo>
                  <a:lnTo>
                    <a:pt x="4050" y="224"/>
                  </a:lnTo>
                  <a:lnTo>
                    <a:pt x="4274" y="224"/>
                  </a:lnTo>
                  <a:lnTo>
                    <a:pt x="4300" y="324"/>
                  </a:lnTo>
                  <a:lnTo>
                    <a:pt x="4374" y="324"/>
                  </a:lnTo>
                  <a:lnTo>
                    <a:pt x="4400" y="374"/>
                  </a:lnTo>
                  <a:lnTo>
                    <a:pt x="4300" y="400"/>
                  </a:lnTo>
                  <a:lnTo>
                    <a:pt x="4274" y="500"/>
                  </a:lnTo>
                  <a:lnTo>
                    <a:pt x="4050" y="500"/>
                  </a:lnTo>
                  <a:lnTo>
                    <a:pt x="4024" y="474"/>
                  </a:lnTo>
                  <a:lnTo>
                    <a:pt x="4050" y="424"/>
                  </a:lnTo>
                  <a:lnTo>
                    <a:pt x="4224" y="424"/>
                  </a:lnTo>
                  <a:lnTo>
                    <a:pt x="4224" y="300"/>
                  </a:lnTo>
                  <a:lnTo>
                    <a:pt x="4050" y="300"/>
                  </a:lnTo>
                  <a:close/>
                </a:path>
              </a:pathLst>
            </a:custGeom>
            <a:solidFill>
              <a:srgbClr val="2338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8" name="Annotation MLLM illustration color 14"/>
            <p:cNvSpPr/>
            <p:nvPr/>
          </p:nvSpPr>
          <p:spPr>
            <a:xfrm>
              <a:off x="9622963" y="4502323"/>
              <a:ext cx="825155" cy="825155"/>
            </a:xfrm>
            <a:custGeom>
              <a:avLst/>
              <a:gdLst/>
              <a:ahLst/>
              <a:cxnLst/>
              <a:rect l="l" t="t" r="r" b="b"/>
              <a:pathLst>
                <a:path w="9024" h="9024">
                  <a:moveTo>
                    <a:pt x="1400" y="8900"/>
                  </a:moveTo>
                  <a:lnTo>
                    <a:pt x="1400" y="9024"/>
                  </a:lnTo>
                  <a:lnTo>
                    <a:pt x="1524" y="9024"/>
                  </a:lnTo>
                  <a:lnTo>
                    <a:pt x="1524" y="8900"/>
                  </a:lnTo>
                  <a:close/>
                  <a:moveTo>
                    <a:pt x="7400" y="8800"/>
                  </a:moveTo>
                  <a:lnTo>
                    <a:pt x="7400" y="8924"/>
                  </a:lnTo>
                  <a:lnTo>
                    <a:pt x="7524" y="8924"/>
                  </a:lnTo>
                  <a:lnTo>
                    <a:pt x="7524" y="8800"/>
                  </a:lnTo>
                  <a:close/>
                  <a:moveTo>
                    <a:pt x="1300" y="8600"/>
                  </a:moveTo>
                  <a:lnTo>
                    <a:pt x="1300" y="8724"/>
                  </a:lnTo>
                  <a:lnTo>
                    <a:pt x="1424" y="8724"/>
                  </a:lnTo>
                  <a:lnTo>
                    <a:pt x="1424" y="8600"/>
                  </a:lnTo>
                  <a:close/>
                  <a:moveTo>
                    <a:pt x="1500" y="8500"/>
                  </a:moveTo>
                  <a:lnTo>
                    <a:pt x="1500" y="8624"/>
                  </a:lnTo>
                  <a:lnTo>
                    <a:pt x="1624" y="8624"/>
                  </a:lnTo>
                  <a:lnTo>
                    <a:pt x="1624" y="8500"/>
                  </a:lnTo>
                  <a:close/>
                  <a:moveTo>
                    <a:pt x="2100" y="7700"/>
                  </a:moveTo>
                  <a:lnTo>
                    <a:pt x="2100" y="7824"/>
                  </a:lnTo>
                  <a:lnTo>
                    <a:pt x="2224" y="7824"/>
                  </a:lnTo>
                  <a:lnTo>
                    <a:pt x="2224" y="7700"/>
                  </a:lnTo>
                  <a:close/>
                  <a:moveTo>
                    <a:pt x="5900" y="7600"/>
                  </a:moveTo>
                  <a:lnTo>
                    <a:pt x="5900" y="7724"/>
                  </a:lnTo>
                  <a:lnTo>
                    <a:pt x="6324" y="7724"/>
                  </a:lnTo>
                  <a:lnTo>
                    <a:pt x="6324" y="7600"/>
                  </a:lnTo>
                  <a:close/>
                  <a:moveTo>
                    <a:pt x="5300" y="7600"/>
                  </a:moveTo>
                  <a:lnTo>
                    <a:pt x="5300" y="7724"/>
                  </a:lnTo>
                  <a:lnTo>
                    <a:pt x="5824" y="7724"/>
                  </a:lnTo>
                  <a:lnTo>
                    <a:pt x="5824" y="7600"/>
                  </a:lnTo>
                  <a:close/>
                  <a:moveTo>
                    <a:pt x="3824" y="7400"/>
                  </a:moveTo>
                  <a:lnTo>
                    <a:pt x="3700" y="7400"/>
                  </a:lnTo>
                  <a:lnTo>
                    <a:pt x="3700" y="7574"/>
                  </a:lnTo>
                  <a:lnTo>
                    <a:pt x="3674" y="7600"/>
                  </a:lnTo>
                  <a:lnTo>
                    <a:pt x="2700" y="7600"/>
                  </a:lnTo>
                  <a:lnTo>
                    <a:pt x="2700" y="7724"/>
                  </a:lnTo>
                  <a:lnTo>
                    <a:pt x="3724" y="7724"/>
                  </a:lnTo>
                  <a:lnTo>
                    <a:pt x="3724" y="7650"/>
                  </a:lnTo>
                  <a:lnTo>
                    <a:pt x="3824" y="7624"/>
                  </a:lnTo>
                  <a:close/>
                  <a:moveTo>
                    <a:pt x="5500" y="7300"/>
                  </a:moveTo>
                  <a:lnTo>
                    <a:pt x="5500" y="7424"/>
                  </a:lnTo>
                  <a:lnTo>
                    <a:pt x="6124" y="7424"/>
                  </a:lnTo>
                  <a:lnTo>
                    <a:pt x="6124" y="7300"/>
                  </a:lnTo>
                  <a:close/>
                  <a:moveTo>
                    <a:pt x="3000" y="7300"/>
                  </a:moveTo>
                  <a:lnTo>
                    <a:pt x="3000" y="7424"/>
                  </a:lnTo>
                  <a:lnTo>
                    <a:pt x="3524" y="7424"/>
                  </a:lnTo>
                  <a:lnTo>
                    <a:pt x="3524" y="7300"/>
                  </a:lnTo>
                  <a:close/>
                  <a:moveTo>
                    <a:pt x="5300" y="7100"/>
                  </a:moveTo>
                  <a:lnTo>
                    <a:pt x="5300" y="7224"/>
                  </a:lnTo>
                  <a:lnTo>
                    <a:pt x="5824" y="7224"/>
                  </a:lnTo>
                  <a:lnTo>
                    <a:pt x="5824" y="7100"/>
                  </a:lnTo>
                  <a:close/>
                  <a:moveTo>
                    <a:pt x="3400" y="7100"/>
                  </a:moveTo>
                  <a:lnTo>
                    <a:pt x="3400" y="7224"/>
                  </a:lnTo>
                  <a:lnTo>
                    <a:pt x="3824" y="7224"/>
                  </a:lnTo>
                  <a:lnTo>
                    <a:pt x="3824" y="7100"/>
                  </a:lnTo>
                  <a:close/>
                  <a:moveTo>
                    <a:pt x="7600" y="7000"/>
                  </a:moveTo>
                  <a:lnTo>
                    <a:pt x="7600" y="7124"/>
                  </a:lnTo>
                  <a:lnTo>
                    <a:pt x="7724" y="7124"/>
                  </a:lnTo>
                  <a:lnTo>
                    <a:pt x="7724" y="7000"/>
                  </a:lnTo>
                  <a:close/>
                  <a:moveTo>
                    <a:pt x="7100" y="7000"/>
                  </a:moveTo>
                  <a:lnTo>
                    <a:pt x="7100" y="7124"/>
                  </a:lnTo>
                  <a:lnTo>
                    <a:pt x="7224" y="7124"/>
                  </a:lnTo>
                  <a:lnTo>
                    <a:pt x="7224" y="7000"/>
                  </a:lnTo>
                  <a:close/>
                  <a:moveTo>
                    <a:pt x="1800" y="7000"/>
                  </a:moveTo>
                  <a:lnTo>
                    <a:pt x="1800" y="7124"/>
                  </a:lnTo>
                  <a:lnTo>
                    <a:pt x="1924" y="7124"/>
                  </a:lnTo>
                  <a:lnTo>
                    <a:pt x="1924" y="7000"/>
                  </a:lnTo>
                  <a:close/>
                  <a:moveTo>
                    <a:pt x="6500" y="6600"/>
                  </a:moveTo>
                  <a:lnTo>
                    <a:pt x="6500" y="6724"/>
                  </a:lnTo>
                  <a:lnTo>
                    <a:pt x="6724" y="6724"/>
                  </a:lnTo>
                  <a:lnTo>
                    <a:pt x="6724" y="6600"/>
                  </a:lnTo>
                  <a:close/>
                  <a:moveTo>
                    <a:pt x="2300" y="6600"/>
                  </a:moveTo>
                  <a:lnTo>
                    <a:pt x="2300" y="6724"/>
                  </a:lnTo>
                  <a:lnTo>
                    <a:pt x="2424" y="6724"/>
                  </a:lnTo>
                  <a:lnTo>
                    <a:pt x="2424" y="6600"/>
                  </a:lnTo>
                  <a:close/>
                  <a:moveTo>
                    <a:pt x="2600" y="6500"/>
                  </a:moveTo>
                  <a:lnTo>
                    <a:pt x="2600" y="6624"/>
                  </a:lnTo>
                  <a:lnTo>
                    <a:pt x="2724" y="6624"/>
                  </a:lnTo>
                  <a:lnTo>
                    <a:pt x="2724" y="6500"/>
                  </a:lnTo>
                  <a:close/>
                  <a:moveTo>
                    <a:pt x="8000" y="6300"/>
                  </a:moveTo>
                  <a:lnTo>
                    <a:pt x="8000" y="6424"/>
                  </a:lnTo>
                  <a:lnTo>
                    <a:pt x="8124" y="6424"/>
                  </a:lnTo>
                  <a:lnTo>
                    <a:pt x="8124" y="6300"/>
                  </a:lnTo>
                  <a:close/>
                  <a:moveTo>
                    <a:pt x="7300" y="5900"/>
                  </a:moveTo>
                  <a:lnTo>
                    <a:pt x="7300" y="6024"/>
                  </a:lnTo>
                  <a:lnTo>
                    <a:pt x="7424" y="6024"/>
                  </a:lnTo>
                  <a:lnTo>
                    <a:pt x="7424" y="5900"/>
                  </a:lnTo>
                  <a:close/>
                  <a:moveTo>
                    <a:pt x="1000" y="5900"/>
                  </a:moveTo>
                  <a:lnTo>
                    <a:pt x="1000" y="6024"/>
                  </a:lnTo>
                  <a:lnTo>
                    <a:pt x="1124" y="6024"/>
                  </a:lnTo>
                  <a:lnTo>
                    <a:pt x="1124" y="5900"/>
                  </a:lnTo>
                  <a:close/>
                  <a:moveTo>
                    <a:pt x="800" y="5800"/>
                  </a:moveTo>
                  <a:lnTo>
                    <a:pt x="800" y="6024"/>
                  </a:lnTo>
                  <a:lnTo>
                    <a:pt x="924" y="6024"/>
                  </a:lnTo>
                  <a:lnTo>
                    <a:pt x="924" y="5800"/>
                  </a:lnTo>
                  <a:close/>
                  <a:moveTo>
                    <a:pt x="8600" y="5600"/>
                  </a:moveTo>
                  <a:lnTo>
                    <a:pt x="8600" y="5724"/>
                  </a:lnTo>
                  <a:lnTo>
                    <a:pt x="8924" y="5724"/>
                  </a:lnTo>
                  <a:lnTo>
                    <a:pt x="8924" y="5600"/>
                  </a:lnTo>
                  <a:close/>
                  <a:moveTo>
                    <a:pt x="4100" y="5300"/>
                  </a:moveTo>
                  <a:lnTo>
                    <a:pt x="4100" y="5424"/>
                  </a:lnTo>
                  <a:lnTo>
                    <a:pt x="4224" y="5424"/>
                  </a:lnTo>
                  <a:lnTo>
                    <a:pt x="4224" y="5300"/>
                  </a:lnTo>
                  <a:close/>
                  <a:moveTo>
                    <a:pt x="600" y="5300"/>
                  </a:moveTo>
                  <a:lnTo>
                    <a:pt x="600" y="5424"/>
                  </a:lnTo>
                  <a:lnTo>
                    <a:pt x="724" y="5424"/>
                  </a:lnTo>
                  <a:lnTo>
                    <a:pt x="724" y="5300"/>
                  </a:lnTo>
                  <a:close/>
                  <a:moveTo>
                    <a:pt x="8700" y="5200"/>
                  </a:moveTo>
                  <a:lnTo>
                    <a:pt x="8700" y="5424"/>
                  </a:lnTo>
                  <a:lnTo>
                    <a:pt x="9024" y="5424"/>
                  </a:lnTo>
                  <a:lnTo>
                    <a:pt x="9024" y="5300"/>
                  </a:lnTo>
                  <a:lnTo>
                    <a:pt x="8850" y="5300"/>
                  </a:lnTo>
                  <a:lnTo>
                    <a:pt x="8824" y="5200"/>
                  </a:lnTo>
                  <a:close/>
                  <a:moveTo>
                    <a:pt x="1500" y="5200"/>
                  </a:moveTo>
                  <a:lnTo>
                    <a:pt x="1500" y="5324"/>
                  </a:lnTo>
                  <a:lnTo>
                    <a:pt x="1624" y="5324"/>
                  </a:lnTo>
                  <a:lnTo>
                    <a:pt x="1624" y="5200"/>
                  </a:lnTo>
                  <a:close/>
                  <a:moveTo>
                    <a:pt x="100" y="5100"/>
                  </a:moveTo>
                  <a:lnTo>
                    <a:pt x="100" y="5224"/>
                  </a:lnTo>
                  <a:lnTo>
                    <a:pt x="224" y="5224"/>
                  </a:lnTo>
                  <a:lnTo>
                    <a:pt x="224" y="5100"/>
                  </a:lnTo>
                  <a:close/>
                  <a:moveTo>
                    <a:pt x="5800" y="4500"/>
                  </a:moveTo>
                  <a:lnTo>
                    <a:pt x="5800" y="4624"/>
                  </a:lnTo>
                  <a:lnTo>
                    <a:pt x="5874" y="4624"/>
                  </a:lnTo>
                  <a:lnTo>
                    <a:pt x="5900" y="4724"/>
                  </a:lnTo>
                  <a:lnTo>
                    <a:pt x="6024" y="4724"/>
                  </a:lnTo>
                  <a:lnTo>
                    <a:pt x="6024" y="4600"/>
                  </a:lnTo>
                  <a:lnTo>
                    <a:pt x="5950" y="4600"/>
                  </a:lnTo>
                  <a:lnTo>
                    <a:pt x="5924" y="4500"/>
                  </a:lnTo>
                  <a:close/>
                  <a:moveTo>
                    <a:pt x="0" y="4500"/>
                  </a:moveTo>
                  <a:lnTo>
                    <a:pt x="0" y="4724"/>
                  </a:lnTo>
                  <a:lnTo>
                    <a:pt x="124" y="4724"/>
                  </a:lnTo>
                  <a:lnTo>
                    <a:pt x="124" y="4500"/>
                  </a:lnTo>
                  <a:close/>
                  <a:moveTo>
                    <a:pt x="6600" y="4300"/>
                  </a:moveTo>
                  <a:lnTo>
                    <a:pt x="6600" y="4424"/>
                  </a:lnTo>
                  <a:lnTo>
                    <a:pt x="6724" y="4424"/>
                  </a:lnTo>
                  <a:lnTo>
                    <a:pt x="6724" y="4300"/>
                  </a:lnTo>
                  <a:close/>
                  <a:moveTo>
                    <a:pt x="8800" y="4200"/>
                  </a:moveTo>
                  <a:lnTo>
                    <a:pt x="8800" y="4324"/>
                  </a:lnTo>
                  <a:lnTo>
                    <a:pt x="8924" y="4324"/>
                  </a:lnTo>
                  <a:lnTo>
                    <a:pt x="8924" y="4200"/>
                  </a:lnTo>
                  <a:close/>
                  <a:moveTo>
                    <a:pt x="7500" y="3800"/>
                  </a:moveTo>
                  <a:lnTo>
                    <a:pt x="7500" y="3924"/>
                  </a:lnTo>
                  <a:lnTo>
                    <a:pt x="7624" y="3924"/>
                  </a:lnTo>
                  <a:lnTo>
                    <a:pt x="7624" y="3800"/>
                  </a:lnTo>
                  <a:close/>
                  <a:moveTo>
                    <a:pt x="7200" y="3800"/>
                  </a:moveTo>
                  <a:lnTo>
                    <a:pt x="7200" y="3924"/>
                  </a:lnTo>
                  <a:lnTo>
                    <a:pt x="7424" y="3924"/>
                  </a:lnTo>
                  <a:lnTo>
                    <a:pt x="7424" y="3800"/>
                  </a:lnTo>
                  <a:close/>
                  <a:moveTo>
                    <a:pt x="1500" y="3800"/>
                  </a:moveTo>
                  <a:lnTo>
                    <a:pt x="1500" y="3924"/>
                  </a:lnTo>
                  <a:lnTo>
                    <a:pt x="1624" y="3924"/>
                  </a:lnTo>
                  <a:lnTo>
                    <a:pt x="1624" y="3800"/>
                  </a:lnTo>
                  <a:close/>
                  <a:moveTo>
                    <a:pt x="8500" y="3700"/>
                  </a:moveTo>
                  <a:lnTo>
                    <a:pt x="8500" y="3824"/>
                  </a:lnTo>
                  <a:lnTo>
                    <a:pt x="8574" y="3824"/>
                  </a:lnTo>
                  <a:lnTo>
                    <a:pt x="8600" y="3924"/>
                  </a:lnTo>
                  <a:lnTo>
                    <a:pt x="8724" y="3924"/>
                  </a:lnTo>
                  <a:lnTo>
                    <a:pt x="8724" y="3800"/>
                  </a:lnTo>
                  <a:lnTo>
                    <a:pt x="8650" y="3800"/>
                  </a:lnTo>
                  <a:lnTo>
                    <a:pt x="8624" y="3700"/>
                  </a:lnTo>
                  <a:close/>
                  <a:moveTo>
                    <a:pt x="7900" y="3700"/>
                  </a:moveTo>
                  <a:lnTo>
                    <a:pt x="7900" y="3824"/>
                  </a:lnTo>
                  <a:lnTo>
                    <a:pt x="8024" y="3824"/>
                  </a:lnTo>
                  <a:lnTo>
                    <a:pt x="8024" y="3700"/>
                  </a:lnTo>
                  <a:close/>
                  <a:moveTo>
                    <a:pt x="8100" y="3500"/>
                  </a:moveTo>
                  <a:lnTo>
                    <a:pt x="8100" y="3624"/>
                  </a:lnTo>
                  <a:lnTo>
                    <a:pt x="8224" y="3624"/>
                  </a:lnTo>
                  <a:lnTo>
                    <a:pt x="8224" y="3500"/>
                  </a:lnTo>
                  <a:close/>
                  <a:moveTo>
                    <a:pt x="5400" y="3100"/>
                  </a:moveTo>
                  <a:lnTo>
                    <a:pt x="5400" y="3224"/>
                  </a:lnTo>
                  <a:lnTo>
                    <a:pt x="5524" y="3224"/>
                  </a:lnTo>
                  <a:lnTo>
                    <a:pt x="5524" y="3100"/>
                  </a:lnTo>
                  <a:close/>
                  <a:moveTo>
                    <a:pt x="3600" y="3100"/>
                  </a:moveTo>
                  <a:lnTo>
                    <a:pt x="3600" y="3224"/>
                  </a:lnTo>
                  <a:lnTo>
                    <a:pt x="3724" y="3224"/>
                  </a:lnTo>
                  <a:lnTo>
                    <a:pt x="3724" y="3100"/>
                  </a:lnTo>
                  <a:close/>
                  <a:moveTo>
                    <a:pt x="8000" y="3000"/>
                  </a:moveTo>
                  <a:lnTo>
                    <a:pt x="8000" y="3124"/>
                  </a:lnTo>
                  <a:lnTo>
                    <a:pt x="8124" y="3124"/>
                  </a:lnTo>
                  <a:lnTo>
                    <a:pt x="8124" y="3000"/>
                  </a:lnTo>
                  <a:close/>
                  <a:moveTo>
                    <a:pt x="6700" y="2900"/>
                  </a:moveTo>
                  <a:lnTo>
                    <a:pt x="6700" y="3024"/>
                  </a:lnTo>
                  <a:lnTo>
                    <a:pt x="6824" y="3024"/>
                  </a:lnTo>
                  <a:lnTo>
                    <a:pt x="6824" y="2900"/>
                  </a:lnTo>
                  <a:close/>
                  <a:moveTo>
                    <a:pt x="2200" y="2900"/>
                  </a:moveTo>
                  <a:lnTo>
                    <a:pt x="2200" y="3024"/>
                  </a:lnTo>
                  <a:lnTo>
                    <a:pt x="2324" y="3024"/>
                  </a:lnTo>
                  <a:lnTo>
                    <a:pt x="2324" y="2900"/>
                  </a:lnTo>
                  <a:close/>
                  <a:moveTo>
                    <a:pt x="900" y="2900"/>
                  </a:moveTo>
                  <a:lnTo>
                    <a:pt x="900" y="3024"/>
                  </a:lnTo>
                  <a:lnTo>
                    <a:pt x="1024" y="3024"/>
                  </a:lnTo>
                  <a:lnTo>
                    <a:pt x="1024" y="2900"/>
                  </a:lnTo>
                  <a:close/>
                  <a:moveTo>
                    <a:pt x="6700" y="2700"/>
                  </a:moveTo>
                  <a:lnTo>
                    <a:pt x="6700" y="2824"/>
                  </a:lnTo>
                  <a:lnTo>
                    <a:pt x="6824" y="2824"/>
                  </a:lnTo>
                  <a:lnTo>
                    <a:pt x="6824" y="2700"/>
                  </a:lnTo>
                  <a:close/>
                  <a:moveTo>
                    <a:pt x="1100" y="2500"/>
                  </a:moveTo>
                  <a:lnTo>
                    <a:pt x="1100" y="2624"/>
                  </a:lnTo>
                  <a:lnTo>
                    <a:pt x="1224" y="2624"/>
                  </a:lnTo>
                  <a:lnTo>
                    <a:pt x="1224" y="2500"/>
                  </a:lnTo>
                  <a:close/>
                  <a:moveTo>
                    <a:pt x="1800" y="2400"/>
                  </a:moveTo>
                  <a:lnTo>
                    <a:pt x="1800" y="2524"/>
                  </a:lnTo>
                  <a:lnTo>
                    <a:pt x="1924" y="2524"/>
                  </a:lnTo>
                  <a:lnTo>
                    <a:pt x="1924" y="2400"/>
                  </a:lnTo>
                  <a:close/>
                  <a:moveTo>
                    <a:pt x="1700" y="2200"/>
                  </a:moveTo>
                  <a:lnTo>
                    <a:pt x="1700" y="2324"/>
                  </a:lnTo>
                  <a:lnTo>
                    <a:pt x="1824" y="2324"/>
                  </a:lnTo>
                  <a:lnTo>
                    <a:pt x="1824" y="2200"/>
                  </a:lnTo>
                  <a:close/>
                  <a:moveTo>
                    <a:pt x="6700" y="1900"/>
                  </a:moveTo>
                  <a:lnTo>
                    <a:pt x="6700" y="2124"/>
                  </a:lnTo>
                  <a:lnTo>
                    <a:pt x="6824" y="2124"/>
                  </a:lnTo>
                  <a:lnTo>
                    <a:pt x="6824" y="1900"/>
                  </a:lnTo>
                  <a:close/>
                  <a:moveTo>
                    <a:pt x="6400" y="1800"/>
                  </a:moveTo>
                  <a:lnTo>
                    <a:pt x="6400" y="1924"/>
                  </a:lnTo>
                  <a:lnTo>
                    <a:pt x="6524" y="1924"/>
                  </a:lnTo>
                  <a:lnTo>
                    <a:pt x="6524" y="1800"/>
                  </a:lnTo>
                  <a:close/>
                  <a:moveTo>
                    <a:pt x="6700" y="1700"/>
                  </a:moveTo>
                  <a:lnTo>
                    <a:pt x="6700" y="1824"/>
                  </a:lnTo>
                  <a:lnTo>
                    <a:pt x="6824" y="1824"/>
                  </a:lnTo>
                  <a:lnTo>
                    <a:pt x="6824" y="1700"/>
                  </a:lnTo>
                  <a:close/>
                  <a:moveTo>
                    <a:pt x="7100" y="1600"/>
                  </a:moveTo>
                  <a:lnTo>
                    <a:pt x="7100" y="2124"/>
                  </a:lnTo>
                  <a:lnTo>
                    <a:pt x="7174" y="2124"/>
                  </a:lnTo>
                  <a:lnTo>
                    <a:pt x="7200" y="2224"/>
                  </a:lnTo>
                  <a:lnTo>
                    <a:pt x="7324" y="2224"/>
                  </a:lnTo>
                  <a:lnTo>
                    <a:pt x="7324" y="2100"/>
                  </a:lnTo>
                  <a:lnTo>
                    <a:pt x="7224" y="2074"/>
                  </a:lnTo>
                  <a:lnTo>
                    <a:pt x="7224" y="1600"/>
                  </a:lnTo>
                  <a:close/>
                  <a:moveTo>
                    <a:pt x="2000" y="1500"/>
                  </a:moveTo>
                  <a:lnTo>
                    <a:pt x="2000" y="1624"/>
                  </a:lnTo>
                  <a:lnTo>
                    <a:pt x="2124" y="1624"/>
                  </a:lnTo>
                  <a:lnTo>
                    <a:pt x="2124" y="1500"/>
                  </a:lnTo>
                  <a:close/>
                  <a:moveTo>
                    <a:pt x="7300" y="1400"/>
                  </a:moveTo>
                  <a:lnTo>
                    <a:pt x="7300" y="1524"/>
                  </a:lnTo>
                  <a:lnTo>
                    <a:pt x="7424" y="1524"/>
                  </a:lnTo>
                  <a:lnTo>
                    <a:pt x="7424" y="1400"/>
                  </a:lnTo>
                  <a:close/>
                  <a:moveTo>
                    <a:pt x="7600" y="1300"/>
                  </a:moveTo>
                  <a:lnTo>
                    <a:pt x="7600" y="1424"/>
                  </a:lnTo>
                  <a:lnTo>
                    <a:pt x="7724" y="1424"/>
                  </a:lnTo>
                  <a:lnTo>
                    <a:pt x="7724" y="1300"/>
                  </a:lnTo>
                  <a:close/>
                  <a:moveTo>
                    <a:pt x="1300" y="1300"/>
                  </a:moveTo>
                  <a:lnTo>
                    <a:pt x="1300" y="1424"/>
                  </a:lnTo>
                  <a:lnTo>
                    <a:pt x="1424" y="1424"/>
                  </a:lnTo>
                  <a:lnTo>
                    <a:pt x="1424" y="1300"/>
                  </a:lnTo>
                  <a:close/>
                  <a:moveTo>
                    <a:pt x="1800" y="1200"/>
                  </a:moveTo>
                  <a:lnTo>
                    <a:pt x="1800" y="1324"/>
                  </a:lnTo>
                  <a:lnTo>
                    <a:pt x="1924" y="1324"/>
                  </a:lnTo>
                  <a:lnTo>
                    <a:pt x="1924" y="1200"/>
                  </a:lnTo>
                  <a:close/>
                  <a:moveTo>
                    <a:pt x="7800" y="1100"/>
                  </a:moveTo>
                  <a:lnTo>
                    <a:pt x="7800" y="1224"/>
                  </a:lnTo>
                  <a:lnTo>
                    <a:pt x="7924" y="1224"/>
                  </a:lnTo>
                  <a:lnTo>
                    <a:pt x="7924" y="1100"/>
                  </a:lnTo>
                  <a:close/>
                  <a:moveTo>
                    <a:pt x="1100" y="1100"/>
                  </a:moveTo>
                  <a:lnTo>
                    <a:pt x="1100" y="1224"/>
                  </a:lnTo>
                  <a:lnTo>
                    <a:pt x="1224" y="1224"/>
                  </a:lnTo>
                  <a:lnTo>
                    <a:pt x="1224" y="1100"/>
                  </a:lnTo>
                  <a:close/>
                  <a:moveTo>
                    <a:pt x="4300" y="1000"/>
                  </a:moveTo>
                  <a:lnTo>
                    <a:pt x="4300" y="1124"/>
                  </a:lnTo>
                  <a:lnTo>
                    <a:pt x="4424" y="1124"/>
                  </a:lnTo>
                  <a:lnTo>
                    <a:pt x="4424" y="1000"/>
                  </a:lnTo>
                  <a:close/>
                  <a:moveTo>
                    <a:pt x="7300" y="900"/>
                  </a:moveTo>
                  <a:lnTo>
                    <a:pt x="7300" y="1024"/>
                  </a:lnTo>
                  <a:lnTo>
                    <a:pt x="7424" y="1024"/>
                  </a:lnTo>
                  <a:lnTo>
                    <a:pt x="7424" y="900"/>
                  </a:lnTo>
                  <a:close/>
                  <a:moveTo>
                    <a:pt x="1600" y="900"/>
                  </a:moveTo>
                  <a:lnTo>
                    <a:pt x="1600" y="1024"/>
                  </a:lnTo>
                  <a:lnTo>
                    <a:pt x="1724" y="1024"/>
                  </a:lnTo>
                  <a:lnTo>
                    <a:pt x="1724" y="900"/>
                  </a:lnTo>
                  <a:close/>
                  <a:moveTo>
                    <a:pt x="1900" y="800"/>
                  </a:moveTo>
                  <a:lnTo>
                    <a:pt x="1900" y="924"/>
                  </a:lnTo>
                  <a:lnTo>
                    <a:pt x="2024" y="924"/>
                  </a:lnTo>
                  <a:lnTo>
                    <a:pt x="2024" y="800"/>
                  </a:lnTo>
                  <a:close/>
                  <a:moveTo>
                    <a:pt x="2200" y="700"/>
                  </a:moveTo>
                  <a:lnTo>
                    <a:pt x="2200" y="824"/>
                  </a:lnTo>
                  <a:lnTo>
                    <a:pt x="2324" y="824"/>
                  </a:lnTo>
                  <a:lnTo>
                    <a:pt x="2324" y="700"/>
                  </a:lnTo>
                  <a:close/>
                  <a:moveTo>
                    <a:pt x="3100" y="400"/>
                  </a:moveTo>
                  <a:lnTo>
                    <a:pt x="3100" y="524"/>
                  </a:lnTo>
                  <a:lnTo>
                    <a:pt x="3224" y="524"/>
                  </a:lnTo>
                  <a:lnTo>
                    <a:pt x="3224" y="400"/>
                  </a:lnTo>
                  <a:close/>
                  <a:moveTo>
                    <a:pt x="4700" y="0"/>
                  </a:moveTo>
                  <a:lnTo>
                    <a:pt x="4700" y="124"/>
                  </a:lnTo>
                  <a:lnTo>
                    <a:pt x="4824" y="124"/>
                  </a:lnTo>
                  <a:lnTo>
                    <a:pt x="4824" y="0"/>
                  </a:lnTo>
                  <a:close/>
                </a:path>
              </a:pathLst>
            </a:custGeom>
            <a:solidFill>
              <a:srgbClr val="2D2C2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9" name="Annotation MLLM illustration color 15"/>
            <p:cNvSpPr/>
            <p:nvPr/>
          </p:nvSpPr>
          <p:spPr>
            <a:xfrm>
              <a:off x="9732691" y="4749211"/>
              <a:ext cx="596555" cy="541691"/>
            </a:xfrm>
            <a:custGeom>
              <a:avLst/>
              <a:gdLst/>
              <a:ahLst/>
              <a:cxnLst/>
              <a:rect l="l" t="t" r="r" b="b"/>
              <a:pathLst>
                <a:path w="6524" h="5924">
                  <a:moveTo>
                    <a:pt x="400" y="5800"/>
                  </a:moveTo>
                  <a:lnTo>
                    <a:pt x="400" y="5924"/>
                  </a:lnTo>
                  <a:lnTo>
                    <a:pt x="524" y="5924"/>
                  </a:lnTo>
                  <a:lnTo>
                    <a:pt x="524" y="5800"/>
                  </a:lnTo>
                  <a:close/>
                  <a:moveTo>
                    <a:pt x="5900" y="5600"/>
                  </a:moveTo>
                  <a:lnTo>
                    <a:pt x="5900" y="5724"/>
                  </a:lnTo>
                  <a:lnTo>
                    <a:pt x="6024" y="5724"/>
                  </a:lnTo>
                  <a:lnTo>
                    <a:pt x="6024" y="5600"/>
                  </a:lnTo>
                  <a:close/>
                  <a:moveTo>
                    <a:pt x="2500" y="5300"/>
                  </a:moveTo>
                  <a:lnTo>
                    <a:pt x="2500" y="5424"/>
                  </a:lnTo>
                  <a:lnTo>
                    <a:pt x="2624" y="5424"/>
                  </a:lnTo>
                  <a:lnTo>
                    <a:pt x="2624" y="5300"/>
                  </a:lnTo>
                  <a:close/>
                  <a:moveTo>
                    <a:pt x="5800" y="4200"/>
                  </a:moveTo>
                  <a:lnTo>
                    <a:pt x="5800" y="4324"/>
                  </a:lnTo>
                  <a:lnTo>
                    <a:pt x="5924" y="4324"/>
                  </a:lnTo>
                  <a:lnTo>
                    <a:pt x="5924" y="4200"/>
                  </a:lnTo>
                  <a:close/>
                  <a:moveTo>
                    <a:pt x="600" y="4200"/>
                  </a:moveTo>
                  <a:lnTo>
                    <a:pt x="600" y="4324"/>
                  </a:lnTo>
                  <a:lnTo>
                    <a:pt x="724" y="4324"/>
                  </a:lnTo>
                  <a:lnTo>
                    <a:pt x="724" y="4200"/>
                  </a:lnTo>
                  <a:close/>
                  <a:moveTo>
                    <a:pt x="6524" y="3900"/>
                  </a:moveTo>
                  <a:lnTo>
                    <a:pt x="6400" y="3900"/>
                  </a:lnTo>
                  <a:lnTo>
                    <a:pt x="6400" y="3974"/>
                  </a:lnTo>
                  <a:lnTo>
                    <a:pt x="6300" y="4000"/>
                  </a:lnTo>
                  <a:lnTo>
                    <a:pt x="6300" y="4124"/>
                  </a:lnTo>
                  <a:lnTo>
                    <a:pt x="6424" y="4124"/>
                  </a:lnTo>
                  <a:lnTo>
                    <a:pt x="6424" y="4050"/>
                  </a:lnTo>
                  <a:lnTo>
                    <a:pt x="6524" y="4024"/>
                  </a:lnTo>
                  <a:close/>
                  <a:moveTo>
                    <a:pt x="4700" y="3700"/>
                  </a:moveTo>
                  <a:lnTo>
                    <a:pt x="4700" y="3824"/>
                  </a:lnTo>
                  <a:lnTo>
                    <a:pt x="5224" y="3824"/>
                  </a:lnTo>
                  <a:lnTo>
                    <a:pt x="5224" y="3700"/>
                  </a:lnTo>
                  <a:close/>
                  <a:moveTo>
                    <a:pt x="1500" y="3700"/>
                  </a:moveTo>
                  <a:lnTo>
                    <a:pt x="1500" y="3824"/>
                  </a:lnTo>
                  <a:lnTo>
                    <a:pt x="1924" y="3824"/>
                  </a:lnTo>
                  <a:lnTo>
                    <a:pt x="1924" y="3700"/>
                  </a:lnTo>
                  <a:close/>
                  <a:moveTo>
                    <a:pt x="300" y="3700"/>
                  </a:moveTo>
                  <a:lnTo>
                    <a:pt x="300" y="3824"/>
                  </a:lnTo>
                  <a:lnTo>
                    <a:pt x="424" y="3824"/>
                  </a:lnTo>
                  <a:lnTo>
                    <a:pt x="424" y="3700"/>
                  </a:lnTo>
                  <a:close/>
                  <a:moveTo>
                    <a:pt x="5700" y="3600"/>
                  </a:moveTo>
                  <a:lnTo>
                    <a:pt x="5700" y="3724"/>
                  </a:lnTo>
                  <a:lnTo>
                    <a:pt x="5824" y="3724"/>
                  </a:lnTo>
                  <a:lnTo>
                    <a:pt x="5824" y="3600"/>
                  </a:lnTo>
                  <a:close/>
                  <a:moveTo>
                    <a:pt x="3100" y="2800"/>
                  </a:moveTo>
                  <a:lnTo>
                    <a:pt x="3100" y="2924"/>
                  </a:lnTo>
                  <a:lnTo>
                    <a:pt x="3224" y="2924"/>
                  </a:lnTo>
                  <a:lnTo>
                    <a:pt x="3224" y="2800"/>
                  </a:lnTo>
                  <a:close/>
                  <a:moveTo>
                    <a:pt x="4024" y="2500"/>
                  </a:moveTo>
                  <a:lnTo>
                    <a:pt x="3900" y="2500"/>
                  </a:lnTo>
                  <a:lnTo>
                    <a:pt x="3900" y="2574"/>
                  </a:lnTo>
                  <a:lnTo>
                    <a:pt x="3800" y="2600"/>
                  </a:lnTo>
                  <a:lnTo>
                    <a:pt x="3800" y="2724"/>
                  </a:lnTo>
                  <a:lnTo>
                    <a:pt x="3924" y="2724"/>
                  </a:lnTo>
                  <a:lnTo>
                    <a:pt x="3924" y="2650"/>
                  </a:lnTo>
                  <a:lnTo>
                    <a:pt x="4024" y="2624"/>
                  </a:lnTo>
                  <a:close/>
                  <a:moveTo>
                    <a:pt x="2500" y="2400"/>
                  </a:moveTo>
                  <a:lnTo>
                    <a:pt x="2500" y="2524"/>
                  </a:lnTo>
                  <a:lnTo>
                    <a:pt x="2624" y="2524"/>
                  </a:lnTo>
                  <a:lnTo>
                    <a:pt x="2624" y="2400"/>
                  </a:lnTo>
                  <a:close/>
                  <a:moveTo>
                    <a:pt x="2800" y="2100"/>
                  </a:moveTo>
                  <a:lnTo>
                    <a:pt x="2800" y="2224"/>
                  </a:lnTo>
                  <a:lnTo>
                    <a:pt x="2924" y="2224"/>
                  </a:lnTo>
                  <a:lnTo>
                    <a:pt x="2924" y="2100"/>
                  </a:lnTo>
                  <a:close/>
                  <a:moveTo>
                    <a:pt x="5200" y="2000"/>
                  </a:moveTo>
                  <a:lnTo>
                    <a:pt x="5200" y="2124"/>
                  </a:lnTo>
                  <a:lnTo>
                    <a:pt x="5324" y="2124"/>
                  </a:lnTo>
                  <a:lnTo>
                    <a:pt x="5324" y="2000"/>
                  </a:lnTo>
                  <a:close/>
                  <a:moveTo>
                    <a:pt x="1000" y="1500"/>
                  </a:moveTo>
                  <a:lnTo>
                    <a:pt x="1000" y="1724"/>
                  </a:lnTo>
                  <a:lnTo>
                    <a:pt x="1124" y="1724"/>
                  </a:lnTo>
                  <a:lnTo>
                    <a:pt x="1124" y="1500"/>
                  </a:lnTo>
                  <a:close/>
                  <a:moveTo>
                    <a:pt x="4400" y="1400"/>
                  </a:moveTo>
                  <a:lnTo>
                    <a:pt x="4400" y="1524"/>
                  </a:lnTo>
                  <a:lnTo>
                    <a:pt x="4524" y="1524"/>
                  </a:lnTo>
                  <a:lnTo>
                    <a:pt x="4524" y="1400"/>
                  </a:lnTo>
                  <a:close/>
                  <a:moveTo>
                    <a:pt x="6000" y="1200"/>
                  </a:moveTo>
                  <a:lnTo>
                    <a:pt x="6000" y="1324"/>
                  </a:lnTo>
                  <a:lnTo>
                    <a:pt x="6124" y="1324"/>
                  </a:lnTo>
                  <a:lnTo>
                    <a:pt x="6124" y="1200"/>
                  </a:lnTo>
                  <a:close/>
                  <a:moveTo>
                    <a:pt x="5600" y="1000"/>
                  </a:moveTo>
                  <a:lnTo>
                    <a:pt x="5600" y="1124"/>
                  </a:lnTo>
                  <a:lnTo>
                    <a:pt x="5724" y="1124"/>
                  </a:lnTo>
                  <a:lnTo>
                    <a:pt x="5724" y="1000"/>
                  </a:lnTo>
                  <a:close/>
                  <a:moveTo>
                    <a:pt x="1500" y="1000"/>
                  </a:moveTo>
                  <a:lnTo>
                    <a:pt x="1500" y="1124"/>
                  </a:lnTo>
                  <a:lnTo>
                    <a:pt x="1624" y="1124"/>
                  </a:lnTo>
                  <a:lnTo>
                    <a:pt x="1624" y="1000"/>
                  </a:lnTo>
                  <a:close/>
                  <a:moveTo>
                    <a:pt x="100" y="700"/>
                  </a:moveTo>
                  <a:lnTo>
                    <a:pt x="100" y="824"/>
                  </a:lnTo>
                  <a:lnTo>
                    <a:pt x="224" y="824"/>
                  </a:lnTo>
                  <a:lnTo>
                    <a:pt x="224" y="700"/>
                  </a:lnTo>
                  <a:close/>
                  <a:moveTo>
                    <a:pt x="5700" y="400"/>
                  </a:moveTo>
                  <a:lnTo>
                    <a:pt x="5700" y="524"/>
                  </a:lnTo>
                  <a:lnTo>
                    <a:pt x="5824" y="524"/>
                  </a:lnTo>
                  <a:lnTo>
                    <a:pt x="5824" y="400"/>
                  </a:lnTo>
                  <a:close/>
                  <a:moveTo>
                    <a:pt x="200" y="400"/>
                  </a:moveTo>
                  <a:lnTo>
                    <a:pt x="200" y="524"/>
                  </a:lnTo>
                  <a:lnTo>
                    <a:pt x="324" y="524"/>
                  </a:lnTo>
                  <a:lnTo>
                    <a:pt x="324" y="400"/>
                  </a:lnTo>
                  <a:close/>
                  <a:moveTo>
                    <a:pt x="5200" y="300"/>
                  </a:moveTo>
                  <a:lnTo>
                    <a:pt x="5200" y="424"/>
                  </a:lnTo>
                  <a:lnTo>
                    <a:pt x="5324" y="424"/>
                  </a:lnTo>
                  <a:lnTo>
                    <a:pt x="5324" y="300"/>
                  </a:lnTo>
                  <a:close/>
                  <a:moveTo>
                    <a:pt x="0" y="20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200"/>
                  </a:lnTo>
                  <a:close/>
                  <a:moveTo>
                    <a:pt x="6400" y="100"/>
                  </a:moveTo>
                  <a:lnTo>
                    <a:pt x="6400" y="224"/>
                  </a:lnTo>
                  <a:lnTo>
                    <a:pt x="6524" y="224"/>
                  </a:lnTo>
                  <a:lnTo>
                    <a:pt x="6524" y="100"/>
                  </a:lnTo>
                  <a:close/>
                  <a:moveTo>
                    <a:pt x="5700" y="0"/>
                  </a:moveTo>
                  <a:lnTo>
                    <a:pt x="5700" y="124"/>
                  </a:lnTo>
                  <a:lnTo>
                    <a:pt x="5824" y="124"/>
                  </a:lnTo>
                  <a:lnTo>
                    <a:pt x="5824" y="0"/>
                  </a:lnTo>
                  <a:close/>
                </a:path>
              </a:pathLst>
            </a:custGeom>
            <a:solidFill>
              <a:srgbClr val="9FBED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0" name="Annotation MLLM illustration color 16"/>
            <p:cNvSpPr/>
            <p:nvPr/>
          </p:nvSpPr>
          <p:spPr>
            <a:xfrm>
              <a:off x="9641251" y="4493179"/>
              <a:ext cx="742859" cy="825155"/>
            </a:xfrm>
            <a:custGeom>
              <a:avLst/>
              <a:gdLst/>
              <a:ahLst/>
              <a:cxnLst/>
              <a:rect l="l" t="t" r="r" b="b"/>
              <a:pathLst>
                <a:path w="8124" h="9024">
                  <a:moveTo>
                    <a:pt x="1000" y="8900"/>
                  </a:moveTo>
                  <a:lnTo>
                    <a:pt x="1000" y="9024"/>
                  </a:lnTo>
                  <a:lnTo>
                    <a:pt x="1124" y="9024"/>
                  </a:lnTo>
                  <a:lnTo>
                    <a:pt x="1124" y="8900"/>
                  </a:lnTo>
                  <a:close/>
                  <a:moveTo>
                    <a:pt x="7400" y="8800"/>
                  </a:moveTo>
                  <a:lnTo>
                    <a:pt x="7400" y="8924"/>
                  </a:lnTo>
                  <a:lnTo>
                    <a:pt x="7524" y="8924"/>
                  </a:lnTo>
                  <a:lnTo>
                    <a:pt x="7524" y="8800"/>
                  </a:lnTo>
                  <a:close/>
                  <a:moveTo>
                    <a:pt x="7000" y="8000"/>
                  </a:moveTo>
                  <a:lnTo>
                    <a:pt x="7000" y="8124"/>
                  </a:lnTo>
                  <a:lnTo>
                    <a:pt x="7124" y="8124"/>
                  </a:lnTo>
                  <a:lnTo>
                    <a:pt x="7124" y="8000"/>
                  </a:lnTo>
                  <a:close/>
                  <a:moveTo>
                    <a:pt x="6700" y="7800"/>
                  </a:moveTo>
                  <a:lnTo>
                    <a:pt x="6700" y="7924"/>
                  </a:lnTo>
                  <a:lnTo>
                    <a:pt x="6824" y="7924"/>
                  </a:lnTo>
                  <a:lnTo>
                    <a:pt x="6824" y="7800"/>
                  </a:lnTo>
                  <a:close/>
                  <a:moveTo>
                    <a:pt x="1800" y="7400"/>
                  </a:moveTo>
                  <a:lnTo>
                    <a:pt x="1800" y="7524"/>
                  </a:lnTo>
                  <a:lnTo>
                    <a:pt x="1924" y="7524"/>
                  </a:lnTo>
                  <a:lnTo>
                    <a:pt x="1924" y="7400"/>
                  </a:lnTo>
                  <a:close/>
                  <a:moveTo>
                    <a:pt x="7100" y="7300"/>
                  </a:moveTo>
                  <a:lnTo>
                    <a:pt x="7100" y="7424"/>
                  </a:lnTo>
                  <a:lnTo>
                    <a:pt x="7224" y="7424"/>
                  </a:lnTo>
                  <a:lnTo>
                    <a:pt x="7224" y="7300"/>
                  </a:lnTo>
                  <a:close/>
                  <a:moveTo>
                    <a:pt x="1100" y="7200"/>
                  </a:moveTo>
                  <a:lnTo>
                    <a:pt x="1100" y="7324"/>
                  </a:lnTo>
                  <a:lnTo>
                    <a:pt x="1224" y="7324"/>
                  </a:lnTo>
                  <a:lnTo>
                    <a:pt x="1224" y="7200"/>
                  </a:lnTo>
                  <a:close/>
                  <a:moveTo>
                    <a:pt x="7500" y="7100"/>
                  </a:moveTo>
                  <a:lnTo>
                    <a:pt x="7500" y="7224"/>
                  </a:lnTo>
                  <a:lnTo>
                    <a:pt x="7624" y="7224"/>
                  </a:lnTo>
                  <a:lnTo>
                    <a:pt x="7624" y="7100"/>
                  </a:lnTo>
                  <a:close/>
                  <a:moveTo>
                    <a:pt x="7700" y="6900"/>
                  </a:moveTo>
                  <a:lnTo>
                    <a:pt x="7700" y="7024"/>
                  </a:lnTo>
                  <a:lnTo>
                    <a:pt x="7824" y="7024"/>
                  </a:lnTo>
                  <a:lnTo>
                    <a:pt x="7824" y="6900"/>
                  </a:lnTo>
                  <a:close/>
                  <a:moveTo>
                    <a:pt x="700" y="6800"/>
                  </a:moveTo>
                  <a:lnTo>
                    <a:pt x="700" y="6924"/>
                  </a:lnTo>
                  <a:lnTo>
                    <a:pt x="824" y="6924"/>
                  </a:lnTo>
                  <a:lnTo>
                    <a:pt x="824" y="6800"/>
                  </a:lnTo>
                  <a:close/>
                  <a:moveTo>
                    <a:pt x="7900" y="6400"/>
                  </a:moveTo>
                  <a:lnTo>
                    <a:pt x="7900" y="6524"/>
                  </a:lnTo>
                  <a:lnTo>
                    <a:pt x="8024" y="6524"/>
                  </a:lnTo>
                  <a:lnTo>
                    <a:pt x="8024" y="6400"/>
                  </a:lnTo>
                  <a:close/>
                  <a:moveTo>
                    <a:pt x="500" y="5900"/>
                  </a:moveTo>
                  <a:lnTo>
                    <a:pt x="500" y="6124"/>
                  </a:lnTo>
                  <a:lnTo>
                    <a:pt x="624" y="6124"/>
                  </a:lnTo>
                  <a:lnTo>
                    <a:pt x="624" y="5900"/>
                  </a:lnTo>
                  <a:close/>
                  <a:moveTo>
                    <a:pt x="8000" y="5800"/>
                  </a:moveTo>
                  <a:lnTo>
                    <a:pt x="8000" y="5924"/>
                  </a:lnTo>
                  <a:lnTo>
                    <a:pt x="8124" y="5924"/>
                  </a:lnTo>
                  <a:lnTo>
                    <a:pt x="8124" y="5800"/>
                  </a:lnTo>
                  <a:close/>
                  <a:moveTo>
                    <a:pt x="0" y="5500"/>
                  </a:moveTo>
                  <a:lnTo>
                    <a:pt x="0" y="5624"/>
                  </a:lnTo>
                  <a:lnTo>
                    <a:pt x="74" y="5624"/>
                  </a:lnTo>
                  <a:lnTo>
                    <a:pt x="100" y="5724"/>
                  </a:lnTo>
                  <a:lnTo>
                    <a:pt x="224" y="5724"/>
                  </a:lnTo>
                  <a:lnTo>
                    <a:pt x="224" y="5600"/>
                  </a:lnTo>
                  <a:lnTo>
                    <a:pt x="150" y="5600"/>
                  </a:lnTo>
                  <a:lnTo>
                    <a:pt x="124" y="5500"/>
                  </a:lnTo>
                  <a:close/>
                  <a:moveTo>
                    <a:pt x="500" y="3500"/>
                  </a:moveTo>
                  <a:lnTo>
                    <a:pt x="500" y="3624"/>
                  </a:lnTo>
                  <a:lnTo>
                    <a:pt x="624" y="3624"/>
                  </a:lnTo>
                  <a:lnTo>
                    <a:pt x="624" y="3500"/>
                  </a:lnTo>
                  <a:close/>
                  <a:moveTo>
                    <a:pt x="7900" y="3100"/>
                  </a:moveTo>
                  <a:lnTo>
                    <a:pt x="7900" y="3224"/>
                  </a:lnTo>
                  <a:lnTo>
                    <a:pt x="8024" y="3224"/>
                  </a:lnTo>
                  <a:lnTo>
                    <a:pt x="8024" y="3100"/>
                  </a:lnTo>
                  <a:close/>
                  <a:moveTo>
                    <a:pt x="600" y="3000"/>
                  </a:moveTo>
                  <a:lnTo>
                    <a:pt x="600" y="3124"/>
                  </a:lnTo>
                  <a:lnTo>
                    <a:pt x="724" y="3124"/>
                  </a:lnTo>
                  <a:lnTo>
                    <a:pt x="724" y="3000"/>
                  </a:lnTo>
                  <a:close/>
                  <a:moveTo>
                    <a:pt x="7400" y="2400"/>
                  </a:moveTo>
                  <a:lnTo>
                    <a:pt x="7400" y="2524"/>
                  </a:lnTo>
                  <a:lnTo>
                    <a:pt x="7524" y="2524"/>
                  </a:lnTo>
                  <a:lnTo>
                    <a:pt x="7524" y="2400"/>
                  </a:lnTo>
                  <a:close/>
                  <a:moveTo>
                    <a:pt x="7200" y="2300"/>
                  </a:moveTo>
                  <a:lnTo>
                    <a:pt x="7200" y="2424"/>
                  </a:lnTo>
                  <a:lnTo>
                    <a:pt x="7324" y="2424"/>
                  </a:lnTo>
                  <a:lnTo>
                    <a:pt x="7324" y="2300"/>
                  </a:lnTo>
                  <a:close/>
                  <a:moveTo>
                    <a:pt x="1300" y="2300"/>
                  </a:moveTo>
                  <a:lnTo>
                    <a:pt x="1300" y="2424"/>
                  </a:lnTo>
                  <a:lnTo>
                    <a:pt x="1424" y="2424"/>
                  </a:lnTo>
                  <a:lnTo>
                    <a:pt x="1424" y="2300"/>
                  </a:lnTo>
                  <a:close/>
                  <a:moveTo>
                    <a:pt x="1700" y="2200"/>
                  </a:moveTo>
                  <a:lnTo>
                    <a:pt x="1700" y="2324"/>
                  </a:lnTo>
                  <a:lnTo>
                    <a:pt x="1824" y="2324"/>
                  </a:lnTo>
                  <a:lnTo>
                    <a:pt x="1824" y="2200"/>
                  </a:lnTo>
                  <a:close/>
                  <a:moveTo>
                    <a:pt x="6600" y="2000"/>
                  </a:moveTo>
                  <a:lnTo>
                    <a:pt x="6600" y="2224"/>
                  </a:lnTo>
                  <a:lnTo>
                    <a:pt x="6724" y="2224"/>
                  </a:lnTo>
                  <a:lnTo>
                    <a:pt x="6724" y="2000"/>
                  </a:lnTo>
                  <a:close/>
                  <a:moveTo>
                    <a:pt x="6800" y="1800"/>
                  </a:moveTo>
                  <a:lnTo>
                    <a:pt x="6800" y="2224"/>
                  </a:lnTo>
                  <a:lnTo>
                    <a:pt x="6924" y="2224"/>
                  </a:lnTo>
                  <a:lnTo>
                    <a:pt x="6924" y="1800"/>
                  </a:lnTo>
                  <a:close/>
                  <a:moveTo>
                    <a:pt x="6600" y="1800"/>
                  </a:moveTo>
                  <a:lnTo>
                    <a:pt x="6600" y="1924"/>
                  </a:lnTo>
                  <a:lnTo>
                    <a:pt x="6724" y="1924"/>
                  </a:lnTo>
                  <a:lnTo>
                    <a:pt x="6724" y="1800"/>
                  </a:lnTo>
                  <a:close/>
                  <a:moveTo>
                    <a:pt x="7100" y="1600"/>
                  </a:moveTo>
                  <a:lnTo>
                    <a:pt x="7100" y="1724"/>
                  </a:lnTo>
                  <a:lnTo>
                    <a:pt x="7224" y="1724"/>
                  </a:lnTo>
                  <a:lnTo>
                    <a:pt x="7224" y="1600"/>
                  </a:lnTo>
                  <a:close/>
                  <a:moveTo>
                    <a:pt x="7300" y="1000"/>
                  </a:moveTo>
                  <a:lnTo>
                    <a:pt x="7300" y="1124"/>
                  </a:lnTo>
                  <a:lnTo>
                    <a:pt x="7424" y="1124"/>
                  </a:lnTo>
                  <a:lnTo>
                    <a:pt x="7424" y="1000"/>
                  </a:lnTo>
                  <a:close/>
                  <a:moveTo>
                    <a:pt x="6500" y="700"/>
                  </a:moveTo>
                  <a:lnTo>
                    <a:pt x="6500" y="824"/>
                  </a:lnTo>
                  <a:lnTo>
                    <a:pt x="6624" y="824"/>
                  </a:lnTo>
                  <a:lnTo>
                    <a:pt x="6624" y="700"/>
                  </a:lnTo>
                  <a:close/>
                  <a:moveTo>
                    <a:pt x="2000" y="700"/>
                  </a:moveTo>
                  <a:lnTo>
                    <a:pt x="2000" y="824"/>
                  </a:lnTo>
                  <a:lnTo>
                    <a:pt x="2124" y="824"/>
                  </a:lnTo>
                  <a:lnTo>
                    <a:pt x="2124" y="700"/>
                  </a:lnTo>
                  <a:close/>
                  <a:moveTo>
                    <a:pt x="6200" y="600"/>
                  </a:moveTo>
                  <a:lnTo>
                    <a:pt x="6200" y="724"/>
                  </a:lnTo>
                  <a:lnTo>
                    <a:pt x="6324" y="724"/>
                  </a:lnTo>
                  <a:lnTo>
                    <a:pt x="6324" y="600"/>
                  </a:lnTo>
                  <a:close/>
                  <a:moveTo>
                    <a:pt x="2300" y="600"/>
                  </a:moveTo>
                  <a:lnTo>
                    <a:pt x="2300" y="724"/>
                  </a:lnTo>
                  <a:lnTo>
                    <a:pt x="2424" y="724"/>
                  </a:lnTo>
                  <a:lnTo>
                    <a:pt x="2424" y="600"/>
                  </a:lnTo>
                  <a:close/>
                  <a:moveTo>
                    <a:pt x="2600" y="500"/>
                  </a:moveTo>
                  <a:lnTo>
                    <a:pt x="2600" y="624"/>
                  </a:lnTo>
                  <a:lnTo>
                    <a:pt x="2724" y="624"/>
                  </a:lnTo>
                  <a:lnTo>
                    <a:pt x="2724" y="500"/>
                  </a:lnTo>
                  <a:close/>
                  <a:moveTo>
                    <a:pt x="4400" y="0"/>
                  </a:moveTo>
                  <a:lnTo>
                    <a:pt x="4400" y="124"/>
                  </a:lnTo>
                  <a:lnTo>
                    <a:pt x="4524" y="124"/>
                  </a:lnTo>
                  <a:lnTo>
                    <a:pt x="4524" y="0"/>
                  </a:lnTo>
                  <a:close/>
                </a:path>
              </a:pathLst>
            </a:custGeom>
            <a:solidFill>
              <a:srgbClr val="C4C0B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1" name="Annotation MLLM illustration color 17"/>
            <p:cNvSpPr/>
            <p:nvPr/>
          </p:nvSpPr>
          <p:spPr>
            <a:xfrm>
              <a:off x="9714403" y="4730923"/>
              <a:ext cx="633131" cy="578267"/>
            </a:xfrm>
            <a:custGeom>
              <a:avLst/>
              <a:gdLst/>
              <a:ahLst/>
              <a:cxnLst/>
              <a:rect l="l" t="t" r="r" b="b"/>
              <a:pathLst>
                <a:path w="6924" h="6324">
                  <a:moveTo>
                    <a:pt x="6300" y="6200"/>
                  </a:moveTo>
                  <a:lnTo>
                    <a:pt x="6300" y="6324"/>
                  </a:lnTo>
                  <a:lnTo>
                    <a:pt x="6424" y="6324"/>
                  </a:lnTo>
                  <a:lnTo>
                    <a:pt x="6424" y="6200"/>
                  </a:lnTo>
                  <a:close/>
                  <a:moveTo>
                    <a:pt x="3600" y="5800"/>
                  </a:moveTo>
                  <a:lnTo>
                    <a:pt x="3600" y="5924"/>
                  </a:lnTo>
                  <a:lnTo>
                    <a:pt x="3724" y="5924"/>
                  </a:lnTo>
                  <a:lnTo>
                    <a:pt x="3724" y="5800"/>
                  </a:lnTo>
                  <a:close/>
                  <a:moveTo>
                    <a:pt x="3200" y="5800"/>
                  </a:moveTo>
                  <a:lnTo>
                    <a:pt x="3200" y="5924"/>
                  </a:lnTo>
                  <a:lnTo>
                    <a:pt x="3324" y="5924"/>
                  </a:lnTo>
                  <a:lnTo>
                    <a:pt x="3324" y="5800"/>
                  </a:lnTo>
                  <a:close/>
                  <a:moveTo>
                    <a:pt x="3900" y="5700"/>
                  </a:moveTo>
                  <a:lnTo>
                    <a:pt x="3900" y="5824"/>
                  </a:lnTo>
                  <a:lnTo>
                    <a:pt x="4024" y="5824"/>
                  </a:lnTo>
                  <a:lnTo>
                    <a:pt x="4024" y="5700"/>
                  </a:lnTo>
                  <a:close/>
                  <a:moveTo>
                    <a:pt x="2800" y="5600"/>
                  </a:moveTo>
                  <a:lnTo>
                    <a:pt x="2800" y="5724"/>
                  </a:lnTo>
                  <a:lnTo>
                    <a:pt x="2924" y="5724"/>
                  </a:lnTo>
                  <a:lnTo>
                    <a:pt x="2924" y="5600"/>
                  </a:lnTo>
                  <a:close/>
                  <a:moveTo>
                    <a:pt x="4100" y="5500"/>
                  </a:moveTo>
                  <a:lnTo>
                    <a:pt x="4100" y="5624"/>
                  </a:lnTo>
                  <a:lnTo>
                    <a:pt x="4224" y="5624"/>
                  </a:lnTo>
                  <a:lnTo>
                    <a:pt x="4224" y="5500"/>
                  </a:lnTo>
                  <a:close/>
                  <a:moveTo>
                    <a:pt x="1200" y="5400"/>
                  </a:moveTo>
                  <a:lnTo>
                    <a:pt x="1200" y="5524"/>
                  </a:lnTo>
                  <a:lnTo>
                    <a:pt x="1324" y="5524"/>
                  </a:lnTo>
                  <a:lnTo>
                    <a:pt x="1324" y="5400"/>
                  </a:lnTo>
                  <a:close/>
                  <a:moveTo>
                    <a:pt x="5400" y="4500"/>
                  </a:moveTo>
                  <a:lnTo>
                    <a:pt x="5400" y="4624"/>
                  </a:lnTo>
                  <a:lnTo>
                    <a:pt x="5624" y="4624"/>
                  </a:lnTo>
                  <a:lnTo>
                    <a:pt x="5624" y="4500"/>
                  </a:lnTo>
                  <a:close/>
                  <a:moveTo>
                    <a:pt x="1400" y="4500"/>
                  </a:moveTo>
                  <a:lnTo>
                    <a:pt x="1400" y="4624"/>
                  </a:lnTo>
                  <a:lnTo>
                    <a:pt x="1624" y="4624"/>
                  </a:lnTo>
                  <a:lnTo>
                    <a:pt x="1624" y="4500"/>
                  </a:lnTo>
                  <a:close/>
                  <a:moveTo>
                    <a:pt x="5400" y="4200"/>
                  </a:moveTo>
                  <a:lnTo>
                    <a:pt x="5400" y="4324"/>
                  </a:lnTo>
                  <a:lnTo>
                    <a:pt x="5624" y="4324"/>
                  </a:lnTo>
                  <a:lnTo>
                    <a:pt x="5624" y="4200"/>
                  </a:lnTo>
                  <a:close/>
                  <a:moveTo>
                    <a:pt x="1400" y="4200"/>
                  </a:moveTo>
                  <a:lnTo>
                    <a:pt x="1400" y="4324"/>
                  </a:lnTo>
                  <a:lnTo>
                    <a:pt x="1524" y="4324"/>
                  </a:lnTo>
                  <a:lnTo>
                    <a:pt x="1524" y="4200"/>
                  </a:lnTo>
                  <a:close/>
                  <a:moveTo>
                    <a:pt x="800" y="4100"/>
                  </a:moveTo>
                  <a:lnTo>
                    <a:pt x="800" y="4224"/>
                  </a:lnTo>
                  <a:lnTo>
                    <a:pt x="924" y="4224"/>
                  </a:lnTo>
                  <a:lnTo>
                    <a:pt x="924" y="4100"/>
                  </a:lnTo>
                  <a:close/>
                  <a:moveTo>
                    <a:pt x="5600" y="3900"/>
                  </a:moveTo>
                  <a:lnTo>
                    <a:pt x="5600" y="4024"/>
                  </a:lnTo>
                  <a:lnTo>
                    <a:pt x="5724" y="4024"/>
                  </a:lnTo>
                  <a:lnTo>
                    <a:pt x="5724" y="3900"/>
                  </a:lnTo>
                  <a:close/>
                  <a:moveTo>
                    <a:pt x="100" y="3700"/>
                  </a:moveTo>
                  <a:lnTo>
                    <a:pt x="100" y="3824"/>
                  </a:lnTo>
                  <a:lnTo>
                    <a:pt x="224" y="3824"/>
                  </a:lnTo>
                  <a:lnTo>
                    <a:pt x="224" y="3700"/>
                  </a:lnTo>
                  <a:close/>
                  <a:moveTo>
                    <a:pt x="6500" y="3400"/>
                  </a:moveTo>
                  <a:lnTo>
                    <a:pt x="6500" y="3524"/>
                  </a:lnTo>
                  <a:lnTo>
                    <a:pt x="6624" y="3524"/>
                  </a:lnTo>
                  <a:lnTo>
                    <a:pt x="6624" y="3400"/>
                  </a:lnTo>
                  <a:close/>
                  <a:moveTo>
                    <a:pt x="600" y="3000"/>
                  </a:moveTo>
                  <a:lnTo>
                    <a:pt x="600" y="3124"/>
                  </a:lnTo>
                  <a:lnTo>
                    <a:pt x="724" y="3124"/>
                  </a:lnTo>
                  <a:lnTo>
                    <a:pt x="724" y="3000"/>
                  </a:lnTo>
                  <a:close/>
                  <a:moveTo>
                    <a:pt x="3100" y="2900"/>
                  </a:moveTo>
                  <a:lnTo>
                    <a:pt x="3100" y="3024"/>
                  </a:lnTo>
                  <a:lnTo>
                    <a:pt x="3224" y="3024"/>
                  </a:lnTo>
                  <a:lnTo>
                    <a:pt x="3224" y="2900"/>
                  </a:lnTo>
                  <a:close/>
                  <a:moveTo>
                    <a:pt x="3000" y="2400"/>
                  </a:moveTo>
                  <a:lnTo>
                    <a:pt x="3000" y="2524"/>
                  </a:lnTo>
                  <a:lnTo>
                    <a:pt x="3124" y="2524"/>
                  </a:lnTo>
                  <a:lnTo>
                    <a:pt x="3124" y="2400"/>
                  </a:lnTo>
                  <a:close/>
                  <a:moveTo>
                    <a:pt x="3900" y="2300"/>
                  </a:moveTo>
                  <a:lnTo>
                    <a:pt x="3900" y="2424"/>
                  </a:lnTo>
                  <a:lnTo>
                    <a:pt x="4024" y="2424"/>
                  </a:lnTo>
                  <a:lnTo>
                    <a:pt x="4024" y="2300"/>
                  </a:lnTo>
                  <a:close/>
                  <a:moveTo>
                    <a:pt x="6300" y="2200"/>
                  </a:moveTo>
                  <a:lnTo>
                    <a:pt x="6300" y="2524"/>
                  </a:lnTo>
                  <a:lnTo>
                    <a:pt x="6424" y="2524"/>
                  </a:lnTo>
                  <a:lnTo>
                    <a:pt x="6424" y="2200"/>
                  </a:lnTo>
                  <a:close/>
                  <a:moveTo>
                    <a:pt x="1400" y="2100"/>
                  </a:moveTo>
                  <a:lnTo>
                    <a:pt x="1400" y="2224"/>
                  </a:lnTo>
                  <a:lnTo>
                    <a:pt x="1524" y="2224"/>
                  </a:lnTo>
                  <a:lnTo>
                    <a:pt x="1524" y="2100"/>
                  </a:lnTo>
                  <a:close/>
                  <a:moveTo>
                    <a:pt x="4700" y="2000"/>
                  </a:moveTo>
                  <a:lnTo>
                    <a:pt x="4700" y="2124"/>
                  </a:lnTo>
                  <a:lnTo>
                    <a:pt x="4824" y="2124"/>
                  </a:lnTo>
                  <a:lnTo>
                    <a:pt x="4824" y="2000"/>
                  </a:lnTo>
                  <a:close/>
                  <a:moveTo>
                    <a:pt x="2324" y="2000"/>
                  </a:moveTo>
                  <a:lnTo>
                    <a:pt x="2200" y="2000"/>
                  </a:lnTo>
                  <a:lnTo>
                    <a:pt x="2200" y="2074"/>
                  </a:lnTo>
                  <a:lnTo>
                    <a:pt x="2100" y="2100"/>
                  </a:lnTo>
                  <a:lnTo>
                    <a:pt x="2100" y="2224"/>
                  </a:lnTo>
                  <a:lnTo>
                    <a:pt x="2224" y="2224"/>
                  </a:lnTo>
                  <a:lnTo>
                    <a:pt x="2224" y="2150"/>
                  </a:lnTo>
                  <a:lnTo>
                    <a:pt x="2324" y="2124"/>
                  </a:lnTo>
                  <a:close/>
                  <a:moveTo>
                    <a:pt x="6300" y="1600"/>
                  </a:moveTo>
                  <a:lnTo>
                    <a:pt x="6300" y="1924"/>
                  </a:lnTo>
                  <a:lnTo>
                    <a:pt x="6424" y="1924"/>
                  </a:lnTo>
                  <a:lnTo>
                    <a:pt x="6424" y="1600"/>
                  </a:lnTo>
                  <a:close/>
                  <a:moveTo>
                    <a:pt x="0" y="16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1600"/>
                  </a:lnTo>
                  <a:close/>
                  <a:moveTo>
                    <a:pt x="5600" y="1500"/>
                  </a:moveTo>
                  <a:lnTo>
                    <a:pt x="5600" y="1624"/>
                  </a:lnTo>
                  <a:lnTo>
                    <a:pt x="5724" y="1624"/>
                  </a:lnTo>
                  <a:lnTo>
                    <a:pt x="5724" y="1500"/>
                  </a:lnTo>
                  <a:close/>
                  <a:moveTo>
                    <a:pt x="5400" y="1300"/>
                  </a:moveTo>
                  <a:lnTo>
                    <a:pt x="5400" y="1424"/>
                  </a:lnTo>
                  <a:lnTo>
                    <a:pt x="5524" y="1424"/>
                  </a:lnTo>
                  <a:lnTo>
                    <a:pt x="5524" y="13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5900" y="900"/>
                  </a:moveTo>
                  <a:lnTo>
                    <a:pt x="5900" y="1024"/>
                  </a:lnTo>
                  <a:lnTo>
                    <a:pt x="6024" y="1024"/>
                  </a:lnTo>
                  <a:lnTo>
                    <a:pt x="6024" y="900"/>
                  </a:lnTo>
                  <a:close/>
                  <a:moveTo>
                    <a:pt x="6800" y="800"/>
                  </a:moveTo>
                  <a:lnTo>
                    <a:pt x="6800" y="924"/>
                  </a:lnTo>
                  <a:lnTo>
                    <a:pt x="6924" y="924"/>
                  </a:lnTo>
                  <a:lnTo>
                    <a:pt x="6924" y="800"/>
                  </a:lnTo>
                  <a:close/>
                  <a:moveTo>
                    <a:pt x="4200" y="700"/>
                  </a:moveTo>
                  <a:lnTo>
                    <a:pt x="4200" y="824"/>
                  </a:lnTo>
                  <a:lnTo>
                    <a:pt x="4324" y="824"/>
                  </a:lnTo>
                  <a:lnTo>
                    <a:pt x="4324" y="700"/>
                  </a:lnTo>
                  <a:close/>
                  <a:moveTo>
                    <a:pt x="2700" y="700"/>
                  </a:moveTo>
                  <a:lnTo>
                    <a:pt x="2700" y="824"/>
                  </a:lnTo>
                  <a:lnTo>
                    <a:pt x="2924" y="824"/>
                  </a:lnTo>
                  <a:lnTo>
                    <a:pt x="2924" y="700"/>
                  </a:lnTo>
                  <a:close/>
                  <a:moveTo>
                    <a:pt x="2100" y="600"/>
                  </a:moveTo>
                  <a:lnTo>
                    <a:pt x="2100" y="724"/>
                  </a:lnTo>
                  <a:lnTo>
                    <a:pt x="2224" y="724"/>
                  </a:lnTo>
                  <a:lnTo>
                    <a:pt x="2224" y="600"/>
                  </a:lnTo>
                  <a:close/>
                  <a:moveTo>
                    <a:pt x="800" y="600"/>
                  </a:moveTo>
                  <a:lnTo>
                    <a:pt x="800" y="724"/>
                  </a:lnTo>
                  <a:lnTo>
                    <a:pt x="924" y="724"/>
                  </a:lnTo>
                  <a:lnTo>
                    <a:pt x="924" y="600"/>
                  </a:lnTo>
                  <a:close/>
                  <a:moveTo>
                    <a:pt x="100" y="6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600"/>
                  </a:lnTo>
                  <a:close/>
                  <a:moveTo>
                    <a:pt x="1700" y="500"/>
                  </a:moveTo>
                  <a:lnTo>
                    <a:pt x="1700" y="624"/>
                  </a:lnTo>
                  <a:lnTo>
                    <a:pt x="1824" y="624"/>
                  </a:lnTo>
                  <a:lnTo>
                    <a:pt x="1824" y="500"/>
                  </a:lnTo>
                  <a:close/>
                  <a:moveTo>
                    <a:pt x="1200" y="500"/>
                  </a:moveTo>
                  <a:lnTo>
                    <a:pt x="1200" y="624"/>
                  </a:lnTo>
                  <a:lnTo>
                    <a:pt x="1324" y="624"/>
                  </a:lnTo>
                  <a:lnTo>
                    <a:pt x="1324" y="500"/>
                  </a:lnTo>
                  <a:close/>
                  <a:moveTo>
                    <a:pt x="6300" y="400"/>
                  </a:moveTo>
                  <a:lnTo>
                    <a:pt x="6300" y="524"/>
                  </a:lnTo>
                  <a:lnTo>
                    <a:pt x="6424" y="524"/>
                  </a:lnTo>
                  <a:lnTo>
                    <a:pt x="6424" y="400"/>
                  </a:lnTo>
                  <a:close/>
                  <a:moveTo>
                    <a:pt x="600" y="400"/>
                  </a:moveTo>
                  <a:lnTo>
                    <a:pt x="600" y="524"/>
                  </a:lnTo>
                  <a:lnTo>
                    <a:pt x="724" y="524"/>
                  </a:lnTo>
                  <a:lnTo>
                    <a:pt x="724" y="400"/>
                  </a:lnTo>
                  <a:close/>
                  <a:moveTo>
                    <a:pt x="300" y="200"/>
                  </a:moveTo>
                  <a:lnTo>
                    <a:pt x="300" y="324"/>
                  </a:lnTo>
                  <a:lnTo>
                    <a:pt x="424" y="324"/>
                  </a:lnTo>
                  <a:lnTo>
                    <a:pt x="424" y="200"/>
                  </a:lnTo>
                  <a:close/>
                  <a:moveTo>
                    <a:pt x="5800" y="100"/>
                  </a:moveTo>
                  <a:lnTo>
                    <a:pt x="5800" y="224"/>
                  </a:lnTo>
                  <a:lnTo>
                    <a:pt x="5924" y="224"/>
                  </a:lnTo>
                  <a:lnTo>
                    <a:pt x="5924" y="100"/>
                  </a:lnTo>
                  <a:close/>
                  <a:moveTo>
                    <a:pt x="6000" y="0"/>
                  </a:moveTo>
                  <a:lnTo>
                    <a:pt x="6000" y="224"/>
                  </a:lnTo>
                  <a:lnTo>
                    <a:pt x="6124" y="224"/>
                  </a:lnTo>
                  <a:lnTo>
                    <a:pt x="6124" y="0"/>
                  </a:lnTo>
                  <a:close/>
                </a:path>
              </a:pathLst>
            </a:custGeom>
            <a:solidFill>
              <a:srgbClr val="7F94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2" name="Annotation MLLM illustration color 18"/>
            <p:cNvSpPr/>
            <p:nvPr/>
          </p:nvSpPr>
          <p:spPr>
            <a:xfrm>
              <a:off x="9632107" y="4520611"/>
              <a:ext cx="816011" cy="880019"/>
            </a:xfrm>
            <a:custGeom>
              <a:avLst/>
              <a:gdLst/>
              <a:ahLst/>
              <a:cxnLst/>
              <a:rect l="l" t="t" r="r" b="b"/>
              <a:pathLst>
                <a:path w="8924" h="9624">
                  <a:moveTo>
                    <a:pt x="1600" y="9500"/>
                  </a:moveTo>
                  <a:lnTo>
                    <a:pt x="1600" y="9624"/>
                  </a:lnTo>
                  <a:lnTo>
                    <a:pt x="6924" y="9624"/>
                  </a:lnTo>
                  <a:lnTo>
                    <a:pt x="6924" y="9500"/>
                  </a:lnTo>
                  <a:close/>
                  <a:moveTo>
                    <a:pt x="7400" y="9100"/>
                  </a:moveTo>
                  <a:lnTo>
                    <a:pt x="7400" y="9224"/>
                  </a:lnTo>
                  <a:lnTo>
                    <a:pt x="7524" y="9224"/>
                  </a:lnTo>
                  <a:lnTo>
                    <a:pt x="7524" y="9100"/>
                  </a:lnTo>
                  <a:close/>
                  <a:moveTo>
                    <a:pt x="7500" y="8900"/>
                  </a:moveTo>
                  <a:lnTo>
                    <a:pt x="7500" y="9024"/>
                  </a:lnTo>
                  <a:lnTo>
                    <a:pt x="7624" y="9024"/>
                  </a:lnTo>
                  <a:lnTo>
                    <a:pt x="7624" y="8900"/>
                  </a:lnTo>
                  <a:close/>
                  <a:moveTo>
                    <a:pt x="1300" y="8600"/>
                  </a:moveTo>
                  <a:lnTo>
                    <a:pt x="1300" y="8724"/>
                  </a:lnTo>
                  <a:lnTo>
                    <a:pt x="1424" y="8724"/>
                  </a:lnTo>
                  <a:lnTo>
                    <a:pt x="1424" y="8600"/>
                  </a:lnTo>
                  <a:close/>
                  <a:moveTo>
                    <a:pt x="7300" y="8400"/>
                  </a:moveTo>
                  <a:lnTo>
                    <a:pt x="7300" y="8624"/>
                  </a:lnTo>
                  <a:lnTo>
                    <a:pt x="7424" y="8624"/>
                  </a:lnTo>
                  <a:lnTo>
                    <a:pt x="7424" y="8400"/>
                  </a:lnTo>
                  <a:close/>
                  <a:moveTo>
                    <a:pt x="1300" y="8200"/>
                  </a:moveTo>
                  <a:lnTo>
                    <a:pt x="1300" y="8324"/>
                  </a:lnTo>
                  <a:lnTo>
                    <a:pt x="1524" y="8324"/>
                  </a:lnTo>
                  <a:lnTo>
                    <a:pt x="1524" y="8200"/>
                  </a:lnTo>
                  <a:close/>
                  <a:moveTo>
                    <a:pt x="7100" y="8000"/>
                  </a:moveTo>
                  <a:lnTo>
                    <a:pt x="7100" y="8124"/>
                  </a:lnTo>
                  <a:lnTo>
                    <a:pt x="7274" y="8124"/>
                  </a:lnTo>
                  <a:lnTo>
                    <a:pt x="7300" y="8150"/>
                  </a:lnTo>
                  <a:lnTo>
                    <a:pt x="7274" y="8200"/>
                  </a:lnTo>
                  <a:lnTo>
                    <a:pt x="7200" y="8200"/>
                  </a:lnTo>
                  <a:lnTo>
                    <a:pt x="7200" y="8324"/>
                  </a:lnTo>
                  <a:lnTo>
                    <a:pt x="7324" y="8324"/>
                  </a:lnTo>
                  <a:lnTo>
                    <a:pt x="7324" y="8250"/>
                  </a:lnTo>
                  <a:lnTo>
                    <a:pt x="7424" y="8224"/>
                  </a:lnTo>
                  <a:lnTo>
                    <a:pt x="7424" y="8100"/>
                  </a:lnTo>
                  <a:lnTo>
                    <a:pt x="7350" y="8100"/>
                  </a:lnTo>
                  <a:lnTo>
                    <a:pt x="7324" y="8000"/>
                  </a:lnTo>
                  <a:close/>
                  <a:moveTo>
                    <a:pt x="4000" y="8000"/>
                  </a:moveTo>
                  <a:lnTo>
                    <a:pt x="4000" y="8124"/>
                  </a:lnTo>
                  <a:lnTo>
                    <a:pt x="4124" y="8124"/>
                  </a:lnTo>
                  <a:lnTo>
                    <a:pt x="4124" y="8000"/>
                  </a:lnTo>
                  <a:close/>
                  <a:moveTo>
                    <a:pt x="4300" y="7900"/>
                  </a:moveTo>
                  <a:lnTo>
                    <a:pt x="4300" y="8024"/>
                  </a:lnTo>
                  <a:lnTo>
                    <a:pt x="4524" y="8024"/>
                  </a:lnTo>
                  <a:lnTo>
                    <a:pt x="4524" y="7900"/>
                  </a:lnTo>
                  <a:close/>
                  <a:moveTo>
                    <a:pt x="1824" y="7700"/>
                  </a:moveTo>
                  <a:lnTo>
                    <a:pt x="1700" y="7700"/>
                  </a:lnTo>
                  <a:lnTo>
                    <a:pt x="1700" y="7774"/>
                  </a:lnTo>
                  <a:lnTo>
                    <a:pt x="1600" y="7800"/>
                  </a:lnTo>
                  <a:lnTo>
                    <a:pt x="1600" y="7874"/>
                  </a:lnTo>
                  <a:lnTo>
                    <a:pt x="1500" y="7900"/>
                  </a:lnTo>
                  <a:lnTo>
                    <a:pt x="1474" y="8000"/>
                  </a:lnTo>
                  <a:lnTo>
                    <a:pt x="1400" y="8000"/>
                  </a:lnTo>
                  <a:lnTo>
                    <a:pt x="1400" y="8124"/>
                  </a:lnTo>
                  <a:lnTo>
                    <a:pt x="1524" y="8124"/>
                  </a:lnTo>
                  <a:lnTo>
                    <a:pt x="1524" y="8050"/>
                  </a:lnTo>
                  <a:lnTo>
                    <a:pt x="1624" y="8024"/>
                  </a:lnTo>
                  <a:lnTo>
                    <a:pt x="1624" y="7950"/>
                  </a:lnTo>
                  <a:lnTo>
                    <a:pt x="1724" y="7924"/>
                  </a:lnTo>
                  <a:lnTo>
                    <a:pt x="1750" y="7824"/>
                  </a:lnTo>
                  <a:lnTo>
                    <a:pt x="1824" y="7824"/>
                  </a:lnTo>
                  <a:close/>
                  <a:moveTo>
                    <a:pt x="6800" y="7600"/>
                  </a:moveTo>
                  <a:lnTo>
                    <a:pt x="6800" y="7724"/>
                  </a:lnTo>
                  <a:lnTo>
                    <a:pt x="6924" y="7724"/>
                  </a:lnTo>
                  <a:lnTo>
                    <a:pt x="6924" y="7600"/>
                  </a:lnTo>
                  <a:close/>
                  <a:moveTo>
                    <a:pt x="4800" y="7600"/>
                  </a:moveTo>
                  <a:lnTo>
                    <a:pt x="4800" y="7724"/>
                  </a:lnTo>
                  <a:lnTo>
                    <a:pt x="4924" y="7724"/>
                  </a:lnTo>
                  <a:lnTo>
                    <a:pt x="4924" y="7600"/>
                  </a:lnTo>
                  <a:close/>
                  <a:moveTo>
                    <a:pt x="1900" y="7600"/>
                  </a:moveTo>
                  <a:lnTo>
                    <a:pt x="1900" y="7724"/>
                  </a:lnTo>
                  <a:lnTo>
                    <a:pt x="2024" y="7724"/>
                  </a:lnTo>
                  <a:lnTo>
                    <a:pt x="2024" y="7600"/>
                  </a:lnTo>
                  <a:close/>
                  <a:moveTo>
                    <a:pt x="6600" y="7500"/>
                  </a:moveTo>
                  <a:lnTo>
                    <a:pt x="6600" y="7624"/>
                  </a:lnTo>
                  <a:lnTo>
                    <a:pt x="6724" y="7624"/>
                  </a:lnTo>
                  <a:lnTo>
                    <a:pt x="6724" y="7500"/>
                  </a:lnTo>
                  <a:close/>
                  <a:moveTo>
                    <a:pt x="5800" y="7500"/>
                  </a:moveTo>
                  <a:lnTo>
                    <a:pt x="5800" y="7624"/>
                  </a:lnTo>
                  <a:lnTo>
                    <a:pt x="6324" y="7624"/>
                  </a:lnTo>
                  <a:lnTo>
                    <a:pt x="6324" y="7500"/>
                  </a:lnTo>
                  <a:close/>
                  <a:moveTo>
                    <a:pt x="5300" y="7500"/>
                  </a:moveTo>
                  <a:lnTo>
                    <a:pt x="5300" y="7624"/>
                  </a:lnTo>
                  <a:lnTo>
                    <a:pt x="5724" y="7624"/>
                  </a:lnTo>
                  <a:lnTo>
                    <a:pt x="5724" y="7500"/>
                  </a:lnTo>
                  <a:close/>
                  <a:moveTo>
                    <a:pt x="2600" y="7500"/>
                  </a:moveTo>
                  <a:lnTo>
                    <a:pt x="2600" y="7624"/>
                  </a:lnTo>
                  <a:lnTo>
                    <a:pt x="3424" y="7624"/>
                  </a:lnTo>
                  <a:lnTo>
                    <a:pt x="3424" y="7500"/>
                  </a:lnTo>
                  <a:close/>
                  <a:moveTo>
                    <a:pt x="5200" y="7100"/>
                  </a:moveTo>
                  <a:lnTo>
                    <a:pt x="5200" y="7224"/>
                  </a:lnTo>
                  <a:lnTo>
                    <a:pt x="5424" y="7224"/>
                  </a:lnTo>
                  <a:lnTo>
                    <a:pt x="5424" y="7100"/>
                  </a:lnTo>
                  <a:close/>
                  <a:moveTo>
                    <a:pt x="3400" y="7100"/>
                  </a:moveTo>
                  <a:lnTo>
                    <a:pt x="3400" y="7224"/>
                  </a:lnTo>
                  <a:lnTo>
                    <a:pt x="3624" y="7224"/>
                  </a:lnTo>
                  <a:lnTo>
                    <a:pt x="3624" y="7100"/>
                  </a:lnTo>
                  <a:close/>
                  <a:moveTo>
                    <a:pt x="7000" y="7000"/>
                  </a:moveTo>
                  <a:lnTo>
                    <a:pt x="7000" y="7124"/>
                  </a:lnTo>
                  <a:lnTo>
                    <a:pt x="7124" y="7124"/>
                  </a:lnTo>
                  <a:lnTo>
                    <a:pt x="7124" y="7000"/>
                  </a:lnTo>
                  <a:close/>
                  <a:moveTo>
                    <a:pt x="1700" y="7000"/>
                  </a:moveTo>
                  <a:lnTo>
                    <a:pt x="1700" y="7124"/>
                  </a:lnTo>
                  <a:lnTo>
                    <a:pt x="1824" y="7124"/>
                  </a:lnTo>
                  <a:lnTo>
                    <a:pt x="1824" y="7000"/>
                  </a:lnTo>
                  <a:close/>
                  <a:moveTo>
                    <a:pt x="5700" y="6900"/>
                  </a:moveTo>
                  <a:lnTo>
                    <a:pt x="5700" y="7024"/>
                  </a:lnTo>
                  <a:lnTo>
                    <a:pt x="6624" y="7024"/>
                  </a:lnTo>
                  <a:lnTo>
                    <a:pt x="6624" y="6900"/>
                  </a:lnTo>
                  <a:close/>
                  <a:moveTo>
                    <a:pt x="2200" y="6900"/>
                  </a:moveTo>
                  <a:lnTo>
                    <a:pt x="2200" y="7024"/>
                  </a:lnTo>
                  <a:lnTo>
                    <a:pt x="3324" y="7024"/>
                  </a:lnTo>
                  <a:lnTo>
                    <a:pt x="3324" y="6900"/>
                  </a:lnTo>
                  <a:close/>
                  <a:moveTo>
                    <a:pt x="7100" y="6800"/>
                  </a:moveTo>
                  <a:lnTo>
                    <a:pt x="7100" y="6924"/>
                  </a:lnTo>
                  <a:lnTo>
                    <a:pt x="7274" y="6924"/>
                  </a:lnTo>
                  <a:lnTo>
                    <a:pt x="7300" y="7024"/>
                  </a:lnTo>
                  <a:lnTo>
                    <a:pt x="7424" y="7024"/>
                  </a:lnTo>
                  <a:lnTo>
                    <a:pt x="7424" y="6900"/>
                  </a:lnTo>
                  <a:lnTo>
                    <a:pt x="7350" y="6900"/>
                  </a:lnTo>
                  <a:lnTo>
                    <a:pt x="7324" y="6800"/>
                  </a:lnTo>
                  <a:close/>
                  <a:moveTo>
                    <a:pt x="1500" y="6800"/>
                  </a:moveTo>
                  <a:lnTo>
                    <a:pt x="1500" y="6924"/>
                  </a:lnTo>
                  <a:lnTo>
                    <a:pt x="1724" y="6924"/>
                  </a:lnTo>
                  <a:lnTo>
                    <a:pt x="1724" y="6800"/>
                  </a:lnTo>
                  <a:close/>
                  <a:moveTo>
                    <a:pt x="7700" y="6600"/>
                  </a:moveTo>
                  <a:lnTo>
                    <a:pt x="7700" y="6724"/>
                  </a:lnTo>
                  <a:lnTo>
                    <a:pt x="7824" y="6724"/>
                  </a:lnTo>
                  <a:lnTo>
                    <a:pt x="7824" y="6600"/>
                  </a:lnTo>
                  <a:close/>
                  <a:moveTo>
                    <a:pt x="900" y="6500"/>
                  </a:moveTo>
                  <a:lnTo>
                    <a:pt x="900" y="6624"/>
                  </a:lnTo>
                  <a:lnTo>
                    <a:pt x="1024" y="6624"/>
                  </a:lnTo>
                  <a:lnTo>
                    <a:pt x="1024" y="6500"/>
                  </a:lnTo>
                  <a:close/>
                  <a:moveTo>
                    <a:pt x="7800" y="6400"/>
                  </a:moveTo>
                  <a:lnTo>
                    <a:pt x="7800" y="6524"/>
                  </a:lnTo>
                  <a:lnTo>
                    <a:pt x="7924" y="6524"/>
                  </a:lnTo>
                  <a:lnTo>
                    <a:pt x="7924" y="6400"/>
                  </a:lnTo>
                  <a:close/>
                  <a:moveTo>
                    <a:pt x="6100" y="6400"/>
                  </a:moveTo>
                  <a:lnTo>
                    <a:pt x="6100" y="6524"/>
                  </a:lnTo>
                  <a:lnTo>
                    <a:pt x="6424" y="6524"/>
                  </a:lnTo>
                  <a:lnTo>
                    <a:pt x="6424" y="6400"/>
                  </a:lnTo>
                  <a:close/>
                  <a:moveTo>
                    <a:pt x="2300" y="6400"/>
                  </a:moveTo>
                  <a:lnTo>
                    <a:pt x="2300" y="6524"/>
                  </a:lnTo>
                  <a:lnTo>
                    <a:pt x="2624" y="6524"/>
                  </a:lnTo>
                  <a:lnTo>
                    <a:pt x="2624" y="6400"/>
                  </a:lnTo>
                  <a:lnTo>
                    <a:pt x="2550" y="6400"/>
                  </a:lnTo>
                  <a:lnTo>
                    <a:pt x="2524" y="6300"/>
                  </a:lnTo>
                  <a:lnTo>
                    <a:pt x="2400" y="6300"/>
                  </a:lnTo>
                  <a:lnTo>
                    <a:pt x="2400" y="6374"/>
                  </a:lnTo>
                  <a:close/>
                  <a:moveTo>
                    <a:pt x="7100" y="6200"/>
                  </a:moveTo>
                  <a:lnTo>
                    <a:pt x="7100" y="6324"/>
                  </a:lnTo>
                  <a:lnTo>
                    <a:pt x="7224" y="6324"/>
                  </a:lnTo>
                  <a:lnTo>
                    <a:pt x="7224" y="6200"/>
                  </a:lnTo>
                  <a:close/>
                  <a:moveTo>
                    <a:pt x="1600" y="6200"/>
                  </a:moveTo>
                  <a:lnTo>
                    <a:pt x="1600" y="6324"/>
                  </a:lnTo>
                  <a:lnTo>
                    <a:pt x="1724" y="6324"/>
                  </a:lnTo>
                  <a:lnTo>
                    <a:pt x="1724" y="6200"/>
                  </a:lnTo>
                  <a:close/>
                  <a:moveTo>
                    <a:pt x="1400" y="6000"/>
                  </a:moveTo>
                  <a:lnTo>
                    <a:pt x="1400" y="6124"/>
                  </a:lnTo>
                  <a:lnTo>
                    <a:pt x="1524" y="6124"/>
                  </a:lnTo>
                  <a:lnTo>
                    <a:pt x="1524" y="6000"/>
                  </a:lnTo>
                  <a:close/>
                  <a:moveTo>
                    <a:pt x="800" y="6000"/>
                  </a:moveTo>
                  <a:lnTo>
                    <a:pt x="800" y="6324"/>
                  </a:lnTo>
                  <a:lnTo>
                    <a:pt x="924" y="6324"/>
                  </a:lnTo>
                  <a:lnTo>
                    <a:pt x="924" y="6000"/>
                  </a:lnTo>
                  <a:close/>
                  <a:moveTo>
                    <a:pt x="7900" y="5900"/>
                  </a:moveTo>
                  <a:lnTo>
                    <a:pt x="7900" y="6124"/>
                  </a:lnTo>
                  <a:lnTo>
                    <a:pt x="8024" y="6124"/>
                  </a:lnTo>
                  <a:lnTo>
                    <a:pt x="8024" y="5900"/>
                  </a:lnTo>
                  <a:close/>
                  <a:moveTo>
                    <a:pt x="7200" y="5800"/>
                  </a:moveTo>
                  <a:lnTo>
                    <a:pt x="7200" y="5924"/>
                  </a:lnTo>
                  <a:lnTo>
                    <a:pt x="7324" y="5924"/>
                  </a:lnTo>
                  <a:lnTo>
                    <a:pt x="7324" y="5800"/>
                  </a:lnTo>
                  <a:close/>
                  <a:moveTo>
                    <a:pt x="900" y="5800"/>
                  </a:moveTo>
                  <a:lnTo>
                    <a:pt x="900" y="5924"/>
                  </a:lnTo>
                  <a:lnTo>
                    <a:pt x="1024" y="5924"/>
                  </a:lnTo>
                  <a:lnTo>
                    <a:pt x="1024" y="5800"/>
                  </a:lnTo>
                  <a:close/>
                  <a:moveTo>
                    <a:pt x="8800" y="5400"/>
                  </a:moveTo>
                  <a:lnTo>
                    <a:pt x="8800" y="5524"/>
                  </a:lnTo>
                  <a:lnTo>
                    <a:pt x="8924" y="5524"/>
                  </a:lnTo>
                  <a:lnTo>
                    <a:pt x="8924" y="5400"/>
                  </a:lnTo>
                  <a:close/>
                  <a:moveTo>
                    <a:pt x="8200" y="5400"/>
                  </a:moveTo>
                  <a:lnTo>
                    <a:pt x="8200" y="5524"/>
                  </a:lnTo>
                  <a:lnTo>
                    <a:pt x="8524" y="5524"/>
                  </a:lnTo>
                  <a:lnTo>
                    <a:pt x="8524" y="5400"/>
                  </a:lnTo>
                  <a:close/>
                  <a:moveTo>
                    <a:pt x="7800" y="5400"/>
                  </a:moveTo>
                  <a:lnTo>
                    <a:pt x="7800" y="5624"/>
                  </a:lnTo>
                  <a:lnTo>
                    <a:pt x="7924" y="5624"/>
                  </a:lnTo>
                  <a:lnTo>
                    <a:pt x="7924" y="5400"/>
                  </a:lnTo>
                  <a:close/>
                  <a:moveTo>
                    <a:pt x="700" y="5400"/>
                  </a:moveTo>
                  <a:lnTo>
                    <a:pt x="700" y="5624"/>
                  </a:lnTo>
                  <a:lnTo>
                    <a:pt x="824" y="5624"/>
                  </a:lnTo>
                  <a:lnTo>
                    <a:pt x="824" y="5400"/>
                  </a:lnTo>
                  <a:close/>
                  <a:moveTo>
                    <a:pt x="400" y="5300"/>
                  </a:moveTo>
                  <a:lnTo>
                    <a:pt x="400" y="5424"/>
                  </a:lnTo>
                  <a:lnTo>
                    <a:pt x="524" y="5424"/>
                  </a:lnTo>
                  <a:lnTo>
                    <a:pt x="524" y="5300"/>
                  </a:lnTo>
                  <a:close/>
                  <a:moveTo>
                    <a:pt x="7800" y="5100"/>
                  </a:moveTo>
                  <a:lnTo>
                    <a:pt x="7800" y="5324"/>
                  </a:lnTo>
                  <a:lnTo>
                    <a:pt x="7924" y="5324"/>
                  </a:lnTo>
                  <a:lnTo>
                    <a:pt x="7924" y="5100"/>
                  </a:lnTo>
                  <a:close/>
                  <a:moveTo>
                    <a:pt x="4600" y="5100"/>
                  </a:moveTo>
                  <a:lnTo>
                    <a:pt x="4600" y="5224"/>
                  </a:lnTo>
                  <a:lnTo>
                    <a:pt x="4724" y="5224"/>
                  </a:lnTo>
                  <a:lnTo>
                    <a:pt x="4724" y="5100"/>
                  </a:lnTo>
                  <a:close/>
                  <a:moveTo>
                    <a:pt x="1400" y="5100"/>
                  </a:moveTo>
                  <a:lnTo>
                    <a:pt x="1400" y="5474"/>
                  </a:lnTo>
                  <a:lnTo>
                    <a:pt x="1300" y="5500"/>
                  </a:lnTo>
                  <a:lnTo>
                    <a:pt x="1300" y="5724"/>
                  </a:lnTo>
                  <a:lnTo>
                    <a:pt x="1374" y="5724"/>
                  </a:lnTo>
                  <a:lnTo>
                    <a:pt x="1400" y="5824"/>
                  </a:lnTo>
                  <a:lnTo>
                    <a:pt x="1524" y="5824"/>
                  </a:lnTo>
                  <a:lnTo>
                    <a:pt x="1524" y="5100"/>
                  </a:lnTo>
                  <a:close/>
                  <a:moveTo>
                    <a:pt x="4800" y="5000"/>
                  </a:moveTo>
                  <a:lnTo>
                    <a:pt x="4800" y="5124"/>
                  </a:lnTo>
                  <a:lnTo>
                    <a:pt x="4924" y="5124"/>
                  </a:lnTo>
                  <a:lnTo>
                    <a:pt x="4924" y="5000"/>
                  </a:lnTo>
                  <a:close/>
                  <a:moveTo>
                    <a:pt x="4324" y="5000"/>
                  </a:moveTo>
                  <a:lnTo>
                    <a:pt x="4200" y="5000"/>
                  </a:lnTo>
                  <a:lnTo>
                    <a:pt x="4200" y="5074"/>
                  </a:lnTo>
                  <a:lnTo>
                    <a:pt x="4100" y="5100"/>
                  </a:lnTo>
                  <a:lnTo>
                    <a:pt x="4100" y="5224"/>
                  </a:lnTo>
                  <a:lnTo>
                    <a:pt x="4224" y="5224"/>
                  </a:lnTo>
                  <a:lnTo>
                    <a:pt x="4224" y="5150"/>
                  </a:lnTo>
                  <a:lnTo>
                    <a:pt x="4324" y="5124"/>
                  </a:lnTo>
                  <a:close/>
                  <a:moveTo>
                    <a:pt x="7400" y="4900"/>
                  </a:moveTo>
                  <a:lnTo>
                    <a:pt x="7400" y="5224"/>
                  </a:lnTo>
                  <a:lnTo>
                    <a:pt x="7524" y="5224"/>
                  </a:lnTo>
                  <a:lnTo>
                    <a:pt x="7524" y="4900"/>
                  </a:lnTo>
                  <a:close/>
                  <a:moveTo>
                    <a:pt x="8700" y="4700"/>
                  </a:moveTo>
                  <a:lnTo>
                    <a:pt x="8700" y="4824"/>
                  </a:lnTo>
                  <a:lnTo>
                    <a:pt x="8824" y="4824"/>
                  </a:lnTo>
                  <a:lnTo>
                    <a:pt x="8824" y="4700"/>
                  </a:lnTo>
                  <a:close/>
                  <a:moveTo>
                    <a:pt x="8700" y="4100"/>
                  </a:moveTo>
                  <a:lnTo>
                    <a:pt x="8700" y="4224"/>
                  </a:lnTo>
                  <a:lnTo>
                    <a:pt x="8824" y="4224"/>
                  </a:lnTo>
                  <a:lnTo>
                    <a:pt x="8824" y="4100"/>
                  </a:lnTo>
                  <a:close/>
                  <a:moveTo>
                    <a:pt x="6500" y="4000"/>
                  </a:moveTo>
                  <a:lnTo>
                    <a:pt x="6500" y="4124"/>
                  </a:lnTo>
                  <a:lnTo>
                    <a:pt x="6624" y="4124"/>
                  </a:lnTo>
                  <a:lnTo>
                    <a:pt x="6624" y="4000"/>
                  </a:lnTo>
                  <a:close/>
                  <a:moveTo>
                    <a:pt x="2200" y="4000"/>
                  </a:moveTo>
                  <a:lnTo>
                    <a:pt x="2200" y="4124"/>
                  </a:lnTo>
                  <a:lnTo>
                    <a:pt x="2324" y="4124"/>
                  </a:lnTo>
                  <a:lnTo>
                    <a:pt x="2324" y="4000"/>
                  </a:lnTo>
                  <a:close/>
                  <a:moveTo>
                    <a:pt x="0" y="3900"/>
                  </a:moveTo>
                  <a:lnTo>
                    <a:pt x="0" y="4024"/>
                  </a:lnTo>
                  <a:lnTo>
                    <a:pt x="124" y="4024"/>
                  </a:lnTo>
                  <a:lnTo>
                    <a:pt x="124" y="3900"/>
                  </a:lnTo>
                  <a:close/>
                  <a:moveTo>
                    <a:pt x="7524" y="3700"/>
                  </a:moveTo>
                  <a:lnTo>
                    <a:pt x="7400" y="3700"/>
                  </a:lnTo>
                  <a:lnTo>
                    <a:pt x="7400" y="3874"/>
                  </a:lnTo>
                  <a:lnTo>
                    <a:pt x="7300" y="3900"/>
                  </a:lnTo>
                  <a:lnTo>
                    <a:pt x="7300" y="4824"/>
                  </a:lnTo>
                  <a:lnTo>
                    <a:pt x="7424" y="4824"/>
                  </a:lnTo>
                  <a:lnTo>
                    <a:pt x="7424" y="3950"/>
                  </a:lnTo>
                  <a:lnTo>
                    <a:pt x="7524" y="3924"/>
                  </a:lnTo>
                  <a:close/>
                  <a:moveTo>
                    <a:pt x="100" y="3700"/>
                  </a:moveTo>
                  <a:lnTo>
                    <a:pt x="100" y="3824"/>
                  </a:lnTo>
                  <a:lnTo>
                    <a:pt x="224" y="3824"/>
                  </a:lnTo>
                  <a:lnTo>
                    <a:pt x="224" y="3700"/>
                  </a:lnTo>
                  <a:close/>
                  <a:moveTo>
                    <a:pt x="1400" y="3500"/>
                  </a:moveTo>
                  <a:lnTo>
                    <a:pt x="1400" y="3624"/>
                  </a:lnTo>
                  <a:lnTo>
                    <a:pt x="1524" y="3624"/>
                  </a:lnTo>
                  <a:lnTo>
                    <a:pt x="1524" y="3500"/>
                  </a:lnTo>
                  <a:close/>
                  <a:moveTo>
                    <a:pt x="8200" y="3400"/>
                  </a:moveTo>
                  <a:lnTo>
                    <a:pt x="8200" y="3524"/>
                  </a:lnTo>
                  <a:lnTo>
                    <a:pt x="8324" y="3524"/>
                  </a:lnTo>
                  <a:lnTo>
                    <a:pt x="8324" y="3400"/>
                  </a:lnTo>
                  <a:close/>
                  <a:moveTo>
                    <a:pt x="700" y="3300"/>
                  </a:moveTo>
                  <a:lnTo>
                    <a:pt x="700" y="3424"/>
                  </a:lnTo>
                  <a:lnTo>
                    <a:pt x="824" y="3424"/>
                  </a:lnTo>
                  <a:lnTo>
                    <a:pt x="824" y="3300"/>
                  </a:lnTo>
                  <a:close/>
                  <a:moveTo>
                    <a:pt x="6900" y="3200"/>
                  </a:moveTo>
                  <a:lnTo>
                    <a:pt x="6900" y="3324"/>
                  </a:lnTo>
                  <a:lnTo>
                    <a:pt x="7024" y="3324"/>
                  </a:lnTo>
                  <a:lnTo>
                    <a:pt x="7024" y="3200"/>
                  </a:lnTo>
                  <a:close/>
                  <a:moveTo>
                    <a:pt x="1300" y="3200"/>
                  </a:moveTo>
                  <a:lnTo>
                    <a:pt x="1300" y="3324"/>
                  </a:lnTo>
                  <a:lnTo>
                    <a:pt x="1424" y="3324"/>
                  </a:lnTo>
                  <a:lnTo>
                    <a:pt x="1424" y="3200"/>
                  </a:lnTo>
                  <a:close/>
                  <a:moveTo>
                    <a:pt x="900" y="3100"/>
                  </a:moveTo>
                  <a:lnTo>
                    <a:pt x="900" y="3224"/>
                  </a:lnTo>
                  <a:lnTo>
                    <a:pt x="1024" y="3224"/>
                  </a:lnTo>
                  <a:lnTo>
                    <a:pt x="1024" y="3100"/>
                  </a:lnTo>
                  <a:close/>
                  <a:moveTo>
                    <a:pt x="7900" y="2900"/>
                  </a:moveTo>
                  <a:lnTo>
                    <a:pt x="7900" y="3124"/>
                  </a:lnTo>
                  <a:lnTo>
                    <a:pt x="8024" y="3124"/>
                  </a:lnTo>
                  <a:lnTo>
                    <a:pt x="8024" y="2900"/>
                  </a:lnTo>
                  <a:close/>
                  <a:moveTo>
                    <a:pt x="5200" y="2900"/>
                  </a:moveTo>
                  <a:lnTo>
                    <a:pt x="5200" y="3024"/>
                  </a:lnTo>
                  <a:lnTo>
                    <a:pt x="5324" y="3024"/>
                  </a:lnTo>
                  <a:lnTo>
                    <a:pt x="5324" y="2900"/>
                  </a:lnTo>
                  <a:close/>
                  <a:moveTo>
                    <a:pt x="5700" y="2800"/>
                  </a:moveTo>
                  <a:lnTo>
                    <a:pt x="5700" y="2924"/>
                  </a:lnTo>
                  <a:lnTo>
                    <a:pt x="5924" y="2924"/>
                  </a:lnTo>
                  <a:lnTo>
                    <a:pt x="5924" y="2800"/>
                  </a:lnTo>
                  <a:close/>
                  <a:moveTo>
                    <a:pt x="3000" y="2800"/>
                  </a:moveTo>
                  <a:lnTo>
                    <a:pt x="3000" y="2924"/>
                  </a:lnTo>
                  <a:lnTo>
                    <a:pt x="3124" y="2924"/>
                  </a:lnTo>
                  <a:lnTo>
                    <a:pt x="3124" y="2800"/>
                  </a:lnTo>
                  <a:close/>
                  <a:moveTo>
                    <a:pt x="1700" y="2800"/>
                  </a:moveTo>
                  <a:lnTo>
                    <a:pt x="1700" y="2924"/>
                  </a:lnTo>
                  <a:lnTo>
                    <a:pt x="1824" y="2924"/>
                  </a:lnTo>
                  <a:lnTo>
                    <a:pt x="1824" y="2800"/>
                  </a:lnTo>
                  <a:close/>
                  <a:moveTo>
                    <a:pt x="800" y="2800"/>
                  </a:moveTo>
                  <a:lnTo>
                    <a:pt x="800" y="2924"/>
                  </a:lnTo>
                  <a:lnTo>
                    <a:pt x="924" y="2924"/>
                  </a:lnTo>
                  <a:lnTo>
                    <a:pt x="924" y="2800"/>
                  </a:lnTo>
                  <a:close/>
                  <a:moveTo>
                    <a:pt x="7800" y="2600"/>
                  </a:moveTo>
                  <a:lnTo>
                    <a:pt x="7800" y="2724"/>
                  </a:lnTo>
                  <a:lnTo>
                    <a:pt x="7924" y="2724"/>
                  </a:lnTo>
                  <a:lnTo>
                    <a:pt x="7924" y="2600"/>
                  </a:lnTo>
                  <a:close/>
                  <a:moveTo>
                    <a:pt x="7000" y="2600"/>
                  </a:moveTo>
                  <a:lnTo>
                    <a:pt x="7000" y="2724"/>
                  </a:lnTo>
                  <a:lnTo>
                    <a:pt x="7224" y="2724"/>
                  </a:lnTo>
                  <a:lnTo>
                    <a:pt x="7224" y="2600"/>
                  </a:lnTo>
                  <a:close/>
                  <a:moveTo>
                    <a:pt x="2000" y="2600"/>
                  </a:moveTo>
                  <a:lnTo>
                    <a:pt x="2000" y="2824"/>
                  </a:lnTo>
                  <a:lnTo>
                    <a:pt x="2124" y="2824"/>
                  </a:lnTo>
                  <a:lnTo>
                    <a:pt x="2124" y="2750"/>
                  </a:lnTo>
                  <a:lnTo>
                    <a:pt x="2224" y="2724"/>
                  </a:lnTo>
                  <a:lnTo>
                    <a:pt x="2224" y="2600"/>
                  </a:lnTo>
                  <a:close/>
                  <a:moveTo>
                    <a:pt x="2600" y="2500"/>
                  </a:moveTo>
                  <a:lnTo>
                    <a:pt x="2600" y="2624"/>
                  </a:lnTo>
                  <a:lnTo>
                    <a:pt x="2824" y="2624"/>
                  </a:lnTo>
                  <a:lnTo>
                    <a:pt x="2824" y="2500"/>
                  </a:lnTo>
                  <a:close/>
                  <a:moveTo>
                    <a:pt x="900" y="2500"/>
                  </a:moveTo>
                  <a:lnTo>
                    <a:pt x="900" y="2624"/>
                  </a:lnTo>
                  <a:lnTo>
                    <a:pt x="1024" y="2624"/>
                  </a:lnTo>
                  <a:lnTo>
                    <a:pt x="1024" y="2500"/>
                  </a:lnTo>
                  <a:close/>
                  <a:moveTo>
                    <a:pt x="7700" y="2400"/>
                  </a:moveTo>
                  <a:lnTo>
                    <a:pt x="7700" y="2524"/>
                  </a:lnTo>
                  <a:lnTo>
                    <a:pt x="7824" y="2524"/>
                  </a:lnTo>
                  <a:lnTo>
                    <a:pt x="7824" y="2400"/>
                  </a:lnTo>
                  <a:close/>
                  <a:moveTo>
                    <a:pt x="6600" y="2400"/>
                  </a:moveTo>
                  <a:lnTo>
                    <a:pt x="6600" y="2524"/>
                  </a:lnTo>
                  <a:lnTo>
                    <a:pt x="6724" y="2524"/>
                  </a:lnTo>
                  <a:lnTo>
                    <a:pt x="6724" y="2400"/>
                  </a:lnTo>
                  <a:close/>
                  <a:moveTo>
                    <a:pt x="6400" y="2300"/>
                  </a:moveTo>
                  <a:lnTo>
                    <a:pt x="6400" y="2424"/>
                  </a:lnTo>
                  <a:lnTo>
                    <a:pt x="6524" y="2424"/>
                  </a:lnTo>
                  <a:lnTo>
                    <a:pt x="6524" y="2300"/>
                  </a:lnTo>
                  <a:close/>
                  <a:moveTo>
                    <a:pt x="7000" y="2200"/>
                  </a:moveTo>
                  <a:lnTo>
                    <a:pt x="7000" y="2524"/>
                  </a:lnTo>
                  <a:lnTo>
                    <a:pt x="7124" y="2524"/>
                  </a:lnTo>
                  <a:lnTo>
                    <a:pt x="7124" y="2200"/>
                  </a:lnTo>
                  <a:close/>
                  <a:moveTo>
                    <a:pt x="6600" y="2200"/>
                  </a:moveTo>
                  <a:lnTo>
                    <a:pt x="6600" y="2324"/>
                  </a:lnTo>
                  <a:lnTo>
                    <a:pt x="6724" y="2324"/>
                  </a:lnTo>
                  <a:lnTo>
                    <a:pt x="6724" y="2200"/>
                  </a:lnTo>
                  <a:close/>
                  <a:moveTo>
                    <a:pt x="1300" y="2100"/>
                  </a:moveTo>
                  <a:lnTo>
                    <a:pt x="1300" y="2224"/>
                  </a:lnTo>
                  <a:lnTo>
                    <a:pt x="1374" y="2224"/>
                  </a:lnTo>
                  <a:lnTo>
                    <a:pt x="1400" y="2324"/>
                  </a:lnTo>
                  <a:lnTo>
                    <a:pt x="1524" y="2324"/>
                  </a:lnTo>
                  <a:lnTo>
                    <a:pt x="1524" y="2200"/>
                  </a:lnTo>
                  <a:lnTo>
                    <a:pt x="1450" y="2200"/>
                  </a:lnTo>
                  <a:lnTo>
                    <a:pt x="1424" y="2100"/>
                  </a:lnTo>
                  <a:close/>
                  <a:moveTo>
                    <a:pt x="6800" y="2000"/>
                  </a:moveTo>
                  <a:lnTo>
                    <a:pt x="6800" y="2124"/>
                  </a:lnTo>
                  <a:lnTo>
                    <a:pt x="6924" y="2124"/>
                  </a:lnTo>
                  <a:lnTo>
                    <a:pt x="6924" y="2000"/>
                  </a:lnTo>
                  <a:close/>
                  <a:moveTo>
                    <a:pt x="1700" y="2000"/>
                  </a:moveTo>
                  <a:lnTo>
                    <a:pt x="1700" y="2124"/>
                  </a:lnTo>
                  <a:lnTo>
                    <a:pt x="1924" y="2124"/>
                  </a:lnTo>
                  <a:lnTo>
                    <a:pt x="1924" y="2000"/>
                  </a:lnTo>
                  <a:close/>
                  <a:moveTo>
                    <a:pt x="7000" y="1900"/>
                  </a:moveTo>
                  <a:lnTo>
                    <a:pt x="7000" y="2024"/>
                  </a:lnTo>
                  <a:lnTo>
                    <a:pt x="7124" y="2024"/>
                  </a:lnTo>
                  <a:lnTo>
                    <a:pt x="7124" y="1900"/>
                  </a:lnTo>
                  <a:close/>
                  <a:moveTo>
                    <a:pt x="6600" y="1900"/>
                  </a:moveTo>
                  <a:lnTo>
                    <a:pt x="6600" y="2024"/>
                  </a:lnTo>
                  <a:lnTo>
                    <a:pt x="6724" y="2024"/>
                  </a:lnTo>
                  <a:lnTo>
                    <a:pt x="6724" y="1900"/>
                  </a:lnTo>
                  <a:close/>
                  <a:moveTo>
                    <a:pt x="3400" y="1900"/>
                  </a:moveTo>
                  <a:lnTo>
                    <a:pt x="3400" y="2024"/>
                  </a:lnTo>
                  <a:lnTo>
                    <a:pt x="3524" y="2024"/>
                  </a:lnTo>
                  <a:lnTo>
                    <a:pt x="3524" y="1900"/>
                  </a:lnTo>
                  <a:close/>
                  <a:moveTo>
                    <a:pt x="2100" y="1900"/>
                  </a:moveTo>
                  <a:lnTo>
                    <a:pt x="2100" y="2024"/>
                  </a:lnTo>
                  <a:lnTo>
                    <a:pt x="2224" y="2024"/>
                  </a:lnTo>
                  <a:lnTo>
                    <a:pt x="2224" y="1900"/>
                  </a:lnTo>
                  <a:close/>
                  <a:moveTo>
                    <a:pt x="2200" y="1500"/>
                  </a:moveTo>
                  <a:lnTo>
                    <a:pt x="2200" y="1724"/>
                  </a:lnTo>
                  <a:lnTo>
                    <a:pt x="2324" y="1724"/>
                  </a:lnTo>
                  <a:lnTo>
                    <a:pt x="2324" y="1500"/>
                  </a:lnTo>
                  <a:close/>
                  <a:moveTo>
                    <a:pt x="6600" y="1400"/>
                  </a:moveTo>
                  <a:lnTo>
                    <a:pt x="6600" y="1524"/>
                  </a:lnTo>
                  <a:lnTo>
                    <a:pt x="6724" y="1524"/>
                  </a:lnTo>
                  <a:lnTo>
                    <a:pt x="6724" y="1400"/>
                  </a:lnTo>
                  <a:close/>
                  <a:moveTo>
                    <a:pt x="7100" y="1300"/>
                  </a:moveTo>
                  <a:lnTo>
                    <a:pt x="7100" y="1424"/>
                  </a:lnTo>
                  <a:lnTo>
                    <a:pt x="7224" y="1424"/>
                  </a:lnTo>
                  <a:lnTo>
                    <a:pt x="7224" y="1300"/>
                  </a:lnTo>
                  <a:close/>
                  <a:moveTo>
                    <a:pt x="6800" y="1300"/>
                  </a:moveTo>
                  <a:lnTo>
                    <a:pt x="6800" y="1424"/>
                  </a:lnTo>
                  <a:lnTo>
                    <a:pt x="7024" y="1424"/>
                  </a:lnTo>
                  <a:lnTo>
                    <a:pt x="7024" y="1300"/>
                  </a:lnTo>
                  <a:close/>
                  <a:moveTo>
                    <a:pt x="1600" y="1200"/>
                  </a:moveTo>
                  <a:lnTo>
                    <a:pt x="1600" y="1324"/>
                  </a:lnTo>
                  <a:lnTo>
                    <a:pt x="1724" y="1324"/>
                  </a:lnTo>
                  <a:lnTo>
                    <a:pt x="1724" y="1200"/>
                  </a:lnTo>
                  <a:close/>
                  <a:moveTo>
                    <a:pt x="7400" y="1100"/>
                  </a:moveTo>
                  <a:lnTo>
                    <a:pt x="7400" y="1224"/>
                  </a:lnTo>
                  <a:lnTo>
                    <a:pt x="7524" y="1224"/>
                  </a:lnTo>
                  <a:lnTo>
                    <a:pt x="7524" y="1100"/>
                  </a:lnTo>
                  <a:close/>
                  <a:moveTo>
                    <a:pt x="1300" y="1100"/>
                  </a:moveTo>
                  <a:lnTo>
                    <a:pt x="1300" y="1224"/>
                  </a:lnTo>
                  <a:lnTo>
                    <a:pt x="1424" y="1224"/>
                  </a:lnTo>
                  <a:lnTo>
                    <a:pt x="1424" y="1100"/>
                  </a:lnTo>
                  <a:close/>
                  <a:moveTo>
                    <a:pt x="1700" y="900"/>
                  </a:moveTo>
                  <a:lnTo>
                    <a:pt x="1700" y="1024"/>
                  </a:lnTo>
                  <a:lnTo>
                    <a:pt x="1824" y="1024"/>
                  </a:lnTo>
                  <a:lnTo>
                    <a:pt x="1824" y="900"/>
                  </a:lnTo>
                  <a:close/>
                  <a:moveTo>
                    <a:pt x="7400" y="800"/>
                  </a:moveTo>
                  <a:lnTo>
                    <a:pt x="7400" y="924"/>
                  </a:lnTo>
                  <a:lnTo>
                    <a:pt x="7624" y="924"/>
                  </a:lnTo>
                  <a:lnTo>
                    <a:pt x="7624" y="800"/>
                  </a:lnTo>
                  <a:close/>
                  <a:moveTo>
                    <a:pt x="1200" y="800"/>
                  </a:moveTo>
                  <a:lnTo>
                    <a:pt x="1200" y="924"/>
                  </a:lnTo>
                  <a:lnTo>
                    <a:pt x="1324" y="924"/>
                  </a:lnTo>
                  <a:lnTo>
                    <a:pt x="1324" y="800"/>
                  </a:lnTo>
                  <a:close/>
                  <a:moveTo>
                    <a:pt x="7100" y="700"/>
                  </a:moveTo>
                  <a:lnTo>
                    <a:pt x="7100" y="824"/>
                  </a:lnTo>
                  <a:lnTo>
                    <a:pt x="7224" y="824"/>
                  </a:lnTo>
                  <a:lnTo>
                    <a:pt x="7224" y="700"/>
                  </a:lnTo>
                  <a:close/>
                  <a:moveTo>
                    <a:pt x="1600" y="700"/>
                  </a:moveTo>
                  <a:lnTo>
                    <a:pt x="1600" y="824"/>
                  </a:lnTo>
                  <a:lnTo>
                    <a:pt x="1724" y="824"/>
                  </a:lnTo>
                  <a:lnTo>
                    <a:pt x="1724" y="700"/>
                  </a:lnTo>
                  <a:close/>
                  <a:moveTo>
                    <a:pt x="6800" y="600"/>
                  </a:moveTo>
                  <a:lnTo>
                    <a:pt x="6800" y="724"/>
                  </a:lnTo>
                  <a:lnTo>
                    <a:pt x="6924" y="724"/>
                  </a:lnTo>
                  <a:lnTo>
                    <a:pt x="6924" y="600"/>
                  </a:lnTo>
                  <a:close/>
                  <a:moveTo>
                    <a:pt x="1900" y="600"/>
                  </a:moveTo>
                  <a:lnTo>
                    <a:pt x="1900" y="724"/>
                  </a:lnTo>
                  <a:lnTo>
                    <a:pt x="2124" y="724"/>
                  </a:lnTo>
                  <a:lnTo>
                    <a:pt x="2124" y="600"/>
                  </a:lnTo>
                  <a:close/>
                  <a:moveTo>
                    <a:pt x="6500" y="500"/>
                  </a:moveTo>
                  <a:lnTo>
                    <a:pt x="6500" y="624"/>
                  </a:lnTo>
                  <a:lnTo>
                    <a:pt x="6624" y="624"/>
                  </a:lnTo>
                  <a:lnTo>
                    <a:pt x="6624" y="500"/>
                  </a:lnTo>
                  <a:close/>
                  <a:moveTo>
                    <a:pt x="2200" y="500"/>
                  </a:moveTo>
                  <a:lnTo>
                    <a:pt x="2200" y="624"/>
                  </a:lnTo>
                  <a:lnTo>
                    <a:pt x="2324" y="624"/>
                  </a:lnTo>
                  <a:lnTo>
                    <a:pt x="2324" y="500"/>
                  </a:lnTo>
                  <a:close/>
                  <a:moveTo>
                    <a:pt x="6200" y="400"/>
                  </a:moveTo>
                  <a:lnTo>
                    <a:pt x="6200" y="524"/>
                  </a:lnTo>
                  <a:lnTo>
                    <a:pt x="6324" y="524"/>
                  </a:lnTo>
                  <a:lnTo>
                    <a:pt x="6324" y="400"/>
                  </a:lnTo>
                  <a:close/>
                  <a:moveTo>
                    <a:pt x="5600" y="400"/>
                  </a:moveTo>
                  <a:lnTo>
                    <a:pt x="5600" y="524"/>
                  </a:lnTo>
                  <a:lnTo>
                    <a:pt x="5724" y="524"/>
                  </a:lnTo>
                  <a:lnTo>
                    <a:pt x="5724" y="400"/>
                  </a:lnTo>
                  <a:close/>
                  <a:moveTo>
                    <a:pt x="2500" y="400"/>
                  </a:moveTo>
                  <a:lnTo>
                    <a:pt x="2500" y="524"/>
                  </a:lnTo>
                  <a:lnTo>
                    <a:pt x="2624" y="524"/>
                  </a:lnTo>
                  <a:lnTo>
                    <a:pt x="2624" y="400"/>
                  </a:lnTo>
                  <a:close/>
                  <a:moveTo>
                    <a:pt x="5900" y="300"/>
                  </a:moveTo>
                  <a:lnTo>
                    <a:pt x="5900" y="424"/>
                  </a:lnTo>
                  <a:lnTo>
                    <a:pt x="6024" y="424"/>
                  </a:lnTo>
                  <a:lnTo>
                    <a:pt x="6024" y="300"/>
                  </a:lnTo>
                  <a:close/>
                  <a:moveTo>
                    <a:pt x="2800" y="300"/>
                  </a:moveTo>
                  <a:lnTo>
                    <a:pt x="2800" y="424"/>
                  </a:lnTo>
                  <a:lnTo>
                    <a:pt x="2924" y="424"/>
                  </a:lnTo>
                  <a:lnTo>
                    <a:pt x="2924" y="300"/>
                  </a:lnTo>
                  <a:close/>
                  <a:moveTo>
                    <a:pt x="5600" y="200"/>
                  </a:moveTo>
                  <a:lnTo>
                    <a:pt x="5600" y="324"/>
                  </a:lnTo>
                  <a:lnTo>
                    <a:pt x="5724" y="324"/>
                  </a:lnTo>
                  <a:lnTo>
                    <a:pt x="5724" y="200"/>
                  </a:lnTo>
                  <a:close/>
                  <a:moveTo>
                    <a:pt x="5400" y="100"/>
                  </a:moveTo>
                  <a:lnTo>
                    <a:pt x="5400" y="224"/>
                  </a:lnTo>
                  <a:lnTo>
                    <a:pt x="5524" y="224"/>
                  </a:lnTo>
                  <a:lnTo>
                    <a:pt x="5524" y="100"/>
                  </a:lnTo>
                  <a:close/>
                  <a:moveTo>
                    <a:pt x="3300" y="100"/>
                  </a:moveTo>
                  <a:lnTo>
                    <a:pt x="3300" y="224"/>
                  </a:lnTo>
                  <a:lnTo>
                    <a:pt x="3424" y="224"/>
                  </a:lnTo>
                  <a:lnTo>
                    <a:pt x="3424" y="100"/>
                  </a:lnTo>
                  <a:close/>
                  <a:moveTo>
                    <a:pt x="5100" y="0"/>
                  </a:moveTo>
                  <a:lnTo>
                    <a:pt x="5100" y="124"/>
                  </a:lnTo>
                  <a:lnTo>
                    <a:pt x="5224" y="124"/>
                  </a:lnTo>
                  <a:lnTo>
                    <a:pt x="5224" y="0"/>
                  </a:lnTo>
                  <a:close/>
                  <a:moveTo>
                    <a:pt x="4300" y="0"/>
                  </a:moveTo>
                  <a:lnTo>
                    <a:pt x="4300" y="124"/>
                  </a:lnTo>
                  <a:lnTo>
                    <a:pt x="4524" y="124"/>
                  </a:lnTo>
                  <a:lnTo>
                    <a:pt x="4524" y="0"/>
                  </a:lnTo>
                  <a:close/>
                  <a:moveTo>
                    <a:pt x="3600" y="0"/>
                  </a:moveTo>
                  <a:lnTo>
                    <a:pt x="3600" y="124"/>
                  </a:lnTo>
                  <a:lnTo>
                    <a:pt x="3724" y="124"/>
                  </a:lnTo>
                  <a:lnTo>
                    <a:pt x="3724" y="0"/>
                  </a:lnTo>
                  <a:close/>
                </a:path>
              </a:pathLst>
            </a:custGeom>
            <a:solidFill>
              <a:srgbClr val="1A151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3" name="Annotation MLLM illustration color 19"/>
            <p:cNvSpPr/>
            <p:nvPr/>
          </p:nvSpPr>
          <p:spPr>
            <a:xfrm>
              <a:off x="9632107" y="4493179"/>
              <a:ext cx="816011" cy="816011"/>
            </a:xfrm>
            <a:custGeom>
              <a:avLst/>
              <a:gdLst/>
              <a:ahLst/>
              <a:cxnLst/>
              <a:rect l="l" t="t" r="r" b="b"/>
              <a:pathLst>
                <a:path w="8924" h="8924">
                  <a:moveTo>
                    <a:pt x="1100" y="8800"/>
                  </a:moveTo>
                  <a:lnTo>
                    <a:pt x="1100" y="8924"/>
                  </a:lnTo>
                  <a:lnTo>
                    <a:pt x="1224" y="8924"/>
                  </a:lnTo>
                  <a:lnTo>
                    <a:pt x="1224" y="8800"/>
                  </a:lnTo>
                  <a:close/>
                  <a:moveTo>
                    <a:pt x="7400" y="8400"/>
                  </a:moveTo>
                  <a:lnTo>
                    <a:pt x="7400" y="8524"/>
                  </a:lnTo>
                  <a:lnTo>
                    <a:pt x="7524" y="8524"/>
                  </a:lnTo>
                  <a:lnTo>
                    <a:pt x="7524" y="8400"/>
                  </a:lnTo>
                  <a:close/>
                  <a:moveTo>
                    <a:pt x="7300" y="8200"/>
                  </a:moveTo>
                  <a:lnTo>
                    <a:pt x="7300" y="8324"/>
                  </a:lnTo>
                  <a:lnTo>
                    <a:pt x="7424" y="8324"/>
                  </a:lnTo>
                  <a:lnTo>
                    <a:pt x="7424" y="8200"/>
                  </a:lnTo>
                  <a:close/>
                  <a:moveTo>
                    <a:pt x="1624" y="8000"/>
                  </a:moveTo>
                  <a:lnTo>
                    <a:pt x="1500" y="8000"/>
                  </a:lnTo>
                  <a:lnTo>
                    <a:pt x="1500" y="8074"/>
                  </a:lnTo>
                  <a:lnTo>
                    <a:pt x="1400" y="8100"/>
                  </a:lnTo>
                  <a:lnTo>
                    <a:pt x="1400" y="8224"/>
                  </a:lnTo>
                  <a:lnTo>
                    <a:pt x="1524" y="8224"/>
                  </a:lnTo>
                  <a:lnTo>
                    <a:pt x="1524" y="8150"/>
                  </a:lnTo>
                  <a:lnTo>
                    <a:pt x="1624" y="8124"/>
                  </a:lnTo>
                  <a:close/>
                  <a:moveTo>
                    <a:pt x="6900" y="7800"/>
                  </a:moveTo>
                  <a:lnTo>
                    <a:pt x="6900" y="7924"/>
                  </a:lnTo>
                  <a:lnTo>
                    <a:pt x="7024" y="7924"/>
                  </a:lnTo>
                  <a:lnTo>
                    <a:pt x="7024" y="7800"/>
                  </a:lnTo>
                  <a:close/>
                  <a:moveTo>
                    <a:pt x="5300" y="7500"/>
                  </a:moveTo>
                  <a:lnTo>
                    <a:pt x="5300" y="7624"/>
                  </a:lnTo>
                  <a:lnTo>
                    <a:pt x="5824" y="7624"/>
                  </a:lnTo>
                  <a:lnTo>
                    <a:pt x="5824" y="7500"/>
                  </a:lnTo>
                  <a:close/>
                  <a:moveTo>
                    <a:pt x="3300" y="7500"/>
                  </a:moveTo>
                  <a:lnTo>
                    <a:pt x="3300" y="7624"/>
                  </a:lnTo>
                  <a:lnTo>
                    <a:pt x="3624" y="7624"/>
                  </a:lnTo>
                  <a:lnTo>
                    <a:pt x="3624" y="7500"/>
                  </a:lnTo>
                  <a:close/>
                  <a:moveTo>
                    <a:pt x="3000" y="7500"/>
                  </a:moveTo>
                  <a:lnTo>
                    <a:pt x="3000" y="7624"/>
                  </a:lnTo>
                  <a:lnTo>
                    <a:pt x="3124" y="7624"/>
                  </a:lnTo>
                  <a:lnTo>
                    <a:pt x="3124" y="7500"/>
                  </a:lnTo>
                  <a:close/>
                  <a:moveTo>
                    <a:pt x="6900" y="7400"/>
                  </a:moveTo>
                  <a:lnTo>
                    <a:pt x="6900" y="7524"/>
                  </a:lnTo>
                  <a:lnTo>
                    <a:pt x="7024" y="7524"/>
                  </a:lnTo>
                  <a:lnTo>
                    <a:pt x="7024" y="7400"/>
                  </a:lnTo>
                  <a:close/>
                  <a:moveTo>
                    <a:pt x="7300" y="7300"/>
                  </a:moveTo>
                  <a:lnTo>
                    <a:pt x="7300" y="7424"/>
                  </a:lnTo>
                  <a:lnTo>
                    <a:pt x="7424" y="7424"/>
                  </a:lnTo>
                  <a:lnTo>
                    <a:pt x="7424" y="7300"/>
                  </a:lnTo>
                  <a:close/>
                  <a:moveTo>
                    <a:pt x="1000" y="7100"/>
                  </a:moveTo>
                  <a:lnTo>
                    <a:pt x="1000" y="7224"/>
                  </a:lnTo>
                  <a:lnTo>
                    <a:pt x="1124" y="7224"/>
                  </a:lnTo>
                  <a:lnTo>
                    <a:pt x="1124" y="7100"/>
                  </a:lnTo>
                  <a:close/>
                  <a:moveTo>
                    <a:pt x="7900" y="6800"/>
                  </a:moveTo>
                  <a:lnTo>
                    <a:pt x="7900" y="6924"/>
                  </a:lnTo>
                  <a:lnTo>
                    <a:pt x="8024" y="6924"/>
                  </a:lnTo>
                  <a:lnTo>
                    <a:pt x="8024" y="6800"/>
                  </a:lnTo>
                  <a:close/>
                  <a:moveTo>
                    <a:pt x="600" y="6200"/>
                  </a:moveTo>
                  <a:lnTo>
                    <a:pt x="600" y="6324"/>
                  </a:lnTo>
                  <a:lnTo>
                    <a:pt x="724" y="6324"/>
                  </a:lnTo>
                  <a:lnTo>
                    <a:pt x="724" y="6200"/>
                  </a:lnTo>
                  <a:close/>
                  <a:moveTo>
                    <a:pt x="8100" y="5900"/>
                  </a:moveTo>
                  <a:lnTo>
                    <a:pt x="8100" y="6024"/>
                  </a:lnTo>
                  <a:lnTo>
                    <a:pt x="8224" y="6024"/>
                  </a:lnTo>
                  <a:lnTo>
                    <a:pt x="8224" y="5900"/>
                  </a:lnTo>
                  <a:close/>
                  <a:moveTo>
                    <a:pt x="500" y="5800"/>
                  </a:moveTo>
                  <a:lnTo>
                    <a:pt x="500" y="5924"/>
                  </a:lnTo>
                  <a:lnTo>
                    <a:pt x="624" y="5924"/>
                  </a:lnTo>
                  <a:lnTo>
                    <a:pt x="624" y="5800"/>
                  </a:lnTo>
                  <a:close/>
                  <a:moveTo>
                    <a:pt x="0" y="5400"/>
                  </a:moveTo>
                  <a:lnTo>
                    <a:pt x="0" y="5524"/>
                  </a:lnTo>
                  <a:lnTo>
                    <a:pt x="124" y="5524"/>
                  </a:lnTo>
                  <a:lnTo>
                    <a:pt x="124" y="5400"/>
                  </a:lnTo>
                  <a:close/>
                  <a:moveTo>
                    <a:pt x="8700" y="5300"/>
                  </a:moveTo>
                  <a:lnTo>
                    <a:pt x="8700" y="5424"/>
                  </a:lnTo>
                  <a:lnTo>
                    <a:pt x="8824" y="5424"/>
                  </a:lnTo>
                  <a:lnTo>
                    <a:pt x="8824" y="5300"/>
                  </a:lnTo>
                  <a:close/>
                  <a:moveTo>
                    <a:pt x="8800" y="5000"/>
                  </a:moveTo>
                  <a:lnTo>
                    <a:pt x="8800" y="5124"/>
                  </a:lnTo>
                  <a:lnTo>
                    <a:pt x="8924" y="5124"/>
                  </a:lnTo>
                  <a:lnTo>
                    <a:pt x="8924" y="5000"/>
                  </a:lnTo>
                  <a:close/>
                  <a:moveTo>
                    <a:pt x="8600" y="3900"/>
                  </a:moveTo>
                  <a:lnTo>
                    <a:pt x="8600" y="4024"/>
                  </a:lnTo>
                  <a:lnTo>
                    <a:pt x="8724" y="4024"/>
                  </a:lnTo>
                  <a:lnTo>
                    <a:pt x="8724" y="3900"/>
                  </a:lnTo>
                  <a:close/>
                  <a:moveTo>
                    <a:pt x="8400" y="3700"/>
                  </a:moveTo>
                  <a:lnTo>
                    <a:pt x="8400" y="3824"/>
                  </a:lnTo>
                  <a:lnTo>
                    <a:pt x="8524" y="3824"/>
                  </a:lnTo>
                  <a:lnTo>
                    <a:pt x="8524" y="3700"/>
                  </a:lnTo>
                  <a:close/>
                  <a:moveTo>
                    <a:pt x="8200" y="3600"/>
                  </a:moveTo>
                  <a:lnTo>
                    <a:pt x="8200" y="3724"/>
                  </a:lnTo>
                  <a:lnTo>
                    <a:pt x="8324" y="3724"/>
                  </a:lnTo>
                  <a:lnTo>
                    <a:pt x="8324" y="3600"/>
                  </a:lnTo>
                  <a:close/>
                  <a:moveTo>
                    <a:pt x="600" y="3300"/>
                  </a:moveTo>
                  <a:lnTo>
                    <a:pt x="600" y="3424"/>
                  </a:lnTo>
                  <a:lnTo>
                    <a:pt x="724" y="3424"/>
                  </a:lnTo>
                  <a:lnTo>
                    <a:pt x="724" y="3300"/>
                  </a:lnTo>
                  <a:close/>
                  <a:moveTo>
                    <a:pt x="8000" y="3000"/>
                  </a:moveTo>
                  <a:lnTo>
                    <a:pt x="8000" y="3124"/>
                  </a:lnTo>
                  <a:lnTo>
                    <a:pt x="8124" y="3124"/>
                  </a:lnTo>
                  <a:lnTo>
                    <a:pt x="8124" y="3000"/>
                  </a:lnTo>
                  <a:close/>
                  <a:moveTo>
                    <a:pt x="700" y="2900"/>
                  </a:moveTo>
                  <a:lnTo>
                    <a:pt x="700" y="3024"/>
                  </a:lnTo>
                  <a:lnTo>
                    <a:pt x="824" y="3024"/>
                  </a:lnTo>
                  <a:lnTo>
                    <a:pt x="824" y="2900"/>
                  </a:lnTo>
                  <a:close/>
                  <a:moveTo>
                    <a:pt x="1124" y="2500"/>
                  </a:moveTo>
                  <a:lnTo>
                    <a:pt x="1000" y="2500"/>
                  </a:lnTo>
                  <a:lnTo>
                    <a:pt x="1000" y="2574"/>
                  </a:lnTo>
                  <a:lnTo>
                    <a:pt x="900" y="2600"/>
                  </a:lnTo>
                  <a:lnTo>
                    <a:pt x="900" y="2724"/>
                  </a:lnTo>
                  <a:lnTo>
                    <a:pt x="1024" y="2724"/>
                  </a:lnTo>
                  <a:lnTo>
                    <a:pt x="1024" y="2650"/>
                  </a:lnTo>
                  <a:lnTo>
                    <a:pt x="1124" y="2624"/>
                  </a:lnTo>
                  <a:close/>
                  <a:moveTo>
                    <a:pt x="1700" y="2200"/>
                  </a:moveTo>
                  <a:lnTo>
                    <a:pt x="1700" y="2324"/>
                  </a:lnTo>
                  <a:lnTo>
                    <a:pt x="1824" y="2324"/>
                  </a:lnTo>
                  <a:lnTo>
                    <a:pt x="1824" y="2200"/>
                  </a:lnTo>
                  <a:close/>
                  <a:moveTo>
                    <a:pt x="7500" y="1500"/>
                  </a:moveTo>
                  <a:lnTo>
                    <a:pt x="7500" y="1624"/>
                  </a:lnTo>
                  <a:lnTo>
                    <a:pt x="7624" y="1624"/>
                  </a:lnTo>
                  <a:lnTo>
                    <a:pt x="7624" y="1500"/>
                  </a:lnTo>
                  <a:close/>
                  <a:moveTo>
                    <a:pt x="1200" y="1500"/>
                  </a:moveTo>
                  <a:lnTo>
                    <a:pt x="1200" y="1624"/>
                  </a:lnTo>
                  <a:lnTo>
                    <a:pt x="1324" y="1624"/>
                  </a:lnTo>
                  <a:lnTo>
                    <a:pt x="1324" y="1500"/>
                  </a:lnTo>
                  <a:close/>
                  <a:moveTo>
                    <a:pt x="7700" y="1400"/>
                  </a:moveTo>
                  <a:lnTo>
                    <a:pt x="7700" y="1524"/>
                  </a:lnTo>
                  <a:lnTo>
                    <a:pt x="7824" y="1524"/>
                  </a:lnTo>
                  <a:lnTo>
                    <a:pt x="7824" y="1400"/>
                  </a:lnTo>
                  <a:close/>
                  <a:moveTo>
                    <a:pt x="1000" y="1400"/>
                  </a:moveTo>
                  <a:lnTo>
                    <a:pt x="1000" y="1524"/>
                  </a:lnTo>
                  <a:lnTo>
                    <a:pt x="1124" y="1524"/>
                  </a:lnTo>
                  <a:lnTo>
                    <a:pt x="1124" y="1400"/>
                  </a:lnTo>
                  <a:close/>
                  <a:moveTo>
                    <a:pt x="7700" y="1100"/>
                  </a:moveTo>
                  <a:lnTo>
                    <a:pt x="7700" y="1224"/>
                  </a:lnTo>
                  <a:lnTo>
                    <a:pt x="7824" y="1224"/>
                  </a:lnTo>
                  <a:lnTo>
                    <a:pt x="7824" y="1100"/>
                  </a:lnTo>
                  <a:close/>
                  <a:moveTo>
                    <a:pt x="1200" y="1000"/>
                  </a:moveTo>
                  <a:lnTo>
                    <a:pt x="1200" y="1124"/>
                  </a:lnTo>
                  <a:lnTo>
                    <a:pt x="1324" y="1124"/>
                  </a:lnTo>
                  <a:lnTo>
                    <a:pt x="1324" y="1000"/>
                  </a:lnTo>
                  <a:close/>
                  <a:moveTo>
                    <a:pt x="2300" y="600"/>
                  </a:moveTo>
                  <a:lnTo>
                    <a:pt x="2300" y="724"/>
                  </a:lnTo>
                  <a:lnTo>
                    <a:pt x="2424" y="724"/>
                  </a:lnTo>
                  <a:lnTo>
                    <a:pt x="2424" y="600"/>
                  </a:lnTo>
                  <a:close/>
                  <a:moveTo>
                    <a:pt x="6100" y="500"/>
                  </a:moveTo>
                  <a:lnTo>
                    <a:pt x="6100" y="624"/>
                  </a:lnTo>
                  <a:lnTo>
                    <a:pt x="6224" y="624"/>
                  </a:lnTo>
                  <a:lnTo>
                    <a:pt x="6224" y="500"/>
                  </a:lnTo>
                  <a:close/>
                  <a:moveTo>
                    <a:pt x="5800" y="400"/>
                  </a:moveTo>
                  <a:lnTo>
                    <a:pt x="5800" y="524"/>
                  </a:lnTo>
                  <a:lnTo>
                    <a:pt x="5924" y="524"/>
                  </a:lnTo>
                  <a:lnTo>
                    <a:pt x="5924" y="400"/>
                  </a:lnTo>
                  <a:close/>
                  <a:moveTo>
                    <a:pt x="2900" y="400"/>
                  </a:moveTo>
                  <a:lnTo>
                    <a:pt x="2900" y="524"/>
                  </a:lnTo>
                  <a:lnTo>
                    <a:pt x="3024" y="524"/>
                  </a:lnTo>
                  <a:lnTo>
                    <a:pt x="3024" y="400"/>
                  </a:lnTo>
                  <a:close/>
                  <a:moveTo>
                    <a:pt x="5500" y="300"/>
                  </a:moveTo>
                  <a:lnTo>
                    <a:pt x="5500" y="424"/>
                  </a:lnTo>
                  <a:lnTo>
                    <a:pt x="5624" y="424"/>
                  </a:lnTo>
                  <a:lnTo>
                    <a:pt x="5624" y="300"/>
                  </a:lnTo>
                  <a:close/>
                  <a:moveTo>
                    <a:pt x="3200" y="300"/>
                  </a:moveTo>
                  <a:lnTo>
                    <a:pt x="3200" y="424"/>
                  </a:lnTo>
                  <a:lnTo>
                    <a:pt x="3324" y="424"/>
                  </a:lnTo>
                  <a:lnTo>
                    <a:pt x="3324" y="300"/>
                  </a:lnTo>
                  <a:close/>
                  <a:moveTo>
                    <a:pt x="4600" y="0"/>
                  </a:moveTo>
                  <a:lnTo>
                    <a:pt x="4600" y="124"/>
                  </a:lnTo>
                  <a:lnTo>
                    <a:pt x="4724" y="124"/>
                  </a:lnTo>
                  <a:lnTo>
                    <a:pt x="4724" y="0"/>
                  </a:lnTo>
                  <a:close/>
                </a:path>
              </a:pathLst>
            </a:custGeom>
            <a:solidFill>
              <a:srgbClr val="EBEA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4" name="Annotation MLLM illustration color 20"/>
            <p:cNvSpPr/>
            <p:nvPr/>
          </p:nvSpPr>
          <p:spPr>
            <a:xfrm>
              <a:off x="9714403" y="4721779"/>
              <a:ext cx="633131" cy="651419"/>
            </a:xfrm>
            <a:custGeom>
              <a:avLst/>
              <a:gdLst/>
              <a:ahLst/>
              <a:cxnLst/>
              <a:rect l="l" t="t" r="r" b="b"/>
              <a:pathLst>
                <a:path w="6924" h="7124">
                  <a:moveTo>
                    <a:pt x="6400" y="7000"/>
                  </a:moveTo>
                  <a:lnTo>
                    <a:pt x="6400" y="7124"/>
                  </a:lnTo>
                  <a:lnTo>
                    <a:pt x="6524" y="7124"/>
                  </a:lnTo>
                  <a:lnTo>
                    <a:pt x="6524" y="7000"/>
                  </a:lnTo>
                  <a:close/>
                  <a:moveTo>
                    <a:pt x="6400" y="6700"/>
                  </a:moveTo>
                  <a:lnTo>
                    <a:pt x="6400" y="6924"/>
                  </a:lnTo>
                  <a:lnTo>
                    <a:pt x="6524" y="6924"/>
                  </a:lnTo>
                  <a:lnTo>
                    <a:pt x="6524" y="6700"/>
                  </a:lnTo>
                  <a:close/>
                  <a:moveTo>
                    <a:pt x="6300" y="6200"/>
                  </a:moveTo>
                  <a:lnTo>
                    <a:pt x="6300" y="6324"/>
                  </a:lnTo>
                  <a:lnTo>
                    <a:pt x="6424" y="6324"/>
                  </a:lnTo>
                  <a:lnTo>
                    <a:pt x="6424" y="6200"/>
                  </a:lnTo>
                  <a:close/>
                  <a:moveTo>
                    <a:pt x="600" y="6000"/>
                  </a:moveTo>
                  <a:lnTo>
                    <a:pt x="600" y="6124"/>
                  </a:lnTo>
                  <a:lnTo>
                    <a:pt x="724" y="6124"/>
                  </a:lnTo>
                  <a:lnTo>
                    <a:pt x="724" y="6000"/>
                  </a:lnTo>
                  <a:close/>
                  <a:moveTo>
                    <a:pt x="6100" y="5800"/>
                  </a:moveTo>
                  <a:lnTo>
                    <a:pt x="6100" y="5924"/>
                  </a:lnTo>
                  <a:lnTo>
                    <a:pt x="6224" y="5924"/>
                  </a:lnTo>
                  <a:lnTo>
                    <a:pt x="6224" y="5800"/>
                  </a:lnTo>
                  <a:close/>
                  <a:moveTo>
                    <a:pt x="4000" y="5700"/>
                  </a:moveTo>
                  <a:lnTo>
                    <a:pt x="4000" y="5824"/>
                  </a:lnTo>
                  <a:lnTo>
                    <a:pt x="4124" y="5824"/>
                  </a:lnTo>
                  <a:lnTo>
                    <a:pt x="4124" y="5700"/>
                  </a:lnTo>
                  <a:close/>
                  <a:moveTo>
                    <a:pt x="800" y="5700"/>
                  </a:moveTo>
                  <a:lnTo>
                    <a:pt x="800" y="5824"/>
                  </a:lnTo>
                  <a:lnTo>
                    <a:pt x="924" y="5824"/>
                  </a:lnTo>
                  <a:lnTo>
                    <a:pt x="924" y="5700"/>
                  </a:lnTo>
                  <a:close/>
                  <a:moveTo>
                    <a:pt x="5900" y="5600"/>
                  </a:moveTo>
                  <a:lnTo>
                    <a:pt x="5900" y="5724"/>
                  </a:lnTo>
                  <a:lnTo>
                    <a:pt x="6024" y="5724"/>
                  </a:lnTo>
                  <a:lnTo>
                    <a:pt x="6024" y="5600"/>
                  </a:lnTo>
                  <a:close/>
                  <a:moveTo>
                    <a:pt x="1100" y="5500"/>
                  </a:moveTo>
                  <a:lnTo>
                    <a:pt x="1100" y="5624"/>
                  </a:lnTo>
                  <a:lnTo>
                    <a:pt x="1224" y="5624"/>
                  </a:lnTo>
                  <a:lnTo>
                    <a:pt x="1224" y="5500"/>
                  </a:lnTo>
                  <a:close/>
                  <a:moveTo>
                    <a:pt x="4400" y="5400"/>
                  </a:moveTo>
                  <a:lnTo>
                    <a:pt x="4400" y="5524"/>
                  </a:lnTo>
                  <a:lnTo>
                    <a:pt x="5424" y="5524"/>
                  </a:lnTo>
                  <a:lnTo>
                    <a:pt x="5424" y="5400"/>
                  </a:lnTo>
                  <a:close/>
                  <a:moveTo>
                    <a:pt x="4200" y="5400"/>
                  </a:moveTo>
                  <a:lnTo>
                    <a:pt x="4200" y="5524"/>
                  </a:lnTo>
                  <a:lnTo>
                    <a:pt x="4324" y="5524"/>
                  </a:lnTo>
                  <a:lnTo>
                    <a:pt x="4324" y="5400"/>
                  </a:lnTo>
                  <a:close/>
                  <a:moveTo>
                    <a:pt x="2600" y="5400"/>
                  </a:moveTo>
                  <a:lnTo>
                    <a:pt x="2600" y="5524"/>
                  </a:lnTo>
                  <a:lnTo>
                    <a:pt x="2724" y="5524"/>
                  </a:lnTo>
                  <a:lnTo>
                    <a:pt x="2724" y="5400"/>
                  </a:lnTo>
                  <a:close/>
                  <a:moveTo>
                    <a:pt x="1600" y="5400"/>
                  </a:moveTo>
                  <a:lnTo>
                    <a:pt x="1600" y="5524"/>
                  </a:lnTo>
                  <a:lnTo>
                    <a:pt x="2524" y="5524"/>
                  </a:lnTo>
                  <a:lnTo>
                    <a:pt x="2524" y="5400"/>
                  </a:lnTo>
                  <a:close/>
                  <a:moveTo>
                    <a:pt x="5700" y="4600"/>
                  </a:moveTo>
                  <a:lnTo>
                    <a:pt x="5700" y="4724"/>
                  </a:lnTo>
                  <a:lnTo>
                    <a:pt x="5924" y="4724"/>
                  </a:lnTo>
                  <a:lnTo>
                    <a:pt x="5924" y="4600"/>
                  </a:lnTo>
                  <a:close/>
                  <a:moveTo>
                    <a:pt x="1200" y="4600"/>
                  </a:moveTo>
                  <a:lnTo>
                    <a:pt x="1200" y="4724"/>
                  </a:lnTo>
                  <a:lnTo>
                    <a:pt x="1324" y="4724"/>
                  </a:lnTo>
                  <a:lnTo>
                    <a:pt x="1324" y="4600"/>
                  </a:lnTo>
                  <a:close/>
                  <a:moveTo>
                    <a:pt x="600" y="4500"/>
                  </a:moveTo>
                  <a:lnTo>
                    <a:pt x="600" y="4624"/>
                  </a:lnTo>
                  <a:lnTo>
                    <a:pt x="724" y="4624"/>
                  </a:lnTo>
                  <a:lnTo>
                    <a:pt x="724" y="4500"/>
                  </a:lnTo>
                  <a:close/>
                  <a:moveTo>
                    <a:pt x="400" y="4400"/>
                  </a:moveTo>
                  <a:lnTo>
                    <a:pt x="400" y="4524"/>
                  </a:lnTo>
                  <a:lnTo>
                    <a:pt x="524" y="4524"/>
                  </a:lnTo>
                  <a:lnTo>
                    <a:pt x="524" y="4400"/>
                  </a:lnTo>
                  <a:close/>
                  <a:moveTo>
                    <a:pt x="5000" y="4300"/>
                  </a:moveTo>
                  <a:lnTo>
                    <a:pt x="5000" y="4424"/>
                  </a:lnTo>
                  <a:lnTo>
                    <a:pt x="5224" y="4424"/>
                  </a:lnTo>
                  <a:lnTo>
                    <a:pt x="5224" y="4300"/>
                  </a:lnTo>
                  <a:close/>
                  <a:moveTo>
                    <a:pt x="1700" y="4300"/>
                  </a:moveTo>
                  <a:lnTo>
                    <a:pt x="1700" y="4424"/>
                  </a:lnTo>
                  <a:lnTo>
                    <a:pt x="2024" y="4424"/>
                  </a:lnTo>
                  <a:lnTo>
                    <a:pt x="2024" y="4300"/>
                  </a:lnTo>
                  <a:close/>
                  <a:moveTo>
                    <a:pt x="900" y="4200"/>
                  </a:moveTo>
                  <a:lnTo>
                    <a:pt x="900" y="4324"/>
                  </a:lnTo>
                  <a:lnTo>
                    <a:pt x="1024" y="4324"/>
                  </a:lnTo>
                  <a:lnTo>
                    <a:pt x="1024" y="4200"/>
                  </a:lnTo>
                  <a:close/>
                  <a:moveTo>
                    <a:pt x="6700" y="4100"/>
                  </a:moveTo>
                  <a:lnTo>
                    <a:pt x="6700" y="4224"/>
                  </a:lnTo>
                  <a:lnTo>
                    <a:pt x="6824" y="4224"/>
                  </a:lnTo>
                  <a:lnTo>
                    <a:pt x="6824" y="4100"/>
                  </a:lnTo>
                  <a:close/>
                  <a:moveTo>
                    <a:pt x="4300" y="4100"/>
                  </a:moveTo>
                  <a:lnTo>
                    <a:pt x="4300" y="4224"/>
                  </a:lnTo>
                  <a:lnTo>
                    <a:pt x="4624" y="4224"/>
                  </a:lnTo>
                  <a:lnTo>
                    <a:pt x="4624" y="4100"/>
                  </a:lnTo>
                  <a:close/>
                  <a:moveTo>
                    <a:pt x="2500" y="4100"/>
                  </a:moveTo>
                  <a:lnTo>
                    <a:pt x="2500" y="4224"/>
                  </a:lnTo>
                  <a:lnTo>
                    <a:pt x="2924" y="4224"/>
                  </a:lnTo>
                  <a:lnTo>
                    <a:pt x="2924" y="4100"/>
                  </a:lnTo>
                  <a:close/>
                  <a:moveTo>
                    <a:pt x="1100" y="4000"/>
                  </a:moveTo>
                  <a:lnTo>
                    <a:pt x="1100" y="4124"/>
                  </a:lnTo>
                  <a:lnTo>
                    <a:pt x="1224" y="4124"/>
                  </a:lnTo>
                  <a:lnTo>
                    <a:pt x="1224" y="4000"/>
                  </a:lnTo>
                  <a:close/>
                  <a:moveTo>
                    <a:pt x="500" y="3900"/>
                  </a:moveTo>
                  <a:lnTo>
                    <a:pt x="500" y="4024"/>
                  </a:lnTo>
                  <a:lnTo>
                    <a:pt x="624" y="4024"/>
                  </a:lnTo>
                  <a:lnTo>
                    <a:pt x="624" y="3900"/>
                  </a:lnTo>
                  <a:close/>
                  <a:moveTo>
                    <a:pt x="100" y="3900"/>
                  </a:moveTo>
                  <a:lnTo>
                    <a:pt x="100" y="4024"/>
                  </a:lnTo>
                  <a:lnTo>
                    <a:pt x="224" y="4024"/>
                  </a:lnTo>
                  <a:lnTo>
                    <a:pt x="224" y="3900"/>
                  </a:lnTo>
                  <a:close/>
                  <a:moveTo>
                    <a:pt x="6800" y="3800"/>
                  </a:moveTo>
                  <a:lnTo>
                    <a:pt x="6800" y="3924"/>
                  </a:lnTo>
                  <a:lnTo>
                    <a:pt x="6924" y="3924"/>
                  </a:lnTo>
                  <a:lnTo>
                    <a:pt x="6924" y="3800"/>
                  </a:lnTo>
                  <a:close/>
                  <a:moveTo>
                    <a:pt x="700" y="3800"/>
                  </a:moveTo>
                  <a:lnTo>
                    <a:pt x="700" y="3924"/>
                  </a:lnTo>
                  <a:lnTo>
                    <a:pt x="774" y="3924"/>
                  </a:lnTo>
                  <a:lnTo>
                    <a:pt x="800" y="4024"/>
                  </a:lnTo>
                  <a:lnTo>
                    <a:pt x="924" y="4024"/>
                  </a:lnTo>
                  <a:lnTo>
                    <a:pt x="924" y="3900"/>
                  </a:lnTo>
                  <a:lnTo>
                    <a:pt x="850" y="3900"/>
                  </a:lnTo>
                  <a:lnTo>
                    <a:pt x="824" y="3800"/>
                  </a:lnTo>
                  <a:close/>
                  <a:moveTo>
                    <a:pt x="6200" y="3700"/>
                  </a:moveTo>
                  <a:lnTo>
                    <a:pt x="6200" y="3824"/>
                  </a:lnTo>
                  <a:lnTo>
                    <a:pt x="6324" y="3824"/>
                  </a:lnTo>
                  <a:lnTo>
                    <a:pt x="6324" y="3700"/>
                  </a:lnTo>
                  <a:close/>
                  <a:moveTo>
                    <a:pt x="6500" y="3400"/>
                  </a:moveTo>
                  <a:lnTo>
                    <a:pt x="6500" y="3524"/>
                  </a:lnTo>
                  <a:lnTo>
                    <a:pt x="6624" y="3524"/>
                  </a:lnTo>
                  <a:lnTo>
                    <a:pt x="6624" y="3400"/>
                  </a:lnTo>
                  <a:close/>
                  <a:moveTo>
                    <a:pt x="600" y="3400"/>
                  </a:moveTo>
                  <a:lnTo>
                    <a:pt x="600" y="3524"/>
                  </a:lnTo>
                  <a:lnTo>
                    <a:pt x="724" y="3524"/>
                  </a:lnTo>
                  <a:lnTo>
                    <a:pt x="724" y="3400"/>
                  </a:lnTo>
                  <a:close/>
                  <a:moveTo>
                    <a:pt x="0" y="3100"/>
                  </a:moveTo>
                  <a:lnTo>
                    <a:pt x="0" y="3324"/>
                  </a:lnTo>
                  <a:lnTo>
                    <a:pt x="124" y="3324"/>
                  </a:lnTo>
                  <a:lnTo>
                    <a:pt x="124" y="3100"/>
                  </a:lnTo>
                  <a:close/>
                  <a:moveTo>
                    <a:pt x="3700" y="3000"/>
                  </a:moveTo>
                  <a:lnTo>
                    <a:pt x="3700" y="3124"/>
                  </a:lnTo>
                  <a:lnTo>
                    <a:pt x="3824" y="3124"/>
                  </a:lnTo>
                  <a:lnTo>
                    <a:pt x="3824" y="3000"/>
                  </a:lnTo>
                  <a:close/>
                  <a:moveTo>
                    <a:pt x="3900" y="2900"/>
                  </a:moveTo>
                  <a:lnTo>
                    <a:pt x="3900" y="3024"/>
                  </a:lnTo>
                  <a:lnTo>
                    <a:pt x="4024" y="3024"/>
                  </a:lnTo>
                  <a:lnTo>
                    <a:pt x="4024" y="2900"/>
                  </a:lnTo>
                  <a:close/>
                  <a:moveTo>
                    <a:pt x="6300" y="2800"/>
                  </a:moveTo>
                  <a:lnTo>
                    <a:pt x="6300" y="3124"/>
                  </a:lnTo>
                  <a:lnTo>
                    <a:pt x="6424" y="3124"/>
                  </a:lnTo>
                  <a:lnTo>
                    <a:pt x="6424" y="2800"/>
                  </a:lnTo>
                  <a:close/>
                  <a:moveTo>
                    <a:pt x="300" y="2800"/>
                  </a:moveTo>
                  <a:lnTo>
                    <a:pt x="300" y="3024"/>
                  </a:lnTo>
                  <a:lnTo>
                    <a:pt x="424" y="3024"/>
                  </a:lnTo>
                  <a:lnTo>
                    <a:pt x="424" y="2800"/>
                  </a:lnTo>
                  <a:close/>
                  <a:moveTo>
                    <a:pt x="3800" y="2600"/>
                  </a:moveTo>
                  <a:lnTo>
                    <a:pt x="3800" y="2724"/>
                  </a:lnTo>
                  <a:lnTo>
                    <a:pt x="3924" y="2724"/>
                  </a:lnTo>
                  <a:lnTo>
                    <a:pt x="3924" y="2600"/>
                  </a:lnTo>
                  <a:close/>
                  <a:moveTo>
                    <a:pt x="2700" y="2600"/>
                  </a:moveTo>
                  <a:lnTo>
                    <a:pt x="2700" y="2724"/>
                  </a:lnTo>
                  <a:lnTo>
                    <a:pt x="2824" y="2724"/>
                  </a:lnTo>
                  <a:lnTo>
                    <a:pt x="2824" y="2600"/>
                  </a:lnTo>
                  <a:close/>
                  <a:moveTo>
                    <a:pt x="5300" y="2300"/>
                  </a:moveTo>
                  <a:lnTo>
                    <a:pt x="5300" y="2424"/>
                  </a:lnTo>
                  <a:lnTo>
                    <a:pt x="5424" y="2424"/>
                  </a:lnTo>
                  <a:lnTo>
                    <a:pt x="5424" y="2300"/>
                  </a:lnTo>
                  <a:close/>
                  <a:moveTo>
                    <a:pt x="1600" y="2300"/>
                  </a:moveTo>
                  <a:lnTo>
                    <a:pt x="1600" y="2424"/>
                  </a:lnTo>
                  <a:lnTo>
                    <a:pt x="1724" y="2424"/>
                  </a:lnTo>
                  <a:lnTo>
                    <a:pt x="1724" y="2300"/>
                  </a:lnTo>
                  <a:close/>
                  <a:moveTo>
                    <a:pt x="2200" y="2000"/>
                  </a:moveTo>
                  <a:lnTo>
                    <a:pt x="2200" y="2124"/>
                  </a:lnTo>
                  <a:lnTo>
                    <a:pt x="2324" y="2124"/>
                  </a:lnTo>
                  <a:lnTo>
                    <a:pt x="2324" y="2000"/>
                  </a:lnTo>
                  <a:close/>
                  <a:moveTo>
                    <a:pt x="5500" y="1500"/>
                  </a:moveTo>
                  <a:lnTo>
                    <a:pt x="5500" y="1624"/>
                  </a:lnTo>
                  <a:lnTo>
                    <a:pt x="5624" y="1624"/>
                  </a:lnTo>
                  <a:lnTo>
                    <a:pt x="5624" y="1500"/>
                  </a:lnTo>
                  <a:close/>
                  <a:moveTo>
                    <a:pt x="2100" y="1500"/>
                  </a:moveTo>
                  <a:lnTo>
                    <a:pt x="2100" y="1624"/>
                  </a:lnTo>
                  <a:lnTo>
                    <a:pt x="2224" y="1624"/>
                  </a:lnTo>
                  <a:lnTo>
                    <a:pt x="2224" y="1500"/>
                  </a:lnTo>
                  <a:close/>
                  <a:moveTo>
                    <a:pt x="4900" y="1400"/>
                  </a:moveTo>
                  <a:lnTo>
                    <a:pt x="4900" y="1524"/>
                  </a:lnTo>
                  <a:lnTo>
                    <a:pt x="5024" y="1524"/>
                  </a:lnTo>
                  <a:lnTo>
                    <a:pt x="5024" y="1400"/>
                  </a:lnTo>
                  <a:close/>
                  <a:moveTo>
                    <a:pt x="300" y="1400"/>
                  </a:moveTo>
                  <a:lnTo>
                    <a:pt x="300" y="1524"/>
                  </a:lnTo>
                  <a:lnTo>
                    <a:pt x="424" y="1524"/>
                  </a:lnTo>
                  <a:lnTo>
                    <a:pt x="424" y="1400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3900" y="800"/>
                  </a:moveTo>
                  <a:lnTo>
                    <a:pt x="3900" y="924"/>
                  </a:lnTo>
                  <a:lnTo>
                    <a:pt x="4124" y="924"/>
                  </a:lnTo>
                  <a:lnTo>
                    <a:pt x="4124" y="800"/>
                  </a:lnTo>
                  <a:close/>
                  <a:moveTo>
                    <a:pt x="3000" y="800"/>
                  </a:moveTo>
                  <a:lnTo>
                    <a:pt x="3000" y="924"/>
                  </a:lnTo>
                  <a:lnTo>
                    <a:pt x="3224" y="924"/>
                  </a:lnTo>
                  <a:lnTo>
                    <a:pt x="3224" y="800"/>
                  </a:lnTo>
                  <a:close/>
                  <a:moveTo>
                    <a:pt x="4700" y="700"/>
                  </a:moveTo>
                  <a:lnTo>
                    <a:pt x="4700" y="824"/>
                  </a:lnTo>
                  <a:lnTo>
                    <a:pt x="4824" y="824"/>
                  </a:lnTo>
                  <a:lnTo>
                    <a:pt x="4824" y="700"/>
                  </a:lnTo>
                  <a:close/>
                  <a:moveTo>
                    <a:pt x="2200" y="700"/>
                  </a:moveTo>
                  <a:lnTo>
                    <a:pt x="2200" y="824"/>
                  </a:lnTo>
                  <a:lnTo>
                    <a:pt x="2324" y="824"/>
                  </a:lnTo>
                  <a:lnTo>
                    <a:pt x="2324" y="700"/>
                  </a:lnTo>
                  <a:close/>
                  <a:moveTo>
                    <a:pt x="5900" y="600"/>
                  </a:moveTo>
                  <a:lnTo>
                    <a:pt x="5900" y="724"/>
                  </a:lnTo>
                  <a:lnTo>
                    <a:pt x="6024" y="724"/>
                  </a:lnTo>
                  <a:lnTo>
                    <a:pt x="6024" y="600"/>
                  </a:lnTo>
                  <a:close/>
                  <a:moveTo>
                    <a:pt x="1800" y="600"/>
                  </a:moveTo>
                  <a:lnTo>
                    <a:pt x="1800" y="724"/>
                  </a:lnTo>
                  <a:lnTo>
                    <a:pt x="1924" y="724"/>
                  </a:lnTo>
                  <a:lnTo>
                    <a:pt x="1924" y="600"/>
                  </a:lnTo>
                  <a:close/>
                  <a:moveTo>
                    <a:pt x="1000" y="600"/>
                  </a:moveTo>
                  <a:lnTo>
                    <a:pt x="1000" y="724"/>
                  </a:lnTo>
                  <a:lnTo>
                    <a:pt x="1124" y="724"/>
                  </a:lnTo>
                  <a:lnTo>
                    <a:pt x="1124" y="600"/>
                  </a:lnTo>
                  <a:close/>
                  <a:moveTo>
                    <a:pt x="200" y="400"/>
                  </a:moveTo>
                  <a:lnTo>
                    <a:pt x="200" y="524"/>
                  </a:lnTo>
                  <a:lnTo>
                    <a:pt x="324" y="524"/>
                  </a:lnTo>
                  <a:lnTo>
                    <a:pt x="324" y="400"/>
                  </a:lnTo>
                  <a:close/>
                  <a:moveTo>
                    <a:pt x="600" y="100"/>
                  </a:moveTo>
                  <a:lnTo>
                    <a:pt x="600" y="224"/>
                  </a:lnTo>
                  <a:lnTo>
                    <a:pt x="724" y="224"/>
                  </a:lnTo>
                  <a:lnTo>
                    <a:pt x="724" y="100"/>
                  </a:lnTo>
                  <a:close/>
                  <a:moveTo>
                    <a:pt x="6024" y="0"/>
                  </a:moveTo>
                  <a:lnTo>
                    <a:pt x="5900" y="0"/>
                  </a:lnTo>
                  <a:lnTo>
                    <a:pt x="5900" y="74"/>
                  </a:lnTo>
                  <a:lnTo>
                    <a:pt x="5800" y="100"/>
                  </a:lnTo>
                  <a:lnTo>
                    <a:pt x="5800" y="224"/>
                  </a:lnTo>
                  <a:lnTo>
                    <a:pt x="5924" y="224"/>
                  </a:lnTo>
                  <a:lnTo>
                    <a:pt x="5924" y="150"/>
                  </a:lnTo>
                  <a:lnTo>
                    <a:pt x="6024" y="124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546F8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5" name="Annotation MLLM illustration color 21"/>
            <p:cNvSpPr/>
            <p:nvPr/>
          </p:nvSpPr>
          <p:spPr>
            <a:xfrm>
              <a:off x="9696115" y="4520611"/>
              <a:ext cx="678851" cy="852587"/>
            </a:xfrm>
            <a:custGeom>
              <a:avLst/>
              <a:gdLst/>
              <a:ahLst/>
              <a:cxnLst/>
              <a:rect l="l" t="t" r="r" b="b"/>
              <a:pathLst>
                <a:path w="7424" h="9324">
                  <a:moveTo>
                    <a:pt x="400" y="9100"/>
                  </a:moveTo>
                  <a:lnTo>
                    <a:pt x="400" y="9324"/>
                  </a:lnTo>
                  <a:lnTo>
                    <a:pt x="524" y="9324"/>
                  </a:lnTo>
                  <a:lnTo>
                    <a:pt x="524" y="9100"/>
                  </a:lnTo>
                  <a:close/>
                  <a:moveTo>
                    <a:pt x="600" y="9000"/>
                  </a:moveTo>
                  <a:lnTo>
                    <a:pt x="600" y="9224"/>
                  </a:lnTo>
                  <a:lnTo>
                    <a:pt x="724" y="9224"/>
                  </a:lnTo>
                  <a:lnTo>
                    <a:pt x="724" y="9000"/>
                  </a:lnTo>
                  <a:close/>
                  <a:moveTo>
                    <a:pt x="6800" y="8700"/>
                  </a:moveTo>
                  <a:lnTo>
                    <a:pt x="6800" y="8824"/>
                  </a:lnTo>
                  <a:lnTo>
                    <a:pt x="6924" y="8824"/>
                  </a:lnTo>
                  <a:lnTo>
                    <a:pt x="6924" y="8700"/>
                  </a:lnTo>
                  <a:close/>
                  <a:moveTo>
                    <a:pt x="600" y="8100"/>
                  </a:moveTo>
                  <a:lnTo>
                    <a:pt x="600" y="8224"/>
                  </a:lnTo>
                  <a:lnTo>
                    <a:pt x="724" y="8224"/>
                  </a:lnTo>
                  <a:lnTo>
                    <a:pt x="724" y="8100"/>
                  </a:lnTo>
                  <a:close/>
                  <a:moveTo>
                    <a:pt x="6300" y="7700"/>
                  </a:moveTo>
                  <a:lnTo>
                    <a:pt x="6300" y="7824"/>
                  </a:lnTo>
                  <a:lnTo>
                    <a:pt x="6374" y="7824"/>
                  </a:lnTo>
                  <a:lnTo>
                    <a:pt x="6400" y="7924"/>
                  </a:lnTo>
                  <a:lnTo>
                    <a:pt x="6500" y="7950"/>
                  </a:lnTo>
                  <a:lnTo>
                    <a:pt x="6500" y="8024"/>
                  </a:lnTo>
                  <a:lnTo>
                    <a:pt x="6624" y="8024"/>
                  </a:lnTo>
                  <a:lnTo>
                    <a:pt x="6624" y="7900"/>
                  </a:lnTo>
                  <a:lnTo>
                    <a:pt x="6550" y="7900"/>
                  </a:lnTo>
                  <a:lnTo>
                    <a:pt x="6524" y="7800"/>
                  </a:lnTo>
                  <a:lnTo>
                    <a:pt x="6424" y="7774"/>
                  </a:lnTo>
                  <a:lnTo>
                    <a:pt x="6424" y="7700"/>
                  </a:lnTo>
                  <a:close/>
                  <a:moveTo>
                    <a:pt x="6000" y="7500"/>
                  </a:moveTo>
                  <a:lnTo>
                    <a:pt x="6000" y="7624"/>
                  </a:lnTo>
                  <a:lnTo>
                    <a:pt x="6124" y="7624"/>
                  </a:lnTo>
                  <a:lnTo>
                    <a:pt x="6124" y="7500"/>
                  </a:lnTo>
                  <a:close/>
                  <a:moveTo>
                    <a:pt x="5600" y="7400"/>
                  </a:moveTo>
                  <a:lnTo>
                    <a:pt x="5600" y="7524"/>
                  </a:lnTo>
                  <a:lnTo>
                    <a:pt x="5724" y="7524"/>
                  </a:lnTo>
                  <a:lnTo>
                    <a:pt x="5724" y="7400"/>
                  </a:lnTo>
                  <a:close/>
                  <a:moveTo>
                    <a:pt x="1700" y="7400"/>
                  </a:moveTo>
                  <a:lnTo>
                    <a:pt x="1700" y="7524"/>
                  </a:lnTo>
                  <a:lnTo>
                    <a:pt x="1824" y="7524"/>
                  </a:lnTo>
                  <a:lnTo>
                    <a:pt x="1824" y="7400"/>
                  </a:lnTo>
                  <a:close/>
                  <a:moveTo>
                    <a:pt x="5400" y="7100"/>
                  </a:moveTo>
                  <a:lnTo>
                    <a:pt x="5400" y="7224"/>
                  </a:lnTo>
                  <a:lnTo>
                    <a:pt x="5724" y="7224"/>
                  </a:lnTo>
                  <a:lnTo>
                    <a:pt x="5724" y="7100"/>
                  </a:lnTo>
                  <a:close/>
                  <a:moveTo>
                    <a:pt x="1700" y="7100"/>
                  </a:moveTo>
                  <a:lnTo>
                    <a:pt x="1700" y="7224"/>
                  </a:lnTo>
                  <a:lnTo>
                    <a:pt x="2124" y="7224"/>
                  </a:lnTo>
                  <a:lnTo>
                    <a:pt x="2124" y="7100"/>
                  </a:lnTo>
                  <a:close/>
                  <a:moveTo>
                    <a:pt x="600" y="6900"/>
                  </a:moveTo>
                  <a:lnTo>
                    <a:pt x="600" y="7024"/>
                  </a:lnTo>
                  <a:lnTo>
                    <a:pt x="724" y="7024"/>
                  </a:lnTo>
                  <a:lnTo>
                    <a:pt x="724" y="6900"/>
                  </a:lnTo>
                  <a:close/>
                  <a:moveTo>
                    <a:pt x="1200" y="6800"/>
                  </a:moveTo>
                  <a:lnTo>
                    <a:pt x="1200" y="6924"/>
                  </a:lnTo>
                  <a:lnTo>
                    <a:pt x="1324" y="6924"/>
                  </a:lnTo>
                  <a:lnTo>
                    <a:pt x="1324" y="6800"/>
                  </a:lnTo>
                  <a:close/>
                  <a:moveTo>
                    <a:pt x="300" y="6700"/>
                  </a:moveTo>
                  <a:lnTo>
                    <a:pt x="300" y="6824"/>
                  </a:lnTo>
                  <a:lnTo>
                    <a:pt x="424" y="6824"/>
                  </a:lnTo>
                  <a:lnTo>
                    <a:pt x="424" y="6700"/>
                  </a:lnTo>
                  <a:close/>
                  <a:moveTo>
                    <a:pt x="7100" y="6500"/>
                  </a:moveTo>
                  <a:lnTo>
                    <a:pt x="7100" y="6624"/>
                  </a:lnTo>
                  <a:lnTo>
                    <a:pt x="7224" y="6624"/>
                  </a:lnTo>
                  <a:lnTo>
                    <a:pt x="7224" y="6500"/>
                  </a:lnTo>
                  <a:close/>
                  <a:moveTo>
                    <a:pt x="7200" y="6200"/>
                  </a:moveTo>
                  <a:lnTo>
                    <a:pt x="7200" y="6324"/>
                  </a:lnTo>
                  <a:lnTo>
                    <a:pt x="7324" y="6324"/>
                  </a:lnTo>
                  <a:lnTo>
                    <a:pt x="7324" y="6200"/>
                  </a:lnTo>
                  <a:close/>
                  <a:moveTo>
                    <a:pt x="0" y="5800"/>
                  </a:moveTo>
                  <a:lnTo>
                    <a:pt x="0" y="6024"/>
                  </a:lnTo>
                  <a:lnTo>
                    <a:pt x="124" y="6024"/>
                  </a:lnTo>
                  <a:lnTo>
                    <a:pt x="124" y="5800"/>
                  </a:lnTo>
                  <a:close/>
                  <a:moveTo>
                    <a:pt x="7300" y="5600"/>
                  </a:moveTo>
                  <a:lnTo>
                    <a:pt x="7300" y="5724"/>
                  </a:lnTo>
                  <a:lnTo>
                    <a:pt x="7424" y="5724"/>
                  </a:lnTo>
                  <a:lnTo>
                    <a:pt x="7424" y="5600"/>
                  </a:lnTo>
                  <a:close/>
                  <a:moveTo>
                    <a:pt x="200" y="5500"/>
                  </a:moveTo>
                  <a:lnTo>
                    <a:pt x="200" y="5624"/>
                  </a:lnTo>
                  <a:lnTo>
                    <a:pt x="324" y="5624"/>
                  </a:lnTo>
                  <a:lnTo>
                    <a:pt x="324" y="5500"/>
                  </a:lnTo>
                  <a:close/>
                  <a:moveTo>
                    <a:pt x="0" y="3100"/>
                  </a:moveTo>
                  <a:lnTo>
                    <a:pt x="0" y="3224"/>
                  </a:lnTo>
                  <a:lnTo>
                    <a:pt x="124" y="3224"/>
                  </a:lnTo>
                  <a:lnTo>
                    <a:pt x="124" y="3100"/>
                  </a:lnTo>
                  <a:close/>
                  <a:moveTo>
                    <a:pt x="7200" y="2700"/>
                  </a:moveTo>
                  <a:lnTo>
                    <a:pt x="7200" y="2824"/>
                  </a:lnTo>
                  <a:lnTo>
                    <a:pt x="7324" y="2824"/>
                  </a:lnTo>
                  <a:lnTo>
                    <a:pt x="7324" y="2700"/>
                  </a:lnTo>
                  <a:close/>
                  <a:moveTo>
                    <a:pt x="100" y="2600"/>
                  </a:moveTo>
                  <a:lnTo>
                    <a:pt x="100" y="2724"/>
                  </a:lnTo>
                  <a:lnTo>
                    <a:pt x="224" y="2724"/>
                  </a:lnTo>
                  <a:lnTo>
                    <a:pt x="224" y="26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6000" y="1900"/>
                  </a:moveTo>
                  <a:lnTo>
                    <a:pt x="6000" y="2024"/>
                  </a:lnTo>
                  <a:lnTo>
                    <a:pt x="6124" y="2024"/>
                  </a:lnTo>
                  <a:lnTo>
                    <a:pt x="6124" y="1900"/>
                  </a:lnTo>
                  <a:close/>
                  <a:moveTo>
                    <a:pt x="1400" y="1800"/>
                  </a:moveTo>
                  <a:lnTo>
                    <a:pt x="1400" y="1924"/>
                  </a:lnTo>
                  <a:lnTo>
                    <a:pt x="1524" y="1924"/>
                  </a:lnTo>
                  <a:lnTo>
                    <a:pt x="1524" y="1800"/>
                  </a:lnTo>
                  <a:close/>
                  <a:moveTo>
                    <a:pt x="6000" y="1400"/>
                  </a:moveTo>
                  <a:lnTo>
                    <a:pt x="6000" y="1524"/>
                  </a:lnTo>
                  <a:lnTo>
                    <a:pt x="6124" y="1524"/>
                  </a:lnTo>
                  <a:lnTo>
                    <a:pt x="6124" y="1400"/>
                  </a:lnTo>
                  <a:close/>
                  <a:moveTo>
                    <a:pt x="400" y="800"/>
                  </a:moveTo>
                  <a:lnTo>
                    <a:pt x="400" y="924"/>
                  </a:lnTo>
                  <a:lnTo>
                    <a:pt x="524" y="924"/>
                  </a:lnTo>
                  <a:lnTo>
                    <a:pt x="524" y="800"/>
                  </a:lnTo>
                  <a:close/>
                  <a:moveTo>
                    <a:pt x="700" y="700"/>
                  </a:moveTo>
                  <a:lnTo>
                    <a:pt x="700" y="824"/>
                  </a:lnTo>
                  <a:lnTo>
                    <a:pt x="824" y="824"/>
                  </a:lnTo>
                  <a:lnTo>
                    <a:pt x="824" y="700"/>
                  </a:lnTo>
                  <a:close/>
                  <a:moveTo>
                    <a:pt x="4500" y="0"/>
                  </a:moveTo>
                  <a:lnTo>
                    <a:pt x="4500" y="124"/>
                  </a:lnTo>
                  <a:lnTo>
                    <a:pt x="4624" y="124"/>
                  </a:lnTo>
                  <a:lnTo>
                    <a:pt x="4624" y="0"/>
                  </a:lnTo>
                  <a:close/>
                  <a:moveTo>
                    <a:pt x="2800" y="0"/>
                  </a:moveTo>
                  <a:lnTo>
                    <a:pt x="2800" y="124"/>
                  </a:lnTo>
                  <a:lnTo>
                    <a:pt x="2924" y="124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5557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6" name="Annotation MLLM illustration color 22"/>
            <p:cNvSpPr/>
            <p:nvPr/>
          </p:nvSpPr>
          <p:spPr>
            <a:xfrm>
              <a:off x="9622963" y="4502323"/>
              <a:ext cx="825155" cy="825155"/>
            </a:xfrm>
            <a:custGeom>
              <a:avLst/>
              <a:gdLst/>
              <a:ahLst/>
              <a:cxnLst/>
              <a:rect l="l" t="t" r="r" b="b"/>
              <a:pathLst>
                <a:path w="9024" h="9024">
                  <a:moveTo>
                    <a:pt x="1200" y="8900"/>
                  </a:moveTo>
                  <a:lnTo>
                    <a:pt x="1200" y="9024"/>
                  </a:lnTo>
                  <a:lnTo>
                    <a:pt x="1324" y="9024"/>
                  </a:lnTo>
                  <a:lnTo>
                    <a:pt x="1324" y="8900"/>
                  </a:lnTo>
                  <a:close/>
                  <a:moveTo>
                    <a:pt x="7500" y="8400"/>
                  </a:moveTo>
                  <a:lnTo>
                    <a:pt x="7500" y="8524"/>
                  </a:lnTo>
                  <a:lnTo>
                    <a:pt x="7624" y="8524"/>
                  </a:lnTo>
                  <a:lnTo>
                    <a:pt x="7624" y="8400"/>
                  </a:lnTo>
                  <a:close/>
                  <a:moveTo>
                    <a:pt x="7400" y="8200"/>
                  </a:moveTo>
                  <a:lnTo>
                    <a:pt x="7400" y="8324"/>
                  </a:lnTo>
                  <a:lnTo>
                    <a:pt x="7524" y="8324"/>
                  </a:lnTo>
                  <a:lnTo>
                    <a:pt x="7524" y="8200"/>
                  </a:lnTo>
                  <a:close/>
                  <a:moveTo>
                    <a:pt x="1500" y="8100"/>
                  </a:moveTo>
                  <a:lnTo>
                    <a:pt x="1500" y="8224"/>
                  </a:lnTo>
                  <a:lnTo>
                    <a:pt x="1624" y="8224"/>
                  </a:lnTo>
                  <a:lnTo>
                    <a:pt x="1624" y="8100"/>
                  </a:lnTo>
                  <a:close/>
                  <a:moveTo>
                    <a:pt x="2300" y="7600"/>
                  </a:moveTo>
                  <a:lnTo>
                    <a:pt x="2300" y="7724"/>
                  </a:lnTo>
                  <a:lnTo>
                    <a:pt x="2424" y="7724"/>
                  </a:lnTo>
                  <a:lnTo>
                    <a:pt x="2424" y="7600"/>
                  </a:lnTo>
                  <a:close/>
                  <a:moveTo>
                    <a:pt x="6700" y="7300"/>
                  </a:moveTo>
                  <a:lnTo>
                    <a:pt x="6700" y="7424"/>
                  </a:lnTo>
                  <a:lnTo>
                    <a:pt x="6824" y="7424"/>
                  </a:lnTo>
                  <a:lnTo>
                    <a:pt x="6824" y="7300"/>
                  </a:lnTo>
                  <a:close/>
                  <a:moveTo>
                    <a:pt x="2200" y="7300"/>
                  </a:moveTo>
                  <a:lnTo>
                    <a:pt x="2200" y="7424"/>
                  </a:lnTo>
                  <a:lnTo>
                    <a:pt x="2324" y="7424"/>
                  </a:lnTo>
                  <a:lnTo>
                    <a:pt x="2324" y="7300"/>
                  </a:lnTo>
                  <a:close/>
                  <a:moveTo>
                    <a:pt x="7800" y="6900"/>
                  </a:moveTo>
                  <a:lnTo>
                    <a:pt x="7800" y="7024"/>
                  </a:lnTo>
                  <a:lnTo>
                    <a:pt x="7924" y="7024"/>
                  </a:lnTo>
                  <a:lnTo>
                    <a:pt x="7924" y="6900"/>
                  </a:lnTo>
                  <a:close/>
                  <a:moveTo>
                    <a:pt x="8100" y="6200"/>
                  </a:moveTo>
                  <a:lnTo>
                    <a:pt x="8100" y="6324"/>
                  </a:lnTo>
                  <a:lnTo>
                    <a:pt x="8224" y="6324"/>
                  </a:lnTo>
                  <a:lnTo>
                    <a:pt x="8224" y="6200"/>
                  </a:lnTo>
                  <a:close/>
                  <a:moveTo>
                    <a:pt x="8800" y="5100"/>
                  </a:moveTo>
                  <a:lnTo>
                    <a:pt x="8800" y="5224"/>
                  </a:lnTo>
                  <a:lnTo>
                    <a:pt x="8924" y="5224"/>
                  </a:lnTo>
                  <a:lnTo>
                    <a:pt x="8924" y="5100"/>
                  </a:lnTo>
                  <a:close/>
                  <a:moveTo>
                    <a:pt x="8900" y="4800"/>
                  </a:moveTo>
                  <a:lnTo>
                    <a:pt x="8900" y="4924"/>
                  </a:lnTo>
                  <a:lnTo>
                    <a:pt x="9024" y="4924"/>
                  </a:lnTo>
                  <a:lnTo>
                    <a:pt x="9024" y="4800"/>
                  </a:lnTo>
                  <a:close/>
                  <a:moveTo>
                    <a:pt x="0" y="4300"/>
                  </a:moveTo>
                  <a:lnTo>
                    <a:pt x="0" y="4424"/>
                  </a:lnTo>
                  <a:lnTo>
                    <a:pt x="124" y="4424"/>
                  </a:lnTo>
                  <a:lnTo>
                    <a:pt x="124" y="4300"/>
                  </a:lnTo>
                  <a:close/>
                  <a:moveTo>
                    <a:pt x="800" y="3000"/>
                  </a:moveTo>
                  <a:lnTo>
                    <a:pt x="800" y="3124"/>
                  </a:lnTo>
                  <a:lnTo>
                    <a:pt x="924" y="3124"/>
                  </a:lnTo>
                  <a:lnTo>
                    <a:pt x="924" y="3000"/>
                  </a:lnTo>
                  <a:close/>
                  <a:moveTo>
                    <a:pt x="8000" y="2800"/>
                  </a:moveTo>
                  <a:lnTo>
                    <a:pt x="8000" y="2924"/>
                  </a:lnTo>
                  <a:lnTo>
                    <a:pt x="8124" y="2924"/>
                  </a:lnTo>
                  <a:lnTo>
                    <a:pt x="8124" y="2800"/>
                  </a:lnTo>
                  <a:close/>
                  <a:moveTo>
                    <a:pt x="7700" y="2400"/>
                  </a:moveTo>
                  <a:lnTo>
                    <a:pt x="7700" y="2524"/>
                  </a:lnTo>
                  <a:lnTo>
                    <a:pt x="7824" y="2524"/>
                  </a:lnTo>
                  <a:lnTo>
                    <a:pt x="7824" y="2400"/>
                  </a:lnTo>
                  <a:close/>
                  <a:moveTo>
                    <a:pt x="2000" y="2100"/>
                  </a:moveTo>
                  <a:lnTo>
                    <a:pt x="2000" y="2224"/>
                  </a:lnTo>
                  <a:lnTo>
                    <a:pt x="2124" y="2224"/>
                  </a:lnTo>
                  <a:lnTo>
                    <a:pt x="2124" y="2100"/>
                  </a:lnTo>
                  <a:close/>
                  <a:moveTo>
                    <a:pt x="2200" y="1800"/>
                  </a:moveTo>
                  <a:lnTo>
                    <a:pt x="2200" y="1924"/>
                  </a:lnTo>
                  <a:lnTo>
                    <a:pt x="2324" y="1924"/>
                  </a:lnTo>
                  <a:lnTo>
                    <a:pt x="2324" y="1800"/>
                  </a:lnTo>
                  <a:close/>
                  <a:moveTo>
                    <a:pt x="6900" y="1600"/>
                  </a:moveTo>
                  <a:lnTo>
                    <a:pt x="6900" y="1724"/>
                  </a:lnTo>
                  <a:lnTo>
                    <a:pt x="7024" y="1724"/>
                  </a:lnTo>
                  <a:lnTo>
                    <a:pt x="7024" y="1600"/>
                  </a:lnTo>
                  <a:close/>
                  <a:moveTo>
                    <a:pt x="6600" y="600"/>
                  </a:moveTo>
                  <a:lnTo>
                    <a:pt x="6600" y="724"/>
                  </a:lnTo>
                  <a:lnTo>
                    <a:pt x="6724" y="724"/>
                  </a:lnTo>
                  <a:lnTo>
                    <a:pt x="6724" y="600"/>
                  </a:lnTo>
                  <a:close/>
                  <a:moveTo>
                    <a:pt x="2300" y="600"/>
                  </a:moveTo>
                  <a:lnTo>
                    <a:pt x="2300" y="724"/>
                  </a:lnTo>
                  <a:lnTo>
                    <a:pt x="2424" y="724"/>
                  </a:lnTo>
                  <a:lnTo>
                    <a:pt x="2424" y="600"/>
                  </a:lnTo>
                  <a:close/>
                  <a:moveTo>
                    <a:pt x="5400" y="200"/>
                  </a:moveTo>
                  <a:lnTo>
                    <a:pt x="5400" y="324"/>
                  </a:lnTo>
                  <a:lnTo>
                    <a:pt x="5524" y="324"/>
                  </a:lnTo>
                  <a:lnTo>
                    <a:pt x="5524" y="200"/>
                  </a:lnTo>
                  <a:close/>
                  <a:moveTo>
                    <a:pt x="3500" y="200"/>
                  </a:moveTo>
                  <a:lnTo>
                    <a:pt x="3500" y="324"/>
                  </a:lnTo>
                  <a:lnTo>
                    <a:pt x="3624" y="324"/>
                  </a:lnTo>
                  <a:lnTo>
                    <a:pt x="3624" y="200"/>
                  </a:lnTo>
                  <a:close/>
                  <a:moveTo>
                    <a:pt x="4100" y="0"/>
                  </a:moveTo>
                  <a:lnTo>
                    <a:pt x="4100" y="124"/>
                  </a:lnTo>
                  <a:lnTo>
                    <a:pt x="4224" y="124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9899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7" name="Annotation MLLM illustration color 23"/>
            <p:cNvSpPr/>
            <p:nvPr/>
          </p:nvSpPr>
          <p:spPr>
            <a:xfrm>
              <a:off x="9714403" y="4721779"/>
              <a:ext cx="642275" cy="651419"/>
            </a:xfrm>
            <a:custGeom>
              <a:avLst/>
              <a:gdLst/>
              <a:ahLst/>
              <a:cxnLst/>
              <a:rect l="l" t="t" r="r" b="b"/>
              <a:pathLst>
                <a:path w="7024" h="7124">
                  <a:moveTo>
                    <a:pt x="400" y="7000"/>
                  </a:moveTo>
                  <a:lnTo>
                    <a:pt x="400" y="7124"/>
                  </a:lnTo>
                  <a:lnTo>
                    <a:pt x="524" y="7124"/>
                  </a:lnTo>
                  <a:lnTo>
                    <a:pt x="524" y="7000"/>
                  </a:lnTo>
                  <a:close/>
                  <a:moveTo>
                    <a:pt x="500" y="6200"/>
                  </a:moveTo>
                  <a:lnTo>
                    <a:pt x="500" y="6324"/>
                  </a:lnTo>
                  <a:lnTo>
                    <a:pt x="624" y="6324"/>
                  </a:lnTo>
                  <a:lnTo>
                    <a:pt x="624" y="6200"/>
                  </a:lnTo>
                  <a:close/>
                  <a:moveTo>
                    <a:pt x="6200" y="5900"/>
                  </a:moveTo>
                  <a:lnTo>
                    <a:pt x="6200" y="6024"/>
                  </a:lnTo>
                  <a:lnTo>
                    <a:pt x="6324" y="6024"/>
                  </a:lnTo>
                  <a:lnTo>
                    <a:pt x="6324" y="5900"/>
                  </a:lnTo>
                  <a:close/>
                  <a:moveTo>
                    <a:pt x="5800" y="5500"/>
                  </a:moveTo>
                  <a:lnTo>
                    <a:pt x="5800" y="5624"/>
                  </a:lnTo>
                  <a:lnTo>
                    <a:pt x="5924" y="5624"/>
                  </a:lnTo>
                  <a:lnTo>
                    <a:pt x="5924" y="5500"/>
                  </a:lnTo>
                  <a:close/>
                  <a:moveTo>
                    <a:pt x="5500" y="5400"/>
                  </a:moveTo>
                  <a:lnTo>
                    <a:pt x="5500" y="5524"/>
                  </a:lnTo>
                  <a:lnTo>
                    <a:pt x="5624" y="5524"/>
                  </a:lnTo>
                  <a:lnTo>
                    <a:pt x="5624" y="5400"/>
                  </a:lnTo>
                  <a:close/>
                  <a:moveTo>
                    <a:pt x="1400" y="5400"/>
                  </a:moveTo>
                  <a:lnTo>
                    <a:pt x="1400" y="5524"/>
                  </a:lnTo>
                  <a:lnTo>
                    <a:pt x="1524" y="5524"/>
                  </a:lnTo>
                  <a:lnTo>
                    <a:pt x="1524" y="5400"/>
                  </a:lnTo>
                  <a:close/>
                  <a:moveTo>
                    <a:pt x="5900" y="4600"/>
                  </a:moveTo>
                  <a:lnTo>
                    <a:pt x="5900" y="4724"/>
                  </a:lnTo>
                  <a:lnTo>
                    <a:pt x="6024" y="4724"/>
                  </a:lnTo>
                  <a:lnTo>
                    <a:pt x="6024" y="4600"/>
                  </a:lnTo>
                  <a:close/>
                  <a:moveTo>
                    <a:pt x="6300" y="4500"/>
                  </a:moveTo>
                  <a:lnTo>
                    <a:pt x="6300" y="4624"/>
                  </a:lnTo>
                  <a:lnTo>
                    <a:pt x="6424" y="4624"/>
                  </a:lnTo>
                  <a:lnTo>
                    <a:pt x="6424" y="4500"/>
                  </a:lnTo>
                  <a:close/>
                  <a:moveTo>
                    <a:pt x="6724" y="4300"/>
                  </a:moveTo>
                  <a:lnTo>
                    <a:pt x="6600" y="4300"/>
                  </a:lnTo>
                  <a:lnTo>
                    <a:pt x="6600" y="4374"/>
                  </a:lnTo>
                  <a:lnTo>
                    <a:pt x="6500" y="4400"/>
                  </a:lnTo>
                  <a:lnTo>
                    <a:pt x="6500" y="4524"/>
                  </a:lnTo>
                  <a:lnTo>
                    <a:pt x="6624" y="4524"/>
                  </a:lnTo>
                  <a:lnTo>
                    <a:pt x="6624" y="4450"/>
                  </a:lnTo>
                  <a:lnTo>
                    <a:pt x="6724" y="4424"/>
                  </a:lnTo>
                  <a:close/>
                  <a:moveTo>
                    <a:pt x="3900" y="4300"/>
                  </a:moveTo>
                  <a:lnTo>
                    <a:pt x="3900" y="4424"/>
                  </a:lnTo>
                  <a:lnTo>
                    <a:pt x="4824" y="4424"/>
                  </a:lnTo>
                  <a:lnTo>
                    <a:pt x="4824" y="4300"/>
                  </a:lnTo>
                  <a:close/>
                  <a:moveTo>
                    <a:pt x="3600" y="4300"/>
                  </a:moveTo>
                  <a:lnTo>
                    <a:pt x="3600" y="4424"/>
                  </a:lnTo>
                  <a:lnTo>
                    <a:pt x="3824" y="4424"/>
                  </a:lnTo>
                  <a:lnTo>
                    <a:pt x="3824" y="4300"/>
                  </a:lnTo>
                  <a:close/>
                  <a:moveTo>
                    <a:pt x="2300" y="4300"/>
                  </a:moveTo>
                  <a:lnTo>
                    <a:pt x="2300" y="4424"/>
                  </a:lnTo>
                  <a:lnTo>
                    <a:pt x="3324" y="4424"/>
                  </a:lnTo>
                  <a:lnTo>
                    <a:pt x="3324" y="4300"/>
                  </a:lnTo>
                  <a:close/>
                  <a:moveTo>
                    <a:pt x="5800" y="4200"/>
                  </a:moveTo>
                  <a:lnTo>
                    <a:pt x="5800" y="4324"/>
                  </a:lnTo>
                  <a:lnTo>
                    <a:pt x="5924" y="4324"/>
                  </a:lnTo>
                  <a:lnTo>
                    <a:pt x="5924" y="4200"/>
                  </a:lnTo>
                  <a:close/>
                  <a:moveTo>
                    <a:pt x="1000" y="4200"/>
                  </a:moveTo>
                  <a:lnTo>
                    <a:pt x="1000" y="4324"/>
                  </a:lnTo>
                  <a:lnTo>
                    <a:pt x="1124" y="4324"/>
                  </a:lnTo>
                  <a:lnTo>
                    <a:pt x="1124" y="4200"/>
                  </a:lnTo>
                  <a:close/>
                  <a:moveTo>
                    <a:pt x="4900" y="4100"/>
                  </a:moveTo>
                  <a:lnTo>
                    <a:pt x="4900" y="4224"/>
                  </a:lnTo>
                  <a:lnTo>
                    <a:pt x="5024" y="4224"/>
                  </a:lnTo>
                  <a:lnTo>
                    <a:pt x="5024" y="4100"/>
                  </a:lnTo>
                  <a:close/>
                  <a:moveTo>
                    <a:pt x="2000" y="4100"/>
                  </a:moveTo>
                  <a:lnTo>
                    <a:pt x="2000" y="4224"/>
                  </a:lnTo>
                  <a:lnTo>
                    <a:pt x="2224" y="4224"/>
                  </a:lnTo>
                  <a:lnTo>
                    <a:pt x="2224" y="4100"/>
                  </a:lnTo>
                  <a:close/>
                  <a:moveTo>
                    <a:pt x="1000" y="4000"/>
                  </a:moveTo>
                  <a:lnTo>
                    <a:pt x="1000" y="4124"/>
                  </a:lnTo>
                  <a:lnTo>
                    <a:pt x="1124" y="4124"/>
                  </a:lnTo>
                  <a:lnTo>
                    <a:pt x="1124" y="4000"/>
                  </a:lnTo>
                  <a:close/>
                  <a:moveTo>
                    <a:pt x="600" y="3600"/>
                  </a:moveTo>
                  <a:lnTo>
                    <a:pt x="600" y="3724"/>
                  </a:lnTo>
                  <a:lnTo>
                    <a:pt x="724" y="3724"/>
                  </a:lnTo>
                  <a:lnTo>
                    <a:pt x="724" y="3600"/>
                  </a:lnTo>
                  <a:close/>
                  <a:moveTo>
                    <a:pt x="400" y="3600"/>
                  </a:moveTo>
                  <a:lnTo>
                    <a:pt x="400" y="3724"/>
                  </a:lnTo>
                  <a:lnTo>
                    <a:pt x="524" y="3724"/>
                  </a:lnTo>
                  <a:lnTo>
                    <a:pt x="524" y="3600"/>
                  </a:lnTo>
                  <a:close/>
                  <a:moveTo>
                    <a:pt x="0" y="3400"/>
                  </a:moveTo>
                  <a:lnTo>
                    <a:pt x="0" y="3524"/>
                  </a:lnTo>
                  <a:lnTo>
                    <a:pt x="124" y="3524"/>
                  </a:lnTo>
                  <a:lnTo>
                    <a:pt x="124" y="3400"/>
                  </a:lnTo>
                  <a:close/>
                  <a:moveTo>
                    <a:pt x="6500" y="3200"/>
                  </a:moveTo>
                  <a:lnTo>
                    <a:pt x="6500" y="3324"/>
                  </a:lnTo>
                  <a:lnTo>
                    <a:pt x="6624" y="3324"/>
                  </a:lnTo>
                  <a:lnTo>
                    <a:pt x="6624" y="3200"/>
                  </a:lnTo>
                  <a:close/>
                  <a:moveTo>
                    <a:pt x="6300" y="3200"/>
                  </a:moveTo>
                  <a:lnTo>
                    <a:pt x="6300" y="3324"/>
                  </a:lnTo>
                  <a:lnTo>
                    <a:pt x="6424" y="3324"/>
                  </a:lnTo>
                  <a:lnTo>
                    <a:pt x="6424" y="3200"/>
                  </a:lnTo>
                  <a:close/>
                  <a:moveTo>
                    <a:pt x="3600" y="3000"/>
                  </a:moveTo>
                  <a:lnTo>
                    <a:pt x="3600" y="3124"/>
                  </a:lnTo>
                  <a:lnTo>
                    <a:pt x="3724" y="3124"/>
                  </a:lnTo>
                  <a:lnTo>
                    <a:pt x="3724" y="3000"/>
                  </a:lnTo>
                  <a:close/>
                  <a:moveTo>
                    <a:pt x="3300" y="3000"/>
                  </a:moveTo>
                  <a:lnTo>
                    <a:pt x="3300" y="3124"/>
                  </a:lnTo>
                  <a:lnTo>
                    <a:pt x="3424" y="3124"/>
                  </a:lnTo>
                  <a:lnTo>
                    <a:pt x="3424" y="3000"/>
                  </a:lnTo>
                  <a:close/>
                  <a:moveTo>
                    <a:pt x="3000" y="2900"/>
                  </a:moveTo>
                  <a:lnTo>
                    <a:pt x="3000" y="3024"/>
                  </a:lnTo>
                  <a:lnTo>
                    <a:pt x="3124" y="3024"/>
                  </a:lnTo>
                  <a:lnTo>
                    <a:pt x="3124" y="2900"/>
                  </a:lnTo>
                  <a:close/>
                  <a:moveTo>
                    <a:pt x="4100" y="2700"/>
                  </a:moveTo>
                  <a:lnTo>
                    <a:pt x="4100" y="2824"/>
                  </a:lnTo>
                  <a:lnTo>
                    <a:pt x="4224" y="2824"/>
                  </a:lnTo>
                  <a:lnTo>
                    <a:pt x="4224" y="2700"/>
                  </a:lnTo>
                  <a:close/>
                  <a:moveTo>
                    <a:pt x="4200" y="2500"/>
                  </a:moveTo>
                  <a:lnTo>
                    <a:pt x="4200" y="2624"/>
                  </a:lnTo>
                  <a:lnTo>
                    <a:pt x="4324" y="2624"/>
                  </a:lnTo>
                  <a:lnTo>
                    <a:pt x="4324" y="2500"/>
                  </a:lnTo>
                  <a:close/>
                  <a:moveTo>
                    <a:pt x="3900" y="2500"/>
                  </a:moveTo>
                  <a:lnTo>
                    <a:pt x="3900" y="2624"/>
                  </a:lnTo>
                  <a:lnTo>
                    <a:pt x="4024" y="2624"/>
                  </a:lnTo>
                  <a:lnTo>
                    <a:pt x="4024" y="2500"/>
                  </a:lnTo>
                  <a:close/>
                  <a:moveTo>
                    <a:pt x="5200" y="2300"/>
                  </a:moveTo>
                  <a:lnTo>
                    <a:pt x="5200" y="2424"/>
                  </a:lnTo>
                  <a:lnTo>
                    <a:pt x="5324" y="2424"/>
                  </a:lnTo>
                  <a:lnTo>
                    <a:pt x="5324" y="2300"/>
                  </a:lnTo>
                  <a:close/>
                  <a:moveTo>
                    <a:pt x="300" y="2300"/>
                  </a:moveTo>
                  <a:lnTo>
                    <a:pt x="300" y="2724"/>
                  </a:lnTo>
                  <a:lnTo>
                    <a:pt x="424" y="2724"/>
                  </a:lnTo>
                  <a:lnTo>
                    <a:pt x="424" y="2300"/>
                  </a:lnTo>
                  <a:close/>
                  <a:moveTo>
                    <a:pt x="5600" y="2000"/>
                  </a:moveTo>
                  <a:lnTo>
                    <a:pt x="5600" y="2124"/>
                  </a:lnTo>
                  <a:lnTo>
                    <a:pt x="5724" y="2124"/>
                  </a:lnTo>
                  <a:lnTo>
                    <a:pt x="5724" y="2000"/>
                  </a:lnTo>
                  <a:close/>
                  <a:moveTo>
                    <a:pt x="1300" y="2000"/>
                  </a:moveTo>
                  <a:lnTo>
                    <a:pt x="1300" y="2124"/>
                  </a:lnTo>
                  <a:lnTo>
                    <a:pt x="1424" y="2124"/>
                  </a:lnTo>
                  <a:lnTo>
                    <a:pt x="1424" y="2000"/>
                  </a:lnTo>
                  <a:close/>
                  <a:moveTo>
                    <a:pt x="2200" y="1800"/>
                  </a:moveTo>
                  <a:lnTo>
                    <a:pt x="2200" y="2024"/>
                  </a:lnTo>
                  <a:lnTo>
                    <a:pt x="2324" y="2024"/>
                  </a:lnTo>
                  <a:lnTo>
                    <a:pt x="2324" y="1800"/>
                  </a:lnTo>
                  <a:close/>
                  <a:moveTo>
                    <a:pt x="4700" y="1700"/>
                  </a:moveTo>
                  <a:lnTo>
                    <a:pt x="4700" y="1824"/>
                  </a:lnTo>
                  <a:lnTo>
                    <a:pt x="4824" y="1824"/>
                  </a:lnTo>
                  <a:lnTo>
                    <a:pt x="4824" y="1700"/>
                  </a:lnTo>
                  <a:close/>
                  <a:moveTo>
                    <a:pt x="300" y="1700"/>
                  </a:moveTo>
                  <a:lnTo>
                    <a:pt x="300" y="2224"/>
                  </a:lnTo>
                  <a:lnTo>
                    <a:pt x="424" y="2224"/>
                  </a:lnTo>
                  <a:lnTo>
                    <a:pt x="424" y="1700"/>
                  </a:lnTo>
                  <a:close/>
                  <a:moveTo>
                    <a:pt x="6900" y="1600"/>
                  </a:moveTo>
                  <a:lnTo>
                    <a:pt x="6900" y="2824"/>
                  </a:lnTo>
                  <a:lnTo>
                    <a:pt x="7024" y="2824"/>
                  </a:lnTo>
                  <a:lnTo>
                    <a:pt x="7024" y="1600"/>
                  </a:lnTo>
                  <a:close/>
                  <a:moveTo>
                    <a:pt x="4800" y="1500"/>
                  </a:moveTo>
                  <a:lnTo>
                    <a:pt x="4800" y="1624"/>
                  </a:lnTo>
                  <a:lnTo>
                    <a:pt x="4924" y="1624"/>
                  </a:lnTo>
                  <a:lnTo>
                    <a:pt x="4924" y="1500"/>
                  </a:lnTo>
                  <a:close/>
                  <a:moveTo>
                    <a:pt x="6500" y="1100"/>
                  </a:moveTo>
                  <a:lnTo>
                    <a:pt x="6500" y="1324"/>
                  </a:lnTo>
                  <a:lnTo>
                    <a:pt x="6624" y="1324"/>
                  </a:lnTo>
                  <a:lnTo>
                    <a:pt x="6624" y="1100"/>
                  </a:lnTo>
                  <a:close/>
                  <a:moveTo>
                    <a:pt x="0" y="1100"/>
                  </a:moveTo>
                  <a:lnTo>
                    <a:pt x="0" y="1224"/>
                  </a:lnTo>
                  <a:lnTo>
                    <a:pt x="124" y="1224"/>
                  </a:lnTo>
                  <a:lnTo>
                    <a:pt x="124" y="11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3500" y="800"/>
                  </a:moveTo>
                  <a:lnTo>
                    <a:pt x="3500" y="924"/>
                  </a:lnTo>
                  <a:lnTo>
                    <a:pt x="3724" y="924"/>
                  </a:lnTo>
                  <a:lnTo>
                    <a:pt x="3724" y="800"/>
                  </a:lnTo>
                  <a:close/>
                  <a:moveTo>
                    <a:pt x="6400" y="700"/>
                  </a:moveTo>
                  <a:lnTo>
                    <a:pt x="6400" y="824"/>
                  </a:lnTo>
                  <a:lnTo>
                    <a:pt x="6524" y="824"/>
                  </a:lnTo>
                  <a:lnTo>
                    <a:pt x="6524" y="700"/>
                  </a:lnTo>
                  <a:close/>
                  <a:moveTo>
                    <a:pt x="4600" y="700"/>
                  </a:moveTo>
                  <a:lnTo>
                    <a:pt x="4600" y="824"/>
                  </a:lnTo>
                  <a:lnTo>
                    <a:pt x="4724" y="824"/>
                  </a:lnTo>
                  <a:lnTo>
                    <a:pt x="4724" y="700"/>
                  </a:lnTo>
                  <a:close/>
                  <a:moveTo>
                    <a:pt x="2400" y="700"/>
                  </a:moveTo>
                  <a:lnTo>
                    <a:pt x="2400" y="824"/>
                  </a:lnTo>
                  <a:lnTo>
                    <a:pt x="2524" y="824"/>
                  </a:lnTo>
                  <a:lnTo>
                    <a:pt x="2524" y="700"/>
                  </a:lnTo>
                  <a:close/>
                  <a:moveTo>
                    <a:pt x="1900" y="600"/>
                  </a:moveTo>
                  <a:lnTo>
                    <a:pt x="1900" y="724"/>
                  </a:lnTo>
                  <a:lnTo>
                    <a:pt x="2024" y="724"/>
                  </a:lnTo>
                  <a:lnTo>
                    <a:pt x="2024" y="600"/>
                  </a:lnTo>
                  <a:close/>
                  <a:moveTo>
                    <a:pt x="900" y="600"/>
                  </a:moveTo>
                  <a:lnTo>
                    <a:pt x="900" y="724"/>
                  </a:lnTo>
                  <a:lnTo>
                    <a:pt x="1024" y="724"/>
                  </a:lnTo>
                  <a:lnTo>
                    <a:pt x="1024" y="600"/>
                  </a:lnTo>
                  <a:close/>
                  <a:moveTo>
                    <a:pt x="5400" y="500"/>
                  </a:moveTo>
                  <a:lnTo>
                    <a:pt x="5400" y="624"/>
                  </a:lnTo>
                  <a:lnTo>
                    <a:pt x="5624" y="624"/>
                  </a:lnTo>
                  <a:lnTo>
                    <a:pt x="5624" y="500"/>
                  </a:lnTo>
                  <a:close/>
                  <a:moveTo>
                    <a:pt x="1400" y="500"/>
                  </a:moveTo>
                  <a:lnTo>
                    <a:pt x="1400" y="624"/>
                  </a:lnTo>
                  <a:lnTo>
                    <a:pt x="1724" y="624"/>
                  </a:lnTo>
                  <a:lnTo>
                    <a:pt x="1724" y="500"/>
                  </a:lnTo>
                  <a:close/>
                  <a:moveTo>
                    <a:pt x="6600" y="300"/>
                  </a:moveTo>
                  <a:lnTo>
                    <a:pt x="6600" y="424"/>
                  </a:lnTo>
                  <a:lnTo>
                    <a:pt x="6724" y="424"/>
                  </a:lnTo>
                  <a:lnTo>
                    <a:pt x="6724" y="300"/>
                  </a:lnTo>
                  <a:close/>
                  <a:moveTo>
                    <a:pt x="5800" y="0"/>
                  </a:moveTo>
                  <a:lnTo>
                    <a:pt x="5800" y="124"/>
                  </a:lnTo>
                  <a:lnTo>
                    <a:pt x="5924" y="124"/>
                  </a:lnTo>
                  <a:lnTo>
                    <a:pt x="5924" y="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31525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8" name="Annotation MLLM illustration color 24"/>
            <p:cNvSpPr/>
            <p:nvPr/>
          </p:nvSpPr>
          <p:spPr>
            <a:xfrm>
              <a:off x="9723547" y="4740067"/>
              <a:ext cx="623987" cy="578267"/>
            </a:xfrm>
            <a:custGeom>
              <a:avLst/>
              <a:gdLst/>
              <a:ahLst/>
              <a:cxnLst/>
              <a:rect l="l" t="t" r="r" b="b"/>
              <a:pathLst>
                <a:path w="6824" h="6324">
                  <a:moveTo>
                    <a:pt x="400" y="6200"/>
                  </a:moveTo>
                  <a:lnTo>
                    <a:pt x="400" y="6324"/>
                  </a:lnTo>
                  <a:lnTo>
                    <a:pt x="524" y="6324"/>
                  </a:lnTo>
                  <a:lnTo>
                    <a:pt x="524" y="6200"/>
                  </a:lnTo>
                  <a:close/>
                  <a:moveTo>
                    <a:pt x="3700" y="5700"/>
                  </a:moveTo>
                  <a:lnTo>
                    <a:pt x="3700" y="5824"/>
                  </a:lnTo>
                  <a:lnTo>
                    <a:pt x="3824" y="5824"/>
                  </a:lnTo>
                  <a:lnTo>
                    <a:pt x="3824" y="5700"/>
                  </a:lnTo>
                  <a:close/>
                  <a:moveTo>
                    <a:pt x="600" y="5700"/>
                  </a:moveTo>
                  <a:lnTo>
                    <a:pt x="600" y="5824"/>
                  </a:lnTo>
                  <a:lnTo>
                    <a:pt x="724" y="5824"/>
                  </a:lnTo>
                  <a:lnTo>
                    <a:pt x="724" y="5700"/>
                  </a:lnTo>
                  <a:close/>
                  <a:moveTo>
                    <a:pt x="800" y="5500"/>
                  </a:moveTo>
                  <a:lnTo>
                    <a:pt x="800" y="5624"/>
                  </a:lnTo>
                  <a:lnTo>
                    <a:pt x="924" y="5624"/>
                  </a:lnTo>
                  <a:lnTo>
                    <a:pt x="924" y="5500"/>
                  </a:lnTo>
                  <a:close/>
                  <a:moveTo>
                    <a:pt x="5700" y="5400"/>
                  </a:moveTo>
                  <a:lnTo>
                    <a:pt x="5700" y="5524"/>
                  </a:lnTo>
                  <a:lnTo>
                    <a:pt x="5824" y="5524"/>
                  </a:lnTo>
                  <a:lnTo>
                    <a:pt x="5824" y="5400"/>
                  </a:lnTo>
                  <a:close/>
                  <a:moveTo>
                    <a:pt x="5500" y="5300"/>
                  </a:moveTo>
                  <a:lnTo>
                    <a:pt x="5500" y="5424"/>
                  </a:lnTo>
                  <a:lnTo>
                    <a:pt x="5624" y="5424"/>
                  </a:lnTo>
                  <a:lnTo>
                    <a:pt x="5624" y="5300"/>
                  </a:lnTo>
                  <a:close/>
                  <a:moveTo>
                    <a:pt x="1200" y="5300"/>
                  </a:moveTo>
                  <a:lnTo>
                    <a:pt x="1200" y="5424"/>
                  </a:lnTo>
                  <a:lnTo>
                    <a:pt x="1324" y="5424"/>
                  </a:lnTo>
                  <a:lnTo>
                    <a:pt x="1324" y="5300"/>
                  </a:lnTo>
                  <a:close/>
                  <a:moveTo>
                    <a:pt x="4500" y="4400"/>
                  </a:moveTo>
                  <a:lnTo>
                    <a:pt x="4500" y="4524"/>
                  </a:lnTo>
                  <a:lnTo>
                    <a:pt x="4924" y="4524"/>
                  </a:lnTo>
                  <a:lnTo>
                    <a:pt x="4924" y="4400"/>
                  </a:lnTo>
                  <a:close/>
                  <a:moveTo>
                    <a:pt x="1800" y="4400"/>
                  </a:moveTo>
                  <a:lnTo>
                    <a:pt x="1800" y="4524"/>
                  </a:lnTo>
                  <a:lnTo>
                    <a:pt x="2324" y="4524"/>
                  </a:lnTo>
                  <a:lnTo>
                    <a:pt x="2324" y="4400"/>
                  </a:lnTo>
                  <a:close/>
                  <a:moveTo>
                    <a:pt x="2300" y="4200"/>
                  </a:moveTo>
                  <a:lnTo>
                    <a:pt x="2300" y="4324"/>
                  </a:lnTo>
                  <a:lnTo>
                    <a:pt x="4424" y="4324"/>
                  </a:lnTo>
                  <a:lnTo>
                    <a:pt x="4424" y="4200"/>
                  </a:lnTo>
                  <a:close/>
                  <a:moveTo>
                    <a:pt x="400" y="4200"/>
                  </a:moveTo>
                  <a:lnTo>
                    <a:pt x="400" y="4324"/>
                  </a:lnTo>
                  <a:lnTo>
                    <a:pt x="524" y="4324"/>
                  </a:lnTo>
                  <a:lnTo>
                    <a:pt x="524" y="4200"/>
                  </a:lnTo>
                  <a:close/>
                  <a:moveTo>
                    <a:pt x="5600" y="4100"/>
                  </a:moveTo>
                  <a:lnTo>
                    <a:pt x="5600" y="4224"/>
                  </a:lnTo>
                  <a:lnTo>
                    <a:pt x="5824" y="4224"/>
                  </a:lnTo>
                  <a:lnTo>
                    <a:pt x="5824" y="4100"/>
                  </a:lnTo>
                  <a:close/>
                  <a:moveTo>
                    <a:pt x="1000" y="4100"/>
                  </a:moveTo>
                  <a:lnTo>
                    <a:pt x="1000" y="4224"/>
                  </a:lnTo>
                  <a:lnTo>
                    <a:pt x="1124" y="4224"/>
                  </a:lnTo>
                  <a:lnTo>
                    <a:pt x="1124" y="4100"/>
                  </a:lnTo>
                  <a:close/>
                  <a:moveTo>
                    <a:pt x="100" y="3900"/>
                  </a:moveTo>
                  <a:lnTo>
                    <a:pt x="100" y="4024"/>
                  </a:lnTo>
                  <a:lnTo>
                    <a:pt x="224" y="4024"/>
                  </a:lnTo>
                  <a:lnTo>
                    <a:pt x="224" y="3900"/>
                  </a:lnTo>
                  <a:close/>
                  <a:moveTo>
                    <a:pt x="6600" y="3800"/>
                  </a:moveTo>
                  <a:lnTo>
                    <a:pt x="6600" y="3924"/>
                  </a:lnTo>
                  <a:lnTo>
                    <a:pt x="6724" y="3924"/>
                  </a:lnTo>
                  <a:lnTo>
                    <a:pt x="6724" y="3800"/>
                  </a:lnTo>
                  <a:close/>
                  <a:moveTo>
                    <a:pt x="5300" y="3800"/>
                  </a:moveTo>
                  <a:lnTo>
                    <a:pt x="5300" y="3924"/>
                  </a:lnTo>
                  <a:lnTo>
                    <a:pt x="5424" y="3924"/>
                  </a:lnTo>
                  <a:lnTo>
                    <a:pt x="5424" y="3800"/>
                  </a:lnTo>
                  <a:close/>
                  <a:moveTo>
                    <a:pt x="1400" y="3800"/>
                  </a:moveTo>
                  <a:lnTo>
                    <a:pt x="1400" y="3924"/>
                  </a:lnTo>
                  <a:lnTo>
                    <a:pt x="1624" y="3924"/>
                  </a:lnTo>
                  <a:lnTo>
                    <a:pt x="1624" y="3800"/>
                  </a:lnTo>
                  <a:close/>
                  <a:moveTo>
                    <a:pt x="800" y="3700"/>
                  </a:moveTo>
                  <a:lnTo>
                    <a:pt x="800" y="3824"/>
                  </a:lnTo>
                  <a:lnTo>
                    <a:pt x="924" y="3824"/>
                  </a:lnTo>
                  <a:lnTo>
                    <a:pt x="924" y="3700"/>
                  </a:lnTo>
                  <a:close/>
                  <a:moveTo>
                    <a:pt x="300" y="3600"/>
                  </a:moveTo>
                  <a:lnTo>
                    <a:pt x="300" y="3724"/>
                  </a:lnTo>
                  <a:lnTo>
                    <a:pt x="424" y="3724"/>
                  </a:lnTo>
                  <a:lnTo>
                    <a:pt x="424" y="3600"/>
                  </a:lnTo>
                  <a:close/>
                  <a:moveTo>
                    <a:pt x="600" y="3500"/>
                  </a:moveTo>
                  <a:lnTo>
                    <a:pt x="600" y="3624"/>
                  </a:lnTo>
                  <a:lnTo>
                    <a:pt x="724" y="3624"/>
                  </a:lnTo>
                  <a:lnTo>
                    <a:pt x="724" y="3500"/>
                  </a:lnTo>
                  <a:close/>
                  <a:moveTo>
                    <a:pt x="6100" y="3200"/>
                  </a:moveTo>
                  <a:lnTo>
                    <a:pt x="6100" y="3424"/>
                  </a:lnTo>
                  <a:lnTo>
                    <a:pt x="6224" y="3424"/>
                  </a:lnTo>
                  <a:lnTo>
                    <a:pt x="6224" y="3200"/>
                  </a:lnTo>
                  <a:close/>
                  <a:moveTo>
                    <a:pt x="6700" y="3000"/>
                  </a:moveTo>
                  <a:lnTo>
                    <a:pt x="6700" y="3324"/>
                  </a:lnTo>
                  <a:lnTo>
                    <a:pt x="6824" y="3324"/>
                  </a:lnTo>
                  <a:lnTo>
                    <a:pt x="6824" y="3000"/>
                  </a:lnTo>
                  <a:close/>
                  <a:moveTo>
                    <a:pt x="200" y="3000"/>
                  </a:moveTo>
                  <a:lnTo>
                    <a:pt x="200" y="3124"/>
                  </a:lnTo>
                  <a:lnTo>
                    <a:pt x="324" y="3124"/>
                  </a:lnTo>
                  <a:lnTo>
                    <a:pt x="324" y="3000"/>
                  </a:lnTo>
                  <a:close/>
                  <a:moveTo>
                    <a:pt x="3400" y="2900"/>
                  </a:moveTo>
                  <a:lnTo>
                    <a:pt x="3400" y="3024"/>
                  </a:lnTo>
                  <a:lnTo>
                    <a:pt x="3624" y="3024"/>
                  </a:lnTo>
                  <a:lnTo>
                    <a:pt x="3624" y="2900"/>
                  </a:lnTo>
                  <a:close/>
                  <a:moveTo>
                    <a:pt x="500" y="2600"/>
                  </a:moveTo>
                  <a:lnTo>
                    <a:pt x="500" y="2824"/>
                  </a:lnTo>
                  <a:lnTo>
                    <a:pt x="624" y="2824"/>
                  </a:lnTo>
                  <a:lnTo>
                    <a:pt x="624" y="2600"/>
                  </a:lnTo>
                  <a:close/>
                  <a:moveTo>
                    <a:pt x="3300" y="2500"/>
                  </a:moveTo>
                  <a:lnTo>
                    <a:pt x="3300" y="2624"/>
                  </a:lnTo>
                  <a:lnTo>
                    <a:pt x="3524" y="2624"/>
                  </a:lnTo>
                  <a:lnTo>
                    <a:pt x="3524" y="2500"/>
                  </a:lnTo>
                  <a:close/>
                  <a:moveTo>
                    <a:pt x="3800" y="2100"/>
                  </a:moveTo>
                  <a:lnTo>
                    <a:pt x="3800" y="2224"/>
                  </a:lnTo>
                  <a:lnTo>
                    <a:pt x="3924" y="2224"/>
                  </a:lnTo>
                  <a:lnTo>
                    <a:pt x="3924" y="2100"/>
                  </a:lnTo>
                  <a:close/>
                  <a:moveTo>
                    <a:pt x="1400" y="2100"/>
                  </a:moveTo>
                  <a:lnTo>
                    <a:pt x="1400" y="2224"/>
                  </a:lnTo>
                  <a:lnTo>
                    <a:pt x="1524" y="2224"/>
                  </a:lnTo>
                  <a:lnTo>
                    <a:pt x="1524" y="2100"/>
                  </a:lnTo>
                  <a:close/>
                  <a:moveTo>
                    <a:pt x="2600" y="2000"/>
                  </a:moveTo>
                  <a:lnTo>
                    <a:pt x="2600" y="2124"/>
                  </a:lnTo>
                  <a:lnTo>
                    <a:pt x="2724" y="2124"/>
                  </a:lnTo>
                  <a:lnTo>
                    <a:pt x="2724" y="2000"/>
                  </a:lnTo>
                  <a:close/>
                  <a:moveTo>
                    <a:pt x="5500" y="1900"/>
                  </a:moveTo>
                  <a:lnTo>
                    <a:pt x="5500" y="2024"/>
                  </a:lnTo>
                  <a:lnTo>
                    <a:pt x="5624" y="2024"/>
                  </a:lnTo>
                  <a:lnTo>
                    <a:pt x="5624" y="1900"/>
                  </a:lnTo>
                  <a:close/>
                  <a:moveTo>
                    <a:pt x="4500" y="1700"/>
                  </a:moveTo>
                  <a:lnTo>
                    <a:pt x="4500" y="1824"/>
                  </a:lnTo>
                  <a:lnTo>
                    <a:pt x="4624" y="1824"/>
                  </a:lnTo>
                  <a:lnTo>
                    <a:pt x="4624" y="1700"/>
                  </a:lnTo>
                  <a:close/>
                  <a:moveTo>
                    <a:pt x="2200" y="1600"/>
                  </a:moveTo>
                  <a:lnTo>
                    <a:pt x="2200" y="1824"/>
                  </a:lnTo>
                  <a:lnTo>
                    <a:pt x="2324" y="1824"/>
                  </a:lnTo>
                  <a:lnTo>
                    <a:pt x="2324" y="1600"/>
                  </a:lnTo>
                  <a:close/>
                  <a:moveTo>
                    <a:pt x="6500" y="1400"/>
                  </a:moveTo>
                  <a:lnTo>
                    <a:pt x="6500" y="2624"/>
                  </a:lnTo>
                  <a:lnTo>
                    <a:pt x="6624" y="2624"/>
                  </a:lnTo>
                  <a:lnTo>
                    <a:pt x="6624" y="1400"/>
                  </a:lnTo>
                  <a:close/>
                  <a:moveTo>
                    <a:pt x="5900" y="1300"/>
                  </a:moveTo>
                  <a:lnTo>
                    <a:pt x="5900" y="1424"/>
                  </a:lnTo>
                  <a:lnTo>
                    <a:pt x="6024" y="1424"/>
                  </a:lnTo>
                  <a:lnTo>
                    <a:pt x="6024" y="1300"/>
                  </a:lnTo>
                  <a:close/>
                  <a:moveTo>
                    <a:pt x="4600" y="1300"/>
                  </a:moveTo>
                  <a:lnTo>
                    <a:pt x="4600" y="1424"/>
                  </a:lnTo>
                  <a:lnTo>
                    <a:pt x="4724" y="1424"/>
                  </a:lnTo>
                  <a:lnTo>
                    <a:pt x="4724" y="1300"/>
                  </a:lnTo>
                  <a:close/>
                  <a:moveTo>
                    <a:pt x="5000" y="1100"/>
                  </a:moveTo>
                  <a:lnTo>
                    <a:pt x="5000" y="1224"/>
                  </a:lnTo>
                  <a:lnTo>
                    <a:pt x="5224" y="1224"/>
                  </a:lnTo>
                  <a:lnTo>
                    <a:pt x="5224" y="1100"/>
                  </a:lnTo>
                  <a:close/>
                  <a:moveTo>
                    <a:pt x="500" y="1100"/>
                  </a:moveTo>
                  <a:lnTo>
                    <a:pt x="500" y="1224"/>
                  </a:lnTo>
                  <a:lnTo>
                    <a:pt x="624" y="1224"/>
                  </a:lnTo>
                  <a:lnTo>
                    <a:pt x="624" y="1100"/>
                  </a:lnTo>
                  <a:close/>
                  <a:moveTo>
                    <a:pt x="5700" y="1000"/>
                  </a:moveTo>
                  <a:lnTo>
                    <a:pt x="5700" y="1124"/>
                  </a:lnTo>
                  <a:lnTo>
                    <a:pt x="5824" y="1124"/>
                  </a:lnTo>
                  <a:lnTo>
                    <a:pt x="5824" y="1000"/>
                  </a:lnTo>
                  <a:close/>
                  <a:moveTo>
                    <a:pt x="6700" y="800"/>
                  </a:moveTo>
                  <a:lnTo>
                    <a:pt x="6700" y="1024"/>
                  </a:lnTo>
                  <a:lnTo>
                    <a:pt x="6824" y="1024"/>
                  </a:lnTo>
                  <a:lnTo>
                    <a:pt x="6824" y="800"/>
                  </a:lnTo>
                  <a:close/>
                  <a:moveTo>
                    <a:pt x="6400" y="600"/>
                  </a:moveTo>
                  <a:lnTo>
                    <a:pt x="6400" y="724"/>
                  </a:lnTo>
                  <a:lnTo>
                    <a:pt x="6524" y="724"/>
                  </a:lnTo>
                  <a:lnTo>
                    <a:pt x="6524" y="600"/>
                  </a:lnTo>
                  <a:close/>
                  <a:moveTo>
                    <a:pt x="4400" y="600"/>
                  </a:moveTo>
                  <a:lnTo>
                    <a:pt x="4400" y="724"/>
                  </a:lnTo>
                  <a:lnTo>
                    <a:pt x="4624" y="724"/>
                  </a:lnTo>
                  <a:lnTo>
                    <a:pt x="4624" y="600"/>
                  </a:lnTo>
                  <a:close/>
                  <a:moveTo>
                    <a:pt x="2300" y="600"/>
                  </a:moveTo>
                  <a:lnTo>
                    <a:pt x="2300" y="724"/>
                  </a:lnTo>
                  <a:lnTo>
                    <a:pt x="2424" y="724"/>
                  </a:lnTo>
                  <a:lnTo>
                    <a:pt x="2424" y="600"/>
                  </a:lnTo>
                  <a:close/>
                  <a:moveTo>
                    <a:pt x="0" y="600"/>
                  </a:moveTo>
                  <a:lnTo>
                    <a:pt x="0" y="724"/>
                  </a:lnTo>
                  <a:lnTo>
                    <a:pt x="124" y="724"/>
                  </a:lnTo>
                  <a:lnTo>
                    <a:pt x="124" y="600"/>
                  </a:lnTo>
                  <a:close/>
                  <a:moveTo>
                    <a:pt x="4900" y="500"/>
                  </a:moveTo>
                  <a:lnTo>
                    <a:pt x="4900" y="624"/>
                  </a:lnTo>
                  <a:lnTo>
                    <a:pt x="5024" y="624"/>
                  </a:lnTo>
                  <a:lnTo>
                    <a:pt x="5024" y="500"/>
                  </a:lnTo>
                  <a:close/>
                  <a:moveTo>
                    <a:pt x="1800" y="500"/>
                  </a:moveTo>
                  <a:lnTo>
                    <a:pt x="1800" y="624"/>
                  </a:lnTo>
                  <a:lnTo>
                    <a:pt x="1924" y="624"/>
                  </a:lnTo>
                  <a:lnTo>
                    <a:pt x="1924" y="500"/>
                  </a:lnTo>
                  <a:close/>
                  <a:moveTo>
                    <a:pt x="800" y="500"/>
                  </a:moveTo>
                  <a:lnTo>
                    <a:pt x="800" y="624"/>
                  </a:lnTo>
                  <a:lnTo>
                    <a:pt x="924" y="624"/>
                  </a:lnTo>
                  <a:lnTo>
                    <a:pt x="924" y="500"/>
                  </a:lnTo>
                  <a:close/>
                  <a:moveTo>
                    <a:pt x="5400" y="400"/>
                  </a:moveTo>
                  <a:lnTo>
                    <a:pt x="5400" y="524"/>
                  </a:lnTo>
                  <a:lnTo>
                    <a:pt x="5524" y="524"/>
                  </a:lnTo>
                  <a:lnTo>
                    <a:pt x="5524" y="400"/>
                  </a:lnTo>
                  <a:close/>
                  <a:moveTo>
                    <a:pt x="1500" y="400"/>
                  </a:moveTo>
                  <a:lnTo>
                    <a:pt x="1500" y="524"/>
                  </a:lnTo>
                  <a:lnTo>
                    <a:pt x="1624" y="524"/>
                  </a:lnTo>
                  <a:lnTo>
                    <a:pt x="1624" y="400"/>
                  </a:lnTo>
                  <a:close/>
                  <a:moveTo>
                    <a:pt x="1300" y="400"/>
                  </a:moveTo>
                  <a:lnTo>
                    <a:pt x="1300" y="524"/>
                  </a:lnTo>
                  <a:lnTo>
                    <a:pt x="1424" y="524"/>
                  </a:lnTo>
                  <a:lnTo>
                    <a:pt x="1424" y="400"/>
                  </a:lnTo>
                  <a:close/>
                  <a:moveTo>
                    <a:pt x="600" y="200"/>
                  </a:moveTo>
                  <a:lnTo>
                    <a:pt x="600" y="324"/>
                  </a:lnTo>
                  <a:lnTo>
                    <a:pt x="724" y="324"/>
                  </a:lnTo>
                  <a:lnTo>
                    <a:pt x="724" y="200"/>
                  </a:lnTo>
                  <a:close/>
                  <a:moveTo>
                    <a:pt x="1000" y="0"/>
                  </a:moveTo>
                  <a:lnTo>
                    <a:pt x="1000" y="74"/>
                  </a:lnTo>
                  <a:lnTo>
                    <a:pt x="900" y="100"/>
                  </a:lnTo>
                  <a:lnTo>
                    <a:pt x="900" y="224"/>
                  </a:lnTo>
                  <a:lnTo>
                    <a:pt x="1124" y="2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86B6D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9" name="Annotation MLLM illustration color 25"/>
            <p:cNvSpPr/>
            <p:nvPr/>
          </p:nvSpPr>
          <p:spPr>
            <a:xfrm>
              <a:off x="9650395" y="4520611"/>
              <a:ext cx="770291" cy="834299"/>
            </a:xfrm>
            <a:custGeom>
              <a:avLst/>
              <a:gdLst/>
              <a:ahLst/>
              <a:cxnLst/>
              <a:rect l="l" t="t" r="r" b="b"/>
              <a:pathLst>
                <a:path w="8424" h="9124">
                  <a:moveTo>
                    <a:pt x="7200" y="9000"/>
                  </a:moveTo>
                  <a:lnTo>
                    <a:pt x="7200" y="9124"/>
                  </a:lnTo>
                  <a:lnTo>
                    <a:pt x="7324" y="9124"/>
                  </a:lnTo>
                  <a:lnTo>
                    <a:pt x="7324" y="9000"/>
                  </a:lnTo>
                  <a:close/>
                  <a:moveTo>
                    <a:pt x="4400" y="8000"/>
                  </a:moveTo>
                  <a:lnTo>
                    <a:pt x="4400" y="8124"/>
                  </a:lnTo>
                  <a:lnTo>
                    <a:pt x="4524" y="8124"/>
                  </a:lnTo>
                  <a:lnTo>
                    <a:pt x="4524" y="8000"/>
                  </a:lnTo>
                  <a:close/>
                  <a:moveTo>
                    <a:pt x="4824" y="7800"/>
                  </a:moveTo>
                  <a:lnTo>
                    <a:pt x="4700" y="7800"/>
                  </a:lnTo>
                  <a:lnTo>
                    <a:pt x="4700" y="7874"/>
                  </a:lnTo>
                  <a:lnTo>
                    <a:pt x="4600" y="7900"/>
                  </a:lnTo>
                  <a:lnTo>
                    <a:pt x="4600" y="8024"/>
                  </a:lnTo>
                  <a:lnTo>
                    <a:pt x="4724" y="8024"/>
                  </a:lnTo>
                  <a:lnTo>
                    <a:pt x="4724" y="7950"/>
                  </a:lnTo>
                  <a:lnTo>
                    <a:pt x="4824" y="7924"/>
                  </a:lnTo>
                  <a:close/>
                  <a:moveTo>
                    <a:pt x="6600" y="7700"/>
                  </a:moveTo>
                  <a:lnTo>
                    <a:pt x="6600" y="7824"/>
                  </a:lnTo>
                  <a:lnTo>
                    <a:pt x="6674" y="7824"/>
                  </a:lnTo>
                  <a:lnTo>
                    <a:pt x="6700" y="7924"/>
                  </a:lnTo>
                  <a:lnTo>
                    <a:pt x="6824" y="7924"/>
                  </a:lnTo>
                  <a:lnTo>
                    <a:pt x="6824" y="7800"/>
                  </a:lnTo>
                  <a:lnTo>
                    <a:pt x="6750" y="7800"/>
                  </a:lnTo>
                  <a:lnTo>
                    <a:pt x="6724" y="7700"/>
                  </a:lnTo>
                  <a:close/>
                  <a:moveTo>
                    <a:pt x="4624" y="7700"/>
                  </a:moveTo>
                  <a:lnTo>
                    <a:pt x="4500" y="7700"/>
                  </a:lnTo>
                  <a:lnTo>
                    <a:pt x="4500" y="7774"/>
                  </a:lnTo>
                  <a:lnTo>
                    <a:pt x="4400" y="7800"/>
                  </a:lnTo>
                  <a:lnTo>
                    <a:pt x="4400" y="7924"/>
                  </a:lnTo>
                  <a:lnTo>
                    <a:pt x="4524" y="7924"/>
                  </a:lnTo>
                  <a:lnTo>
                    <a:pt x="4524" y="7850"/>
                  </a:lnTo>
                  <a:lnTo>
                    <a:pt x="4624" y="7824"/>
                  </a:lnTo>
                  <a:close/>
                  <a:moveTo>
                    <a:pt x="3700" y="7700"/>
                  </a:moveTo>
                  <a:lnTo>
                    <a:pt x="3700" y="7824"/>
                  </a:lnTo>
                  <a:lnTo>
                    <a:pt x="3774" y="7824"/>
                  </a:lnTo>
                  <a:lnTo>
                    <a:pt x="3800" y="7924"/>
                  </a:lnTo>
                  <a:lnTo>
                    <a:pt x="3924" y="7924"/>
                  </a:lnTo>
                  <a:lnTo>
                    <a:pt x="3924" y="7800"/>
                  </a:lnTo>
                  <a:lnTo>
                    <a:pt x="3850" y="7800"/>
                  </a:lnTo>
                  <a:lnTo>
                    <a:pt x="3824" y="7700"/>
                  </a:lnTo>
                  <a:close/>
                  <a:moveTo>
                    <a:pt x="1724" y="7700"/>
                  </a:moveTo>
                  <a:lnTo>
                    <a:pt x="1600" y="7700"/>
                  </a:lnTo>
                  <a:lnTo>
                    <a:pt x="1600" y="7774"/>
                  </a:lnTo>
                  <a:lnTo>
                    <a:pt x="1500" y="7800"/>
                  </a:lnTo>
                  <a:lnTo>
                    <a:pt x="1474" y="7900"/>
                  </a:lnTo>
                  <a:lnTo>
                    <a:pt x="1400" y="7900"/>
                  </a:lnTo>
                  <a:lnTo>
                    <a:pt x="1400" y="8024"/>
                  </a:lnTo>
                  <a:lnTo>
                    <a:pt x="1524" y="8024"/>
                  </a:lnTo>
                  <a:lnTo>
                    <a:pt x="1524" y="7950"/>
                  </a:lnTo>
                  <a:lnTo>
                    <a:pt x="1624" y="7924"/>
                  </a:lnTo>
                  <a:lnTo>
                    <a:pt x="1650" y="7824"/>
                  </a:lnTo>
                  <a:lnTo>
                    <a:pt x="1724" y="7824"/>
                  </a:lnTo>
                  <a:close/>
                  <a:moveTo>
                    <a:pt x="6400" y="7600"/>
                  </a:moveTo>
                  <a:lnTo>
                    <a:pt x="6400" y="7724"/>
                  </a:lnTo>
                  <a:lnTo>
                    <a:pt x="6524" y="7724"/>
                  </a:lnTo>
                  <a:lnTo>
                    <a:pt x="6524" y="7600"/>
                  </a:lnTo>
                  <a:close/>
                  <a:moveTo>
                    <a:pt x="5500" y="7500"/>
                  </a:moveTo>
                  <a:lnTo>
                    <a:pt x="5500" y="7624"/>
                  </a:lnTo>
                  <a:lnTo>
                    <a:pt x="5624" y="7624"/>
                  </a:lnTo>
                  <a:lnTo>
                    <a:pt x="5624" y="7500"/>
                  </a:lnTo>
                  <a:close/>
                  <a:moveTo>
                    <a:pt x="3200" y="7500"/>
                  </a:moveTo>
                  <a:lnTo>
                    <a:pt x="3200" y="7624"/>
                  </a:lnTo>
                  <a:lnTo>
                    <a:pt x="3424" y="7624"/>
                  </a:lnTo>
                  <a:lnTo>
                    <a:pt x="3424" y="7500"/>
                  </a:lnTo>
                  <a:close/>
                  <a:moveTo>
                    <a:pt x="4900" y="7400"/>
                  </a:moveTo>
                  <a:lnTo>
                    <a:pt x="4900" y="7624"/>
                  </a:lnTo>
                  <a:lnTo>
                    <a:pt x="5124" y="7624"/>
                  </a:lnTo>
                  <a:lnTo>
                    <a:pt x="5124" y="7500"/>
                  </a:lnTo>
                  <a:lnTo>
                    <a:pt x="5050" y="7500"/>
                  </a:lnTo>
                  <a:lnTo>
                    <a:pt x="5024" y="7400"/>
                  </a:lnTo>
                  <a:close/>
                  <a:moveTo>
                    <a:pt x="4600" y="7400"/>
                  </a:moveTo>
                  <a:lnTo>
                    <a:pt x="4600" y="7624"/>
                  </a:lnTo>
                  <a:lnTo>
                    <a:pt x="4724" y="7624"/>
                  </a:lnTo>
                  <a:lnTo>
                    <a:pt x="4724" y="7400"/>
                  </a:lnTo>
                  <a:close/>
                  <a:moveTo>
                    <a:pt x="4600" y="7200"/>
                  </a:moveTo>
                  <a:lnTo>
                    <a:pt x="4600" y="7324"/>
                  </a:lnTo>
                  <a:lnTo>
                    <a:pt x="4724" y="7324"/>
                  </a:lnTo>
                  <a:lnTo>
                    <a:pt x="4724" y="7200"/>
                  </a:lnTo>
                  <a:close/>
                  <a:moveTo>
                    <a:pt x="1900" y="6900"/>
                  </a:moveTo>
                  <a:lnTo>
                    <a:pt x="1900" y="7024"/>
                  </a:lnTo>
                  <a:lnTo>
                    <a:pt x="2024" y="7024"/>
                  </a:lnTo>
                  <a:lnTo>
                    <a:pt x="2024" y="6900"/>
                  </a:lnTo>
                  <a:close/>
                  <a:moveTo>
                    <a:pt x="7424" y="6600"/>
                  </a:moveTo>
                  <a:lnTo>
                    <a:pt x="7300" y="6600"/>
                  </a:lnTo>
                  <a:lnTo>
                    <a:pt x="7300" y="6674"/>
                  </a:lnTo>
                  <a:lnTo>
                    <a:pt x="7200" y="6700"/>
                  </a:lnTo>
                  <a:lnTo>
                    <a:pt x="7200" y="6824"/>
                  </a:lnTo>
                  <a:lnTo>
                    <a:pt x="7324" y="6824"/>
                  </a:lnTo>
                  <a:lnTo>
                    <a:pt x="7324" y="6750"/>
                  </a:lnTo>
                  <a:lnTo>
                    <a:pt x="7424" y="6724"/>
                  </a:lnTo>
                  <a:close/>
                  <a:moveTo>
                    <a:pt x="900" y="6500"/>
                  </a:moveTo>
                  <a:lnTo>
                    <a:pt x="900" y="6624"/>
                  </a:lnTo>
                  <a:lnTo>
                    <a:pt x="974" y="6624"/>
                  </a:lnTo>
                  <a:lnTo>
                    <a:pt x="1000" y="6724"/>
                  </a:lnTo>
                  <a:lnTo>
                    <a:pt x="1100" y="6750"/>
                  </a:lnTo>
                  <a:lnTo>
                    <a:pt x="1100" y="6824"/>
                  </a:lnTo>
                  <a:lnTo>
                    <a:pt x="1224" y="6824"/>
                  </a:lnTo>
                  <a:lnTo>
                    <a:pt x="1224" y="6700"/>
                  </a:lnTo>
                  <a:lnTo>
                    <a:pt x="1150" y="6700"/>
                  </a:lnTo>
                  <a:lnTo>
                    <a:pt x="1124" y="6600"/>
                  </a:lnTo>
                  <a:lnTo>
                    <a:pt x="1024" y="6574"/>
                  </a:lnTo>
                  <a:lnTo>
                    <a:pt x="1024" y="6500"/>
                  </a:lnTo>
                  <a:close/>
                  <a:moveTo>
                    <a:pt x="6100" y="6300"/>
                  </a:moveTo>
                  <a:lnTo>
                    <a:pt x="6100" y="6424"/>
                  </a:lnTo>
                  <a:lnTo>
                    <a:pt x="6324" y="6424"/>
                  </a:lnTo>
                  <a:lnTo>
                    <a:pt x="6324" y="6300"/>
                  </a:lnTo>
                  <a:close/>
                  <a:moveTo>
                    <a:pt x="2100" y="6300"/>
                  </a:moveTo>
                  <a:lnTo>
                    <a:pt x="2100" y="6424"/>
                  </a:lnTo>
                  <a:lnTo>
                    <a:pt x="2224" y="6424"/>
                  </a:lnTo>
                  <a:lnTo>
                    <a:pt x="2224" y="6300"/>
                  </a:lnTo>
                  <a:close/>
                  <a:moveTo>
                    <a:pt x="800" y="6300"/>
                  </a:moveTo>
                  <a:lnTo>
                    <a:pt x="800" y="6424"/>
                  </a:lnTo>
                  <a:lnTo>
                    <a:pt x="924" y="6424"/>
                  </a:lnTo>
                  <a:lnTo>
                    <a:pt x="924" y="6300"/>
                  </a:lnTo>
                  <a:close/>
                  <a:moveTo>
                    <a:pt x="6700" y="6200"/>
                  </a:moveTo>
                  <a:lnTo>
                    <a:pt x="6700" y="6424"/>
                  </a:lnTo>
                  <a:lnTo>
                    <a:pt x="6824" y="6424"/>
                  </a:lnTo>
                  <a:lnTo>
                    <a:pt x="6824" y="6200"/>
                  </a:lnTo>
                  <a:close/>
                  <a:moveTo>
                    <a:pt x="1600" y="6200"/>
                  </a:moveTo>
                  <a:lnTo>
                    <a:pt x="1600" y="6424"/>
                  </a:lnTo>
                  <a:lnTo>
                    <a:pt x="1724" y="6424"/>
                  </a:lnTo>
                  <a:lnTo>
                    <a:pt x="1724" y="6200"/>
                  </a:lnTo>
                  <a:close/>
                  <a:moveTo>
                    <a:pt x="7000" y="6100"/>
                  </a:moveTo>
                  <a:lnTo>
                    <a:pt x="7000" y="6224"/>
                  </a:lnTo>
                  <a:lnTo>
                    <a:pt x="7124" y="6224"/>
                  </a:lnTo>
                  <a:lnTo>
                    <a:pt x="7124" y="6100"/>
                  </a:lnTo>
                  <a:close/>
                  <a:moveTo>
                    <a:pt x="1300" y="6000"/>
                  </a:moveTo>
                  <a:lnTo>
                    <a:pt x="1300" y="6124"/>
                  </a:lnTo>
                  <a:lnTo>
                    <a:pt x="1374" y="6124"/>
                  </a:lnTo>
                  <a:lnTo>
                    <a:pt x="1400" y="6224"/>
                  </a:lnTo>
                  <a:lnTo>
                    <a:pt x="1524" y="6224"/>
                  </a:lnTo>
                  <a:lnTo>
                    <a:pt x="1524" y="6100"/>
                  </a:lnTo>
                  <a:lnTo>
                    <a:pt x="1450" y="6100"/>
                  </a:lnTo>
                  <a:lnTo>
                    <a:pt x="1424" y="6000"/>
                  </a:lnTo>
                  <a:close/>
                  <a:moveTo>
                    <a:pt x="7000" y="5900"/>
                  </a:moveTo>
                  <a:lnTo>
                    <a:pt x="7000" y="6024"/>
                  </a:lnTo>
                  <a:lnTo>
                    <a:pt x="7124" y="6024"/>
                  </a:lnTo>
                  <a:lnTo>
                    <a:pt x="7124" y="5900"/>
                  </a:lnTo>
                  <a:close/>
                  <a:moveTo>
                    <a:pt x="4300" y="5000"/>
                  </a:moveTo>
                  <a:lnTo>
                    <a:pt x="4300" y="5124"/>
                  </a:lnTo>
                  <a:lnTo>
                    <a:pt x="4424" y="5124"/>
                  </a:lnTo>
                  <a:lnTo>
                    <a:pt x="4424" y="5000"/>
                  </a:lnTo>
                  <a:close/>
                  <a:moveTo>
                    <a:pt x="8200" y="4900"/>
                  </a:moveTo>
                  <a:lnTo>
                    <a:pt x="8200" y="5124"/>
                  </a:lnTo>
                  <a:lnTo>
                    <a:pt x="8324" y="5124"/>
                  </a:lnTo>
                  <a:lnTo>
                    <a:pt x="8324" y="4900"/>
                  </a:lnTo>
                  <a:close/>
                  <a:moveTo>
                    <a:pt x="7800" y="4900"/>
                  </a:moveTo>
                  <a:lnTo>
                    <a:pt x="7800" y="5024"/>
                  </a:lnTo>
                  <a:lnTo>
                    <a:pt x="7924" y="5024"/>
                  </a:lnTo>
                  <a:lnTo>
                    <a:pt x="7924" y="4900"/>
                  </a:lnTo>
                  <a:close/>
                  <a:moveTo>
                    <a:pt x="7100" y="4800"/>
                  </a:moveTo>
                  <a:lnTo>
                    <a:pt x="7100" y="5224"/>
                  </a:lnTo>
                  <a:lnTo>
                    <a:pt x="7224" y="5224"/>
                  </a:lnTo>
                  <a:lnTo>
                    <a:pt x="7224" y="4800"/>
                  </a:lnTo>
                  <a:close/>
                  <a:moveTo>
                    <a:pt x="4724" y="4800"/>
                  </a:moveTo>
                  <a:lnTo>
                    <a:pt x="4600" y="4800"/>
                  </a:lnTo>
                  <a:lnTo>
                    <a:pt x="4600" y="4874"/>
                  </a:lnTo>
                  <a:lnTo>
                    <a:pt x="4500" y="4900"/>
                  </a:lnTo>
                  <a:lnTo>
                    <a:pt x="4500" y="5024"/>
                  </a:lnTo>
                  <a:lnTo>
                    <a:pt x="4624" y="5024"/>
                  </a:lnTo>
                  <a:lnTo>
                    <a:pt x="4624" y="4950"/>
                  </a:lnTo>
                  <a:lnTo>
                    <a:pt x="4724" y="4924"/>
                  </a:lnTo>
                  <a:close/>
                  <a:moveTo>
                    <a:pt x="3700" y="4800"/>
                  </a:moveTo>
                  <a:lnTo>
                    <a:pt x="3700" y="4924"/>
                  </a:lnTo>
                  <a:lnTo>
                    <a:pt x="3774" y="4924"/>
                  </a:lnTo>
                  <a:lnTo>
                    <a:pt x="3800" y="5024"/>
                  </a:lnTo>
                  <a:lnTo>
                    <a:pt x="3924" y="5024"/>
                  </a:lnTo>
                  <a:lnTo>
                    <a:pt x="3924" y="4900"/>
                  </a:lnTo>
                  <a:lnTo>
                    <a:pt x="3850" y="4900"/>
                  </a:lnTo>
                  <a:lnTo>
                    <a:pt x="3824" y="4800"/>
                  </a:lnTo>
                  <a:close/>
                  <a:moveTo>
                    <a:pt x="3400" y="4700"/>
                  </a:moveTo>
                  <a:lnTo>
                    <a:pt x="3400" y="4824"/>
                  </a:lnTo>
                  <a:lnTo>
                    <a:pt x="3524" y="4824"/>
                  </a:lnTo>
                  <a:lnTo>
                    <a:pt x="3524" y="4700"/>
                  </a:lnTo>
                  <a:close/>
                  <a:moveTo>
                    <a:pt x="0" y="4700"/>
                  </a:moveTo>
                  <a:lnTo>
                    <a:pt x="0" y="5024"/>
                  </a:lnTo>
                  <a:lnTo>
                    <a:pt x="74" y="5024"/>
                  </a:lnTo>
                  <a:lnTo>
                    <a:pt x="100" y="5124"/>
                  </a:lnTo>
                  <a:lnTo>
                    <a:pt x="200" y="5150"/>
                  </a:lnTo>
                  <a:lnTo>
                    <a:pt x="200" y="5224"/>
                  </a:lnTo>
                  <a:lnTo>
                    <a:pt x="324" y="5224"/>
                  </a:lnTo>
                  <a:lnTo>
                    <a:pt x="324" y="5100"/>
                  </a:lnTo>
                  <a:lnTo>
                    <a:pt x="250" y="5100"/>
                  </a:lnTo>
                  <a:lnTo>
                    <a:pt x="224" y="5000"/>
                  </a:lnTo>
                  <a:lnTo>
                    <a:pt x="124" y="4974"/>
                  </a:lnTo>
                  <a:lnTo>
                    <a:pt x="124" y="4700"/>
                  </a:lnTo>
                  <a:close/>
                  <a:moveTo>
                    <a:pt x="4800" y="4500"/>
                  </a:moveTo>
                  <a:lnTo>
                    <a:pt x="4800" y="4624"/>
                  </a:lnTo>
                  <a:lnTo>
                    <a:pt x="4924" y="4624"/>
                  </a:lnTo>
                  <a:lnTo>
                    <a:pt x="4924" y="4500"/>
                  </a:lnTo>
                  <a:close/>
                  <a:moveTo>
                    <a:pt x="3500" y="4500"/>
                  </a:moveTo>
                  <a:lnTo>
                    <a:pt x="3500" y="4624"/>
                  </a:lnTo>
                  <a:lnTo>
                    <a:pt x="3574" y="4624"/>
                  </a:lnTo>
                  <a:lnTo>
                    <a:pt x="3600" y="4724"/>
                  </a:lnTo>
                  <a:lnTo>
                    <a:pt x="3724" y="4724"/>
                  </a:lnTo>
                  <a:lnTo>
                    <a:pt x="3724" y="4600"/>
                  </a:lnTo>
                  <a:lnTo>
                    <a:pt x="3650" y="4600"/>
                  </a:lnTo>
                  <a:lnTo>
                    <a:pt x="3624" y="4500"/>
                  </a:lnTo>
                  <a:close/>
                  <a:moveTo>
                    <a:pt x="6200" y="4300"/>
                  </a:moveTo>
                  <a:lnTo>
                    <a:pt x="6200" y="4424"/>
                  </a:lnTo>
                  <a:lnTo>
                    <a:pt x="6324" y="4424"/>
                  </a:lnTo>
                  <a:lnTo>
                    <a:pt x="6324" y="4300"/>
                  </a:lnTo>
                  <a:close/>
                  <a:moveTo>
                    <a:pt x="2100" y="4300"/>
                  </a:moveTo>
                  <a:lnTo>
                    <a:pt x="2100" y="4424"/>
                  </a:lnTo>
                  <a:lnTo>
                    <a:pt x="2174" y="4424"/>
                  </a:lnTo>
                  <a:lnTo>
                    <a:pt x="2200" y="4524"/>
                  </a:lnTo>
                  <a:lnTo>
                    <a:pt x="2324" y="4524"/>
                  </a:lnTo>
                  <a:lnTo>
                    <a:pt x="2324" y="4400"/>
                  </a:lnTo>
                  <a:lnTo>
                    <a:pt x="2250" y="4400"/>
                  </a:lnTo>
                  <a:lnTo>
                    <a:pt x="2224" y="4300"/>
                  </a:lnTo>
                  <a:close/>
                  <a:moveTo>
                    <a:pt x="8300" y="4000"/>
                  </a:moveTo>
                  <a:lnTo>
                    <a:pt x="8300" y="4824"/>
                  </a:lnTo>
                  <a:lnTo>
                    <a:pt x="8424" y="4824"/>
                  </a:lnTo>
                  <a:lnTo>
                    <a:pt x="8424" y="4000"/>
                  </a:lnTo>
                  <a:close/>
                  <a:moveTo>
                    <a:pt x="0" y="3900"/>
                  </a:moveTo>
                  <a:lnTo>
                    <a:pt x="0" y="4124"/>
                  </a:lnTo>
                  <a:lnTo>
                    <a:pt x="124" y="4124"/>
                  </a:lnTo>
                  <a:lnTo>
                    <a:pt x="124" y="3900"/>
                  </a:lnTo>
                  <a:close/>
                  <a:moveTo>
                    <a:pt x="6200" y="3800"/>
                  </a:moveTo>
                  <a:lnTo>
                    <a:pt x="6200" y="3924"/>
                  </a:lnTo>
                  <a:lnTo>
                    <a:pt x="6324" y="3924"/>
                  </a:lnTo>
                  <a:lnTo>
                    <a:pt x="6324" y="3800"/>
                  </a:lnTo>
                  <a:close/>
                  <a:moveTo>
                    <a:pt x="5500" y="3800"/>
                  </a:moveTo>
                  <a:lnTo>
                    <a:pt x="5500" y="3924"/>
                  </a:lnTo>
                  <a:lnTo>
                    <a:pt x="5624" y="3924"/>
                  </a:lnTo>
                  <a:lnTo>
                    <a:pt x="5624" y="3800"/>
                  </a:lnTo>
                  <a:close/>
                  <a:moveTo>
                    <a:pt x="2100" y="3800"/>
                  </a:moveTo>
                  <a:lnTo>
                    <a:pt x="2100" y="3924"/>
                  </a:lnTo>
                  <a:lnTo>
                    <a:pt x="2224" y="3924"/>
                  </a:lnTo>
                  <a:lnTo>
                    <a:pt x="2224" y="3800"/>
                  </a:lnTo>
                  <a:close/>
                  <a:moveTo>
                    <a:pt x="7100" y="3700"/>
                  </a:moveTo>
                  <a:lnTo>
                    <a:pt x="7100" y="3924"/>
                  </a:lnTo>
                  <a:lnTo>
                    <a:pt x="7224" y="3924"/>
                  </a:lnTo>
                  <a:lnTo>
                    <a:pt x="7224" y="3700"/>
                  </a:lnTo>
                  <a:close/>
                  <a:moveTo>
                    <a:pt x="2700" y="3700"/>
                  </a:moveTo>
                  <a:lnTo>
                    <a:pt x="2700" y="3824"/>
                  </a:lnTo>
                  <a:lnTo>
                    <a:pt x="2824" y="3824"/>
                  </a:lnTo>
                  <a:lnTo>
                    <a:pt x="2824" y="3700"/>
                  </a:lnTo>
                  <a:close/>
                  <a:moveTo>
                    <a:pt x="7900" y="3600"/>
                  </a:moveTo>
                  <a:lnTo>
                    <a:pt x="7900" y="3724"/>
                  </a:lnTo>
                  <a:lnTo>
                    <a:pt x="8074" y="3724"/>
                  </a:lnTo>
                  <a:lnTo>
                    <a:pt x="8100" y="3824"/>
                  </a:lnTo>
                  <a:lnTo>
                    <a:pt x="8200" y="3850"/>
                  </a:lnTo>
                  <a:lnTo>
                    <a:pt x="8200" y="3924"/>
                  </a:lnTo>
                  <a:lnTo>
                    <a:pt x="8324" y="3924"/>
                  </a:lnTo>
                  <a:lnTo>
                    <a:pt x="8324" y="3800"/>
                  </a:lnTo>
                  <a:lnTo>
                    <a:pt x="8224" y="3774"/>
                  </a:lnTo>
                  <a:lnTo>
                    <a:pt x="8224" y="3600"/>
                  </a:lnTo>
                  <a:close/>
                  <a:moveTo>
                    <a:pt x="6800" y="3600"/>
                  </a:moveTo>
                  <a:lnTo>
                    <a:pt x="6800" y="3724"/>
                  </a:lnTo>
                  <a:lnTo>
                    <a:pt x="6924" y="3724"/>
                  </a:lnTo>
                  <a:lnTo>
                    <a:pt x="6924" y="3600"/>
                  </a:lnTo>
                  <a:close/>
                  <a:moveTo>
                    <a:pt x="5800" y="3600"/>
                  </a:moveTo>
                  <a:lnTo>
                    <a:pt x="5800" y="3724"/>
                  </a:lnTo>
                  <a:lnTo>
                    <a:pt x="6024" y="3724"/>
                  </a:lnTo>
                  <a:lnTo>
                    <a:pt x="6024" y="3600"/>
                  </a:lnTo>
                  <a:close/>
                  <a:moveTo>
                    <a:pt x="2400" y="3600"/>
                  </a:moveTo>
                  <a:lnTo>
                    <a:pt x="2400" y="3724"/>
                  </a:lnTo>
                  <a:lnTo>
                    <a:pt x="2624" y="3724"/>
                  </a:lnTo>
                  <a:lnTo>
                    <a:pt x="2624" y="3600"/>
                  </a:lnTo>
                  <a:close/>
                  <a:moveTo>
                    <a:pt x="300" y="3600"/>
                  </a:moveTo>
                  <a:lnTo>
                    <a:pt x="300" y="3724"/>
                  </a:lnTo>
                  <a:lnTo>
                    <a:pt x="400" y="3750"/>
                  </a:lnTo>
                  <a:lnTo>
                    <a:pt x="400" y="5224"/>
                  </a:lnTo>
                  <a:lnTo>
                    <a:pt x="524" y="5224"/>
                  </a:lnTo>
                  <a:lnTo>
                    <a:pt x="524" y="3600"/>
                  </a:lnTo>
                  <a:close/>
                  <a:moveTo>
                    <a:pt x="7600" y="3400"/>
                  </a:moveTo>
                  <a:lnTo>
                    <a:pt x="7600" y="3524"/>
                  </a:lnTo>
                  <a:lnTo>
                    <a:pt x="7724" y="3524"/>
                  </a:lnTo>
                  <a:lnTo>
                    <a:pt x="7724" y="3400"/>
                  </a:lnTo>
                  <a:close/>
                  <a:moveTo>
                    <a:pt x="1200" y="3300"/>
                  </a:moveTo>
                  <a:lnTo>
                    <a:pt x="1200" y="3524"/>
                  </a:lnTo>
                  <a:lnTo>
                    <a:pt x="1324" y="3524"/>
                  </a:lnTo>
                  <a:lnTo>
                    <a:pt x="1324" y="3300"/>
                  </a:lnTo>
                  <a:close/>
                  <a:moveTo>
                    <a:pt x="6700" y="3100"/>
                  </a:moveTo>
                  <a:lnTo>
                    <a:pt x="6700" y="3224"/>
                  </a:lnTo>
                  <a:lnTo>
                    <a:pt x="6824" y="3224"/>
                  </a:lnTo>
                  <a:lnTo>
                    <a:pt x="6824" y="3100"/>
                  </a:lnTo>
                  <a:close/>
                  <a:moveTo>
                    <a:pt x="7100" y="3000"/>
                  </a:moveTo>
                  <a:lnTo>
                    <a:pt x="7100" y="3124"/>
                  </a:lnTo>
                  <a:lnTo>
                    <a:pt x="7224" y="3124"/>
                  </a:lnTo>
                  <a:lnTo>
                    <a:pt x="7224" y="3000"/>
                  </a:lnTo>
                  <a:close/>
                  <a:moveTo>
                    <a:pt x="1300" y="3000"/>
                  </a:moveTo>
                  <a:lnTo>
                    <a:pt x="1300" y="3124"/>
                  </a:lnTo>
                  <a:lnTo>
                    <a:pt x="1424" y="3124"/>
                  </a:lnTo>
                  <a:lnTo>
                    <a:pt x="1424" y="3000"/>
                  </a:lnTo>
                  <a:close/>
                  <a:moveTo>
                    <a:pt x="3400" y="2900"/>
                  </a:moveTo>
                  <a:lnTo>
                    <a:pt x="3400" y="3024"/>
                  </a:lnTo>
                  <a:lnTo>
                    <a:pt x="3524" y="3024"/>
                  </a:lnTo>
                  <a:lnTo>
                    <a:pt x="3524" y="2900"/>
                  </a:lnTo>
                  <a:close/>
                  <a:moveTo>
                    <a:pt x="4000" y="2800"/>
                  </a:moveTo>
                  <a:lnTo>
                    <a:pt x="4000" y="2924"/>
                  </a:lnTo>
                  <a:lnTo>
                    <a:pt x="4224" y="2924"/>
                  </a:lnTo>
                  <a:lnTo>
                    <a:pt x="4224" y="2800"/>
                  </a:lnTo>
                  <a:close/>
                  <a:moveTo>
                    <a:pt x="6500" y="2700"/>
                  </a:moveTo>
                  <a:lnTo>
                    <a:pt x="6500" y="2824"/>
                  </a:lnTo>
                  <a:lnTo>
                    <a:pt x="6724" y="2824"/>
                  </a:lnTo>
                  <a:lnTo>
                    <a:pt x="6724" y="2700"/>
                  </a:lnTo>
                  <a:close/>
                  <a:moveTo>
                    <a:pt x="5900" y="2700"/>
                  </a:moveTo>
                  <a:lnTo>
                    <a:pt x="5900" y="2824"/>
                  </a:lnTo>
                  <a:lnTo>
                    <a:pt x="6024" y="2824"/>
                  </a:lnTo>
                  <a:lnTo>
                    <a:pt x="6024" y="2700"/>
                  </a:lnTo>
                  <a:close/>
                  <a:moveTo>
                    <a:pt x="5000" y="2700"/>
                  </a:moveTo>
                  <a:lnTo>
                    <a:pt x="5000" y="2824"/>
                  </a:lnTo>
                  <a:lnTo>
                    <a:pt x="5424" y="2824"/>
                  </a:lnTo>
                  <a:lnTo>
                    <a:pt x="5424" y="2700"/>
                  </a:lnTo>
                  <a:close/>
                  <a:moveTo>
                    <a:pt x="3100" y="2700"/>
                  </a:moveTo>
                  <a:lnTo>
                    <a:pt x="3100" y="2824"/>
                  </a:lnTo>
                  <a:lnTo>
                    <a:pt x="3524" y="2824"/>
                  </a:lnTo>
                  <a:lnTo>
                    <a:pt x="3524" y="2700"/>
                  </a:lnTo>
                  <a:close/>
                  <a:moveTo>
                    <a:pt x="2500" y="2700"/>
                  </a:moveTo>
                  <a:lnTo>
                    <a:pt x="2500" y="2824"/>
                  </a:lnTo>
                  <a:lnTo>
                    <a:pt x="2624" y="2824"/>
                  </a:lnTo>
                  <a:lnTo>
                    <a:pt x="2624" y="2700"/>
                  </a:lnTo>
                  <a:close/>
                  <a:moveTo>
                    <a:pt x="1700" y="2700"/>
                  </a:moveTo>
                  <a:lnTo>
                    <a:pt x="1700" y="2824"/>
                  </a:lnTo>
                  <a:lnTo>
                    <a:pt x="1824" y="2824"/>
                  </a:lnTo>
                  <a:lnTo>
                    <a:pt x="1824" y="2700"/>
                  </a:lnTo>
                  <a:close/>
                  <a:moveTo>
                    <a:pt x="1500" y="2700"/>
                  </a:moveTo>
                  <a:lnTo>
                    <a:pt x="1500" y="2824"/>
                  </a:lnTo>
                  <a:lnTo>
                    <a:pt x="1624" y="2824"/>
                  </a:lnTo>
                  <a:lnTo>
                    <a:pt x="1624" y="2700"/>
                  </a:lnTo>
                  <a:close/>
                  <a:moveTo>
                    <a:pt x="5600" y="2600"/>
                  </a:moveTo>
                  <a:lnTo>
                    <a:pt x="5600" y="2724"/>
                  </a:lnTo>
                  <a:lnTo>
                    <a:pt x="5824" y="2724"/>
                  </a:lnTo>
                  <a:lnTo>
                    <a:pt x="5824" y="2600"/>
                  </a:lnTo>
                  <a:close/>
                  <a:moveTo>
                    <a:pt x="2700" y="2600"/>
                  </a:moveTo>
                  <a:lnTo>
                    <a:pt x="2700" y="2724"/>
                  </a:lnTo>
                  <a:lnTo>
                    <a:pt x="2924" y="2724"/>
                  </a:lnTo>
                  <a:lnTo>
                    <a:pt x="2924" y="2600"/>
                  </a:lnTo>
                  <a:close/>
                  <a:moveTo>
                    <a:pt x="5900" y="2500"/>
                  </a:moveTo>
                  <a:lnTo>
                    <a:pt x="5900" y="2624"/>
                  </a:lnTo>
                  <a:lnTo>
                    <a:pt x="6024" y="2624"/>
                  </a:lnTo>
                  <a:lnTo>
                    <a:pt x="6024" y="2500"/>
                  </a:lnTo>
                  <a:close/>
                  <a:moveTo>
                    <a:pt x="6100" y="2400"/>
                  </a:moveTo>
                  <a:lnTo>
                    <a:pt x="6100" y="2524"/>
                  </a:lnTo>
                  <a:lnTo>
                    <a:pt x="6224" y="2524"/>
                  </a:lnTo>
                  <a:lnTo>
                    <a:pt x="6224" y="2400"/>
                  </a:lnTo>
                  <a:close/>
                  <a:moveTo>
                    <a:pt x="1124" y="2400"/>
                  </a:moveTo>
                  <a:lnTo>
                    <a:pt x="1000" y="2400"/>
                  </a:lnTo>
                  <a:lnTo>
                    <a:pt x="1000" y="2474"/>
                  </a:lnTo>
                  <a:lnTo>
                    <a:pt x="900" y="2500"/>
                  </a:lnTo>
                  <a:lnTo>
                    <a:pt x="900" y="2624"/>
                  </a:lnTo>
                  <a:lnTo>
                    <a:pt x="1024" y="2624"/>
                  </a:lnTo>
                  <a:lnTo>
                    <a:pt x="1024" y="2550"/>
                  </a:lnTo>
                  <a:lnTo>
                    <a:pt x="1124" y="2524"/>
                  </a:lnTo>
                  <a:close/>
                  <a:moveTo>
                    <a:pt x="7100" y="2300"/>
                  </a:moveTo>
                  <a:lnTo>
                    <a:pt x="7100" y="2424"/>
                  </a:lnTo>
                  <a:lnTo>
                    <a:pt x="7224" y="2424"/>
                  </a:lnTo>
                  <a:lnTo>
                    <a:pt x="7224" y="2300"/>
                  </a:lnTo>
                  <a:close/>
                  <a:moveTo>
                    <a:pt x="6900" y="2300"/>
                  </a:moveTo>
                  <a:lnTo>
                    <a:pt x="6900" y="2624"/>
                  </a:lnTo>
                  <a:lnTo>
                    <a:pt x="7024" y="2624"/>
                  </a:lnTo>
                  <a:lnTo>
                    <a:pt x="7024" y="2300"/>
                  </a:lnTo>
                  <a:close/>
                  <a:moveTo>
                    <a:pt x="6400" y="2300"/>
                  </a:moveTo>
                  <a:lnTo>
                    <a:pt x="6400" y="2424"/>
                  </a:lnTo>
                  <a:lnTo>
                    <a:pt x="6524" y="2424"/>
                  </a:lnTo>
                  <a:lnTo>
                    <a:pt x="6524" y="2300"/>
                  </a:lnTo>
                  <a:close/>
                  <a:moveTo>
                    <a:pt x="4100" y="2200"/>
                  </a:moveTo>
                  <a:lnTo>
                    <a:pt x="4100" y="2324"/>
                  </a:lnTo>
                  <a:lnTo>
                    <a:pt x="4424" y="2324"/>
                  </a:lnTo>
                  <a:lnTo>
                    <a:pt x="4424" y="2200"/>
                  </a:lnTo>
                  <a:close/>
                  <a:moveTo>
                    <a:pt x="1900" y="2200"/>
                  </a:moveTo>
                  <a:lnTo>
                    <a:pt x="1900" y="2324"/>
                  </a:lnTo>
                  <a:lnTo>
                    <a:pt x="2024" y="2324"/>
                  </a:lnTo>
                  <a:lnTo>
                    <a:pt x="2024" y="2200"/>
                  </a:lnTo>
                  <a:close/>
                  <a:moveTo>
                    <a:pt x="1400" y="2200"/>
                  </a:moveTo>
                  <a:lnTo>
                    <a:pt x="1400" y="2324"/>
                  </a:lnTo>
                  <a:lnTo>
                    <a:pt x="1524" y="2324"/>
                  </a:lnTo>
                  <a:lnTo>
                    <a:pt x="1524" y="2200"/>
                  </a:lnTo>
                  <a:close/>
                  <a:moveTo>
                    <a:pt x="4500" y="2100"/>
                  </a:moveTo>
                  <a:lnTo>
                    <a:pt x="4500" y="2224"/>
                  </a:lnTo>
                  <a:lnTo>
                    <a:pt x="4624" y="2224"/>
                  </a:lnTo>
                  <a:lnTo>
                    <a:pt x="4624" y="2100"/>
                  </a:lnTo>
                  <a:close/>
                  <a:moveTo>
                    <a:pt x="3800" y="2100"/>
                  </a:moveTo>
                  <a:lnTo>
                    <a:pt x="3800" y="2224"/>
                  </a:lnTo>
                  <a:lnTo>
                    <a:pt x="3924" y="2224"/>
                  </a:lnTo>
                  <a:lnTo>
                    <a:pt x="3924" y="2100"/>
                  </a:lnTo>
                  <a:close/>
                  <a:moveTo>
                    <a:pt x="2100" y="2100"/>
                  </a:moveTo>
                  <a:lnTo>
                    <a:pt x="2100" y="2424"/>
                  </a:lnTo>
                  <a:lnTo>
                    <a:pt x="2174" y="2424"/>
                  </a:lnTo>
                  <a:lnTo>
                    <a:pt x="2200" y="2524"/>
                  </a:lnTo>
                  <a:lnTo>
                    <a:pt x="2324" y="2524"/>
                  </a:lnTo>
                  <a:lnTo>
                    <a:pt x="2324" y="2400"/>
                  </a:lnTo>
                  <a:lnTo>
                    <a:pt x="2224" y="2374"/>
                  </a:lnTo>
                  <a:lnTo>
                    <a:pt x="2224" y="2100"/>
                  </a:lnTo>
                  <a:close/>
                  <a:moveTo>
                    <a:pt x="4800" y="2000"/>
                  </a:moveTo>
                  <a:lnTo>
                    <a:pt x="4800" y="2124"/>
                  </a:lnTo>
                  <a:lnTo>
                    <a:pt x="4924" y="2124"/>
                  </a:lnTo>
                  <a:lnTo>
                    <a:pt x="4924" y="2000"/>
                  </a:lnTo>
                  <a:close/>
                  <a:moveTo>
                    <a:pt x="3500" y="2000"/>
                  </a:moveTo>
                  <a:lnTo>
                    <a:pt x="3500" y="2124"/>
                  </a:lnTo>
                  <a:lnTo>
                    <a:pt x="3624" y="2124"/>
                  </a:lnTo>
                  <a:lnTo>
                    <a:pt x="3624" y="2000"/>
                  </a:lnTo>
                  <a:close/>
                  <a:moveTo>
                    <a:pt x="1700" y="2000"/>
                  </a:moveTo>
                  <a:lnTo>
                    <a:pt x="1700" y="2124"/>
                  </a:lnTo>
                  <a:lnTo>
                    <a:pt x="1924" y="2124"/>
                  </a:lnTo>
                  <a:lnTo>
                    <a:pt x="1924" y="2000"/>
                  </a:lnTo>
                  <a:close/>
                  <a:moveTo>
                    <a:pt x="5100" y="1900"/>
                  </a:moveTo>
                  <a:lnTo>
                    <a:pt x="5100" y="2024"/>
                  </a:lnTo>
                  <a:lnTo>
                    <a:pt x="5224" y="2024"/>
                  </a:lnTo>
                  <a:lnTo>
                    <a:pt x="5224" y="1900"/>
                  </a:lnTo>
                  <a:close/>
                  <a:moveTo>
                    <a:pt x="4300" y="1900"/>
                  </a:moveTo>
                  <a:lnTo>
                    <a:pt x="4300" y="2024"/>
                  </a:lnTo>
                  <a:lnTo>
                    <a:pt x="4424" y="2024"/>
                  </a:lnTo>
                  <a:lnTo>
                    <a:pt x="4424" y="1900"/>
                  </a:lnTo>
                  <a:close/>
                  <a:moveTo>
                    <a:pt x="4000" y="1900"/>
                  </a:moveTo>
                  <a:lnTo>
                    <a:pt x="4000" y="2024"/>
                  </a:lnTo>
                  <a:lnTo>
                    <a:pt x="4124" y="2024"/>
                  </a:lnTo>
                  <a:lnTo>
                    <a:pt x="4124" y="1900"/>
                  </a:lnTo>
                  <a:close/>
                  <a:moveTo>
                    <a:pt x="5300" y="1800"/>
                  </a:moveTo>
                  <a:lnTo>
                    <a:pt x="5300" y="1924"/>
                  </a:lnTo>
                  <a:lnTo>
                    <a:pt x="5524" y="1924"/>
                  </a:lnTo>
                  <a:lnTo>
                    <a:pt x="5524" y="1800"/>
                  </a:lnTo>
                  <a:close/>
                  <a:moveTo>
                    <a:pt x="4600" y="1800"/>
                  </a:moveTo>
                  <a:lnTo>
                    <a:pt x="4600" y="1924"/>
                  </a:lnTo>
                  <a:lnTo>
                    <a:pt x="4824" y="1924"/>
                  </a:lnTo>
                  <a:lnTo>
                    <a:pt x="4824" y="1800"/>
                  </a:lnTo>
                  <a:close/>
                  <a:moveTo>
                    <a:pt x="3700" y="1800"/>
                  </a:moveTo>
                  <a:lnTo>
                    <a:pt x="3700" y="1924"/>
                  </a:lnTo>
                  <a:lnTo>
                    <a:pt x="3824" y="1924"/>
                  </a:lnTo>
                  <a:lnTo>
                    <a:pt x="3824" y="1800"/>
                  </a:lnTo>
                  <a:close/>
                  <a:moveTo>
                    <a:pt x="3000" y="1800"/>
                  </a:moveTo>
                  <a:lnTo>
                    <a:pt x="3000" y="1924"/>
                  </a:lnTo>
                  <a:lnTo>
                    <a:pt x="3124" y="1924"/>
                  </a:lnTo>
                  <a:lnTo>
                    <a:pt x="3124" y="1800"/>
                  </a:lnTo>
                  <a:close/>
                  <a:moveTo>
                    <a:pt x="5600" y="1700"/>
                  </a:moveTo>
                  <a:lnTo>
                    <a:pt x="5600" y="1824"/>
                  </a:lnTo>
                  <a:lnTo>
                    <a:pt x="5824" y="1824"/>
                  </a:lnTo>
                  <a:lnTo>
                    <a:pt x="5824" y="1700"/>
                  </a:lnTo>
                  <a:close/>
                  <a:moveTo>
                    <a:pt x="4900" y="1700"/>
                  </a:moveTo>
                  <a:lnTo>
                    <a:pt x="4900" y="1824"/>
                  </a:lnTo>
                  <a:lnTo>
                    <a:pt x="5124" y="1824"/>
                  </a:lnTo>
                  <a:lnTo>
                    <a:pt x="5124" y="1700"/>
                  </a:lnTo>
                  <a:close/>
                  <a:moveTo>
                    <a:pt x="3300" y="1700"/>
                  </a:moveTo>
                  <a:lnTo>
                    <a:pt x="3300" y="1824"/>
                  </a:lnTo>
                  <a:lnTo>
                    <a:pt x="3524" y="1824"/>
                  </a:lnTo>
                  <a:lnTo>
                    <a:pt x="3524" y="1700"/>
                  </a:lnTo>
                  <a:close/>
                  <a:moveTo>
                    <a:pt x="2700" y="1700"/>
                  </a:moveTo>
                  <a:lnTo>
                    <a:pt x="2700" y="1824"/>
                  </a:lnTo>
                  <a:lnTo>
                    <a:pt x="2824" y="1824"/>
                  </a:lnTo>
                  <a:lnTo>
                    <a:pt x="2824" y="1700"/>
                  </a:lnTo>
                  <a:close/>
                  <a:moveTo>
                    <a:pt x="6200" y="1600"/>
                  </a:moveTo>
                  <a:lnTo>
                    <a:pt x="6200" y="2224"/>
                  </a:lnTo>
                  <a:lnTo>
                    <a:pt x="6324" y="2224"/>
                  </a:lnTo>
                  <a:lnTo>
                    <a:pt x="6324" y="1600"/>
                  </a:lnTo>
                  <a:close/>
                  <a:moveTo>
                    <a:pt x="5900" y="1600"/>
                  </a:moveTo>
                  <a:lnTo>
                    <a:pt x="5900" y="1724"/>
                  </a:lnTo>
                  <a:lnTo>
                    <a:pt x="6124" y="1724"/>
                  </a:lnTo>
                  <a:lnTo>
                    <a:pt x="6124" y="1600"/>
                  </a:lnTo>
                  <a:close/>
                  <a:moveTo>
                    <a:pt x="5200" y="1600"/>
                  </a:moveTo>
                  <a:lnTo>
                    <a:pt x="5200" y="1724"/>
                  </a:lnTo>
                  <a:lnTo>
                    <a:pt x="5424" y="1724"/>
                  </a:lnTo>
                  <a:lnTo>
                    <a:pt x="5424" y="1600"/>
                  </a:lnTo>
                  <a:close/>
                  <a:moveTo>
                    <a:pt x="2400" y="1600"/>
                  </a:moveTo>
                  <a:lnTo>
                    <a:pt x="2400" y="1724"/>
                  </a:lnTo>
                  <a:lnTo>
                    <a:pt x="2524" y="1724"/>
                  </a:lnTo>
                  <a:lnTo>
                    <a:pt x="2524" y="1600"/>
                  </a:lnTo>
                  <a:close/>
                  <a:moveTo>
                    <a:pt x="2200" y="1600"/>
                  </a:moveTo>
                  <a:lnTo>
                    <a:pt x="2200" y="1724"/>
                  </a:lnTo>
                  <a:lnTo>
                    <a:pt x="2324" y="1724"/>
                  </a:lnTo>
                  <a:lnTo>
                    <a:pt x="2324" y="1600"/>
                  </a:lnTo>
                  <a:close/>
                  <a:moveTo>
                    <a:pt x="5500" y="1500"/>
                  </a:moveTo>
                  <a:lnTo>
                    <a:pt x="5500" y="1624"/>
                  </a:lnTo>
                  <a:lnTo>
                    <a:pt x="5724" y="1624"/>
                  </a:lnTo>
                  <a:lnTo>
                    <a:pt x="5724" y="1500"/>
                  </a:lnTo>
                  <a:close/>
                  <a:moveTo>
                    <a:pt x="2800" y="1500"/>
                  </a:moveTo>
                  <a:lnTo>
                    <a:pt x="2800" y="1624"/>
                  </a:lnTo>
                  <a:lnTo>
                    <a:pt x="2974" y="1624"/>
                  </a:lnTo>
                  <a:lnTo>
                    <a:pt x="3000" y="1724"/>
                  </a:lnTo>
                  <a:lnTo>
                    <a:pt x="3224" y="1724"/>
                  </a:lnTo>
                  <a:lnTo>
                    <a:pt x="3224" y="1600"/>
                  </a:lnTo>
                  <a:lnTo>
                    <a:pt x="3050" y="1600"/>
                  </a:lnTo>
                  <a:lnTo>
                    <a:pt x="3024" y="1500"/>
                  </a:lnTo>
                  <a:close/>
                  <a:moveTo>
                    <a:pt x="2500" y="1400"/>
                  </a:moveTo>
                  <a:lnTo>
                    <a:pt x="2500" y="1524"/>
                  </a:lnTo>
                  <a:lnTo>
                    <a:pt x="2724" y="1524"/>
                  </a:lnTo>
                  <a:lnTo>
                    <a:pt x="2724" y="1400"/>
                  </a:lnTo>
                  <a:close/>
                  <a:moveTo>
                    <a:pt x="5900" y="1300"/>
                  </a:moveTo>
                  <a:lnTo>
                    <a:pt x="5900" y="1374"/>
                  </a:lnTo>
                  <a:lnTo>
                    <a:pt x="5800" y="1400"/>
                  </a:lnTo>
                  <a:lnTo>
                    <a:pt x="5800" y="1524"/>
                  </a:lnTo>
                  <a:lnTo>
                    <a:pt x="6024" y="1524"/>
                  </a:lnTo>
                  <a:lnTo>
                    <a:pt x="6024" y="1450"/>
                  </a:lnTo>
                  <a:lnTo>
                    <a:pt x="6124" y="1424"/>
                  </a:lnTo>
                  <a:lnTo>
                    <a:pt x="6124" y="1300"/>
                  </a:lnTo>
                  <a:close/>
                  <a:moveTo>
                    <a:pt x="2200" y="1300"/>
                  </a:moveTo>
                  <a:lnTo>
                    <a:pt x="2200" y="1424"/>
                  </a:lnTo>
                  <a:lnTo>
                    <a:pt x="2424" y="1424"/>
                  </a:lnTo>
                  <a:lnTo>
                    <a:pt x="2424" y="1300"/>
                  </a:lnTo>
                  <a:close/>
                  <a:moveTo>
                    <a:pt x="5600" y="1200"/>
                  </a:moveTo>
                  <a:lnTo>
                    <a:pt x="5600" y="1324"/>
                  </a:lnTo>
                  <a:lnTo>
                    <a:pt x="5724" y="1324"/>
                  </a:lnTo>
                  <a:lnTo>
                    <a:pt x="5724" y="1200"/>
                  </a:lnTo>
                  <a:close/>
                  <a:moveTo>
                    <a:pt x="5100" y="1200"/>
                  </a:moveTo>
                  <a:lnTo>
                    <a:pt x="5100" y="1324"/>
                  </a:lnTo>
                  <a:lnTo>
                    <a:pt x="5524" y="1324"/>
                  </a:lnTo>
                  <a:lnTo>
                    <a:pt x="5524" y="1200"/>
                  </a:lnTo>
                  <a:close/>
                  <a:moveTo>
                    <a:pt x="2000" y="1200"/>
                  </a:moveTo>
                  <a:lnTo>
                    <a:pt x="2000" y="1324"/>
                  </a:lnTo>
                  <a:lnTo>
                    <a:pt x="2124" y="1324"/>
                  </a:lnTo>
                  <a:lnTo>
                    <a:pt x="2124" y="1200"/>
                  </a:lnTo>
                  <a:close/>
                  <a:moveTo>
                    <a:pt x="6400" y="1100"/>
                  </a:moveTo>
                  <a:lnTo>
                    <a:pt x="6400" y="1224"/>
                  </a:lnTo>
                  <a:lnTo>
                    <a:pt x="6824" y="1224"/>
                  </a:lnTo>
                  <a:lnTo>
                    <a:pt x="6824" y="1100"/>
                  </a:lnTo>
                  <a:close/>
                  <a:moveTo>
                    <a:pt x="4300" y="1100"/>
                  </a:moveTo>
                  <a:lnTo>
                    <a:pt x="4300" y="1224"/>
                  </a:lnTo>
                  <a:lnTo>
                    <a:pt x="4624" y="1224"/>
                  </a:lnTo>
                  <a:lnTo>
                    <a:pt x="4624" y="1100"/>
                  </a:lnTo>
                  <a:close/>
                  <a:moveTo>
                    <a:pt x="1700" y="1100"/>
                  </a:moveTo>
                  <a:lnTo>
                    <a:pt x="1700" y="1224"/>
                  </a:lnTo>
                  <a:lnTo>
                    <a:pt x="1824" y="1224"/>
                  </a:lnTo>
                  <a:lnTo>
                    <a:pt x="1824" y="1100"/>
                  </a:lnTo>
                  <a:close/>
                  <a:moveTo>
                    <a:pt x="5600" y="1000"/>
                  </a:moveTo>
                  <a:lnTo>
                    <a:pt x="5600" y="1124"/>
                  </a:lnTo>
                  <a:lnTo>
                    <a:pt x="5824" y="1124"/>
                  </a:lnTo>
                  <a:lnTo>
                    <a:pt x="5824" y="1000"/>
                  </a:lnTo>
                  <a:close/>
                  <a:moveTo>
                    <a:pt x="4000" y="1000"/>
                  </a:moveTo>
                  <a:lnTo>
                    <a:pt x="4000" y="1124"/>
                  </a:lnTo>
                  <a:lnTo>
                    <a:pt x="4124" y="1124"/>
                  </a:lnTo>
                  <a:lnTo>
                    <a:pt x="4124" y="1000"/>
                  </a:lnTo>
                  <a:close/>
                  <a:moveTo>
                    <a:pt x="6900" y="900"/>
                  </a:moveTo>
                  <a:lnTo>
                    <a:pt x="6900" y="1124"/>
                  </a:lnTo>
                  <a:lnTo>
                    <a:pt x="7024" y="1124"/>
                  </a:lnTo>
                  <a:lnTo>
                    <a:pt x="7024" y="900"/>
                  </a:lnTo>
                  <a:close/>
                  <a:moveTo>
                    <a:pt x="4700" y="900"/>
                  </a:moveTo>
                  <a:lnTo>
                    <a:pt x="4700" y="1024"/>
                  </a:lnTo>
                  <a:lnTo>
                    <a:pt x="5024" y="1024"/>
                  </a:lnTo>
                  <a:lnTo>
                    <a:pt x="5024" y="900"/>
                  </a:lnTo>
                  <a:close/>
                  <a:moveTo>
                    <a:pt x="1400" y="900"/>
                  </a:moveTo>
                  <a:lnTo>
                    <a:pt x="1400" y="1124"/>
                  </a:lnTo>
                  <a:lnTo>
                    <a:pt x="1524" y="1124"/>
                  </a:lnTo>
                  <a:lnTo>
                    <a:pt x="1524" y="900"/>
                  </a:lnTo>
                  <a:close/>
                  <a:moveTo>
                    <a:pt x="6600" y="800"/>
                  </a:moveTo>
                  <a:lnTo>
                    <a:pt x="6600" y="924"/>
                  </a:lnTo>
                  <a:lnTo>
                    <a:pt x="6724" y="924"/>
                  </a:lnTo>
                  <a:lnTo>
                    <a:pt x="6724" y="800"/>
                  </a:lnTo>
                  <a:close/>
                  <a:moveTo>
                    <a:pt x="1700" y="800"/>
                  </a:moveTo>
                  <a:lnTo>
                    <a:pt x="1700" y="924"/>
                  </a:lnTo>
                  <a:lnTo>
                    <a:pt x="1824" y="924"/>
                  </a:lnTo>
                  <a:lnTo>
                    <a:pt x="1824" y="800"/>
                  </a:lnTo>
                  <a:close/>
                  <a:moveTo>
                    <a:pt x="6300" y="700"/>
                  </a:moveTo>
                  <a:lnTo>
                    <a:pt x="6300" y="824"/>
                  </a:lnTo>
                  <a:lnTo>
                    <a:pt x="6424" y="824"/>
                  </a:lnTo>
                  <a:lnTo>
                    <a:pt x="6424" y="700"/>
                  </a:lnTo>
                  <a:close/>
                  <a:moveTo>
                    <a:pt x="1900" y="700"/>
                  </a:moveTo>
                  <a:lnTo>
                    <a:pt x="1900" y="824"/>
                  </a:lnTo>
                  <a:lnTo>
                    <a:pt x="2124" y="824"/>
                  </a:lnTo>
                  <a:lnTo>
                    <a:pt x="2124" y="700"/>
                  </a:lnTo>
                  <a:close/>
                  <a:moveTo>
                    <a:pt x="6000" y="600"/>
                  </a:moveTo>
                  <a:lnTo>
                    <a:pt x="6000" y="724"/>
                  </a:lnTo>
                  <a:lnTo>
                    <a:pt x="6224" y="724"/>
                  </a:lnTo>
                  <a:lnTo>
                    <a:pt x="6224" y="600"/>
                  </a:lnTo>
                  <a:close/>
                  <a:moveTo>
                    <a:pt x="2200" y="600"/>
                  </a:moveTo>
                  <a:lnTo>
                    <a:pt x="2200" y="724"/>
                  </a:lnTo>
                  <a:lnTo>
                    <a:pt x="2424" y="724"/>
                  </a:lnTo>
                  <a:lnTo>
                    <a:pt x="2424" y="600"/>
                  </a:lnTo>
                  <a:close/>
                  <a:moveTo>
                    <a:pt x="5700" y="500"/>
                  </a:moveTo>
                  <a:lnTo>
                    <a:pt x="5700" y="624"/>
                  </a:lnTo>
                  <a:lnTo>
                    <a:pt x="5924" y="624"/>
                  </a:lnTo>
                  <a:lnTo>
                    <a:pt x="5924" y="500"/>
                  </a:lnTo>
                  <a:close/>
                  <a:moveTo>
                    <a:pt x="2500" y="500"/>
                  </a:moveTo>
                  <a:lnTo>
                    <a:pt x="2500" y="624"/>
                  </a:lnTo>
                  <a:lnTo>
                    <a:pt x="2724" y="624"/>
                  </a:lnTo>
                  <a:lnTo>
                    <a:pt x="2724" y="500"/>
                  </a:lnTo>
                  <a:close/>
                  <a:moveTo>
                    <a:pt x="5500" y="400"/>
                  </a:moveTo>
                  <a:lnTo>
                    <a:pt x="5500" y="524"/>
                  </a:lnTo>
                  <a:lnTo>
                    <a:pt x="5624" y="524"/>
                  </a:lnTo>
                  <a:lnTo>
                    <a:pt x="5624" y="400"/>
                  </a:lnTo>
                  <a:close/>
                  <a:moveTo>
                    <a:pt x="5100" y="300"/>
                  </a:moveTo>
                  <a:lnTo>
                    <a:pt x="5100" y="424"/>
                  </a:lnTo>
                  <a:lnTo>
                    <a:pt x="5424" y="424"/>
                  </a:lnTo>
                  <a:lnTo>
                    <a:pt x="5424" y="300"/>
                  </a:lnTo>
                  <a:close/>
                  <a:moveTo>
                    <a:pt x="2800" y="524"/>
                  </a:moveTo>
                  <a:lnTo>
                    <a:pt x="3024" y="524"/>
                  </a:lnTo>
                  <a:lnTo>
                    <a:pt x="3050" y="424"/>
                  </a:lnTo>
                  <a:lnTo>
                    <a:pt x="3324" y="424"/>
                  </a:lnTo>
                  <a:lnTo>
                    <a:pt x="3324" y="300"/>
                  </a:lnTo>
                  <a:lnTo>
                    <a:pt x="3000" y="300"/>
                  </a:lnTo>
                  <a:lnTo>
                    <a:pt x="2974" y="400"/>
                  </a:lnTo>
                  <a:lnTo>
                    <a:pt x="2800" y="400"/>
                  </a:lnTo>
                  <a:close/>
                  <a:moveTo>
                    <a:pt x="4900" y="200"/>
                  </a:moveTo>
                  <a:lnTo>
                    <a:pt x="4900" y="324"/>
                  </a:lnTo>
                  <a:lnTo>
                    <a:pt x="5024" y="324"/>
                  </a:lnTo>
                  <a:lnTo>
                    <a:pt x="5024" y="200"/>
                  </a:lnTo>
                  <a:close/>
                  <a:moveTo>
                    <a:pt x="3400" y="200"/>
                  </a:moveTo>
                  <a:lnTo>
                    <a:pt x="3400" y="324"/>
                  </a:lnTo>
                  <a:lnTo>
                    <a:pt x="3624" y="324"/>
                  </a:lnTo>
                  <a:lnTo>
                    <a:pt x="3624" y="200"/>
                  </a:lnTo>
                  <a:close/>
                  <a:moveTo>
                    <a:pt x="4300" y="0"/>
                  </a:moveTo>
                  <a:lnTo>
                    <a:pt x="4300" y="124"/>
                  </a:lnTo>
                  <a:lnTo>
                    <a:pt x="4474" y="124"/>
                  </a:lnTo>
                  <a:lnTo>
                    <a:pt x="4500" y="224"/>
                  </a:lnTo>
                  <a:lnTo>
                    <a:pt x="4724" y="224"/>
                  </a:lnTo>
                  <a:lnTo>
                    <a:pt x="4724" y="100"/>
                  </a:lnTo>
                  <a:lnTo>
                    <a:pt x="4650" y="100"/>
                  </a:lnTo>
                  <a:lnTo>
                    <a:pt x="4624" y="0"/>
                  </a:lnTo>
                  <a:close/>
                  <a:moveTo>
                    <a:pt x="4000" y="0"/>
                  </a:moveTo>
                  <a:lnTo>
                    <a:pt x="4000" y="124"/>
                  </a:lnTo>
                  <a:lnTo>
                    <a:pt x="4124" y="124"/>
                  </a:lnTo>
                  <a:lnTo>
                    <a:pt x="4124" y="0"/>
                  </a:lnTo>
                  <a:close/>
                  <a:moveTo>
                    <a:pt x="3800" y="0"/>
                  </a:moveTo>
                  <a:lnTo>
                    <a:pt x="3800" y="74"/>
                  </a:lnTo>
                  <a:lnTo>
                    <a:pt x="3700" y="100"/>
                  </a:lnTo>
                  <a:lnTo>
                    <a:pt x="3700" y="224"/>
                  </a:lnTo>
                  <a:lnTo>
                    <a:pt x="3924" y="224"/>
                  </a:lnTo>
                  <a:lnTo>
                    <a:pt x="3924" y="0"/>
                  </a:lnTo>
                  <a:close/>
                </a:path>
              </a:pathLst>
            </a:custGeom>
            <a:solidFill>
              <a:srgbClr val="0410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0" name="Annotation MLLM illustration color 26"/>
            <p:cNvSpPr/>
            <p:nvPr/>
          </p:nvSpPr>
          <p:spPr>
            <a:xfrm>
              <a:off x="9650395" y="4529755"/>
              <a:ext cx="761147" cy="806867"/>
            </a:xfrm>
            <a:custGeom>
              <a:avLst/>
              <a:gdLst/>
              <a:ahLst/>
              <a:cxnLst/>
              <a:rect l="l" t="t" r="r" b="b"/>
              <a:pathLst>
                <a:path w="8324" h="8824">
                  <a:moveTo>
                    <a:pt x="1100" y="8700"/>
                  </a:moveTo>
                  <a:lnTo>
                    <a:pt x="1100" y="8824"/>
                  </a:lnTo>
                  <a:lnTo>
                    <a:pt x="1224" y="8824"/>
                  </a:lnTo>
                  <a:lnTo>
                    <a:pt x="1224" y="8700"/>
                  </a:lnTo>
                  <a:close/>
                  <a:moveTo>
                    <a:pt x="7100" y="8600"/>
                  </a:moveTo>
                  <a:lnTo>
                    <a:pt x="7100" y="8724"/>
                  </a:lnTo>
                  <a:lnTo>
                    <a:pt x="7224" y="8724"/>
                  </a:lnTo>
                  <a:lnTo>
                    <a:pt x="7224" y="8600"/>
                  </a:lnTo>
                  <a:close/>
                  <a:moveTo>
                    <a:pt x="7000" y="8200"/>
                  </a:moveTo>
                  <a:lnTo>
                    <a:pt x="7000" y="8324"/>
                  </a:lnTo>
                  <a:lnTo>
                    <a:pt x="7124" y="8324"/>
                  </a:lnTo>
                  <a:lnTo>
                    <a:pt x="7124" y="8200"/>
                  </a:lnTo>
                  <a:close/>
                  <a:moveTo>
                    <a:pt x="1300" y="8000"/>
                  </a:moveTo>
                  <a:lnTo>
                    <a:pt x="1300" y="8124"/>
                  </a:lnTo>
                  <a:lnTo>
                    <a:pt x="1424" y="8124"/>
                  </a:lnTo>
                  <a:lnTo>
                    <a:pt x="1424" y="8000"/>
                  </a:lnTo>
                  <a:close/>
                  <a:moveTo>
                    <a:pt x="6800" y="7800"/>
                  </a:moveTo>
                  <a:lnTo>
                    <a:pt x="6800" y="7924"/>
                  </a:lnTo>
                  <a:lnTo>
                    <a:pt x="6924" y="7924"/>
                  </a:lnTo>
                  <a:lnTo>
                    <a:pt x="6924" y="7800"/>
                  </a:lnTo>
                  <a:close/>
                  <a:moveTo>
                    <a:pt x="4800" y="7600"/>
                  </a:moveTo>
                  <a:lnTo>
                    <a:pt x="4800" y="7724"/>
                  </a:lnTo>
                  <a:lnTo>
                    <a:pt x="4924" y="7724"/>
                  </a:lnTo>
                  <a:lnTo>
                    <a:pt x="4924" y="7600"/>
                  </a:lnTo>
                  <a:close/>
                  <a:moveTo>
                    <a:pt x="1700" y="7600"/>
                  </a:moveTo>
                  <a:lnTo>
                    <a:pt x="1700" y="7724"/>
                  </a:lnTo>
                  <a:lnTo>
                    <a:pt x="1824" y="7724"/>
                  </a:lnTo>
                  <a:lnTo>
                    <a:pt x="1824" y="7600"/>
                  </a:lnTo>
                  <a:close/>
                  <a:moveTo>
                    <a:pt x="6300" y="7500"/>
                  </a:moveTo>
                  <a:lnTo>
                    <a:pt x="6300" y="7624"/>
                  </a:lnTo>
                  <a:lnTo>
                    <a:pt x="6424" y="7624"/>
                  </a:lnTo>
                  <a:lnTo>
                    <a:pt x="6424" y="7500"/>
                  </a:lnTo>
                  <a:close/>
                  <a:moveTo>
                    <a:pt x="3400" y="7500"/>
                  </a:moveTo>
                  <a:lnTo>
                    <a:pt x="3400" y="7624"/>
                  </a:lnTo>
                  <a:lnTo>
                    <a:pt x="3524" y="7624"/>
                  </a:lnTo>
                  <a:lnTo>
                    <a:pt x="3524" y="7500"/>
                  </a:lnTo>
                  <a:close/>
                  <a:moveTo>
                    <a:pt x="2000" y="7500"/>
                  </a:moveTo>
                  <a:lnTo>
                    <a:pt x="2000" y="7624"/>
                  </a:lnTo>
                  <a:lnTo>
                    <a:pt x="2124" y="7624"/>
                  </a:lnTo>
                  <a:lnTo>
                    <a:pt x="2124" y="7500"/>
                  </a:lnTo>
                  <a:close/>
                  <a:moveTo>
                    <a:pt x="4624" y="7400"/>
                  </a:moveTo>
                  <a:lnTo>
                    <a:pt x="4500" y="7400"/>
                  </a:lnTo>
                  <a:lnTo>
                    <a:pt x="4500" y="7474"/>
                  </a:lnTo>
                  <a:lnTo>
                    <a:pt x="4400" y="7500"/>
                  </a:lnTo>
                  <a:lnTo>
                    <a:pt x="4400" y="7724"/>
                  </a:lnTo>
                  <a:lnTo>
                    <a:pt x="4524" y="7724"/>
                  </a:lnTo>
                  <a:lnTo>
                    <a:pt x="4524" y="7650"/>
                  </a:lnTo>
                  <a:lnTo>
                    <a:pt x="4624" y="7624"/>
                  </a:lnTo>
                  <a:close/>
                  <a:moveTo>
                    <a:pt x="5500" y="7300"/>
                  </a:moveTo>
                  <a:lnTo>
                    <a:pt x="5500" y="7424"/>
                  </a:lnTo>
                  <a:lnTo>
                    <a:pt x="5624" y="7424"/>
                  </a:lnTo>
                  <a:lnTo>
                    <a:pt x="5624" y="7300"/>
                  </a:lnTo>
                  <a:close/>
                  <a:moveTo>
                    <a:pt x="3700" y="7624"/>
                  </a:moveTo>
                  <a:lnTo>
                    <a:pt x="3774" y="7624"/>
                  </a:lnTo>
                  <a:lnTo>
                    <a:pt x="3800" y="7724"/>
                  </a:lnTo>
                  <a:lnTo>
                    <a:pt x="3924" y="7724"/>
                  </a:lnTo>
                  <a:lnTo>
                    <a:pt x="3924" y="7600"/>
                  </a:lnTo>
                  <a:lnTo>
                    <a:pt x="3824" y="7574"/>
                  </a:lnTo>
                  <a:lnTo>
                    <a:pt x="3824" y="7450"/>
                  </a:lnTo>
                  <a:lnTo>
                    <a:pt x="3874" y="7424"/>
                  </a:lnTo>
                  <a:lnTo>
                    <a:pt x="3900" y="7524"/>
                  </a:lnTo>
                  <a:lnTo>
                    <a:pt x="4074" y="7524"/>
                  </a:lnTo>
                  <a:lnTo>
                    <a:pt x="4100" y="7550"/>
                  </a:lnTo>
                  <a:lnTo>
                    <a:pt x="4074" y="7600"/>
                  </a:lnTo>
                  <a:lnTo>
                    <a:pt x="4000" y="7600"/>
                  </a:lnTo>
                  <a:lnTo>
                    <a:pt x="4000" y="7824"/>
                  </a:lnTo>
                  <a:lnTo>
                    <a:pt x="4224" y="7824"/>
                  </a:lnTo>
                  <a:lnTo>
                    <a:pt x="4224" y="7700"/>
                  </a:lnTo>
                  <a:lnTo>
                    <a:pt x="4150" y="7700"/>
                  </a:lnTo>
                  <a:lnTo>
                    <a:pt x="4124" y="7650"/>
                  </a:lnTo>
                  <a:lnTo>
                    <a:pt x="4224" y="7624"/>
                  </a:lnTo>
                  <a:lnTo>
                    <a:pt x="4224" y="7550"/>
                  </a:lnTo>
                  <a:lnTo>
                    <a:pt x="4324" y="7524"/>
                  </a:lnTo>
                  <a:lnTo>
                    <a:pt x="4350" y="7424"/>
                  </a:lnTo>
                  <a:lnTo>
                    <a:pt x="4424" y="7424"/>
                  </a:lnTo>
                  <a:lnTo>
                    <a:pt x="4424" y="7300"/>
                  </a:lnTo>
                  <a:lnTo>
                    <a:pt x="4100" y="7300"/>
                  </a:lnTo>
                  <a:lnTo>
                    <a:pt x="4074" y="7400"/>
                  </a:lnTo>
                  <a:lnTo>
                    <a:pt x="3950" y="7400"/>
                  </a:lnTo>
                  <a:lnTo>
                    <a:pt x="3924" y="7300"/>
                  </a:lnTo>
                  <a:lnTo>
                    <a:pt x="3850" y="7300"/>
                  </a:lnTo>
                  <a:lnTo>
                    <a:pt x="3824" y="7250"/>
                  </a:lnTo>
                  <a:lnTo>
                    <a:pt x="3850" y="7224"/>
                  </a:lnTo>
                  <a:lnTo>
                    <a:pt x="4624" y="7224"/>
                  </a:lnTo>
                  <a:lnTo>
                    <a:pt x="4624" y="7100"/>
                  </a:lnTo>
                  <a:lnTo>
                    <a:pt x="3700" y="7100"/>
                  </a:lnTo>
                  <a:close/>
                  <a:moveTo>
                    <a:pt x="4100" y="6800"/>
                  </a:moveTo>
                  <a:lnTo>
                    <a:pt x="4100" y="6924"/>
                  </a:lnTo>
                  <a:lnTo>
                    <a:pt x="5024" y="6924"/>
                  </a:lnTo>
                  <a:lnTo>
                    <a:pt x="5024" y="6800"/>
                  </a:lnTo>
                  <a:close/>
                  <a:moveTo>
                    <a:pt x="3500" y="6800"/>
                  </a:moveTo>
                  <a:lnTo>
                    <a:pt x="3500" y="6924"/>
                  </a:lnTo>
                  <a:lnTo>
                    <a:pt x="4024" y="6924"/>
                  </a:lnTo>
                  <a:lnTo>
                    <a:pt x="4024" y="6800"/>
                  </a:lnTo>
                  <a:close/>
                  <a:moveTo>
                    <a:pt x="6700" y="6700"/>
                  </a:moveTo>
                  <a:lnTo>
                    <a:pt x="6700" y="6824"/>
                  </a:lnTo>
                  <a:lnTo>
                    <a:pt x="6824" y="6824"/>
                  </a:lnTo>
                  <a:lnTo>
                    <a:pt x="6824" y="6700"/>
                  </a:lnTo>
                  <a:close/>
                  <a:moveTo>
                    <a:pt x="1600" y="6700"/>
                  </a:moveTo>
                  <a:lnTo>
                    <a:pt x="1600" y="6824"/>
                  </a:lnTo>
                  <a:lnTo>
                    <a:pt x="1724" y="6824"/>
                  </a:lnTo>
                  <a:lnTo>
                    <a:pt x="1724" y="6700"/>
                  </a:lnTo>
                  <a:close/>
                  <a:moveTo>
                    <a:pt x="1200" y="6600"/>
                  </a:moveTo>
                  <a:lnTo>
                    <a:pt x="1200" y="6724"/>
                  </a:lnTo>
                  <a:lnTo>
                    <a:pt x="1324" y="6724"/>
                  </a:lnTo>
                  <a:lnTo>
                    <a:pt x="1324" y="6600"/>
                  </a:lnTo>
                  <a:close/>
                  <a:moveTo>
                    <a:pt x="6400" y="6300"/>
                  </a:moveTo>
                  <a:lnTo>
                    <a:pt x="6400" y="6424"/>
                  </a:lnTo>
                  <a:lnTo>
                    <a:pt x="6524" y="6424"/>
                  </a:lnTo>
                  <a:lnTo>
                    <a:pt x="6524" y="6300"/>
                  </a:lnTo>
                  <a:close/>
                  <a:moveTo>
                    <a:pt x="1900" y="6300"/>
                  </a:moveTo>
                  <a:lnTo>
                    <a:pt x="1900" y="6424"/>
                  </a:lnTo>
                  <a:lnTo>
                    <a:pt x="2024" y="6424"/>
                  </a:lnTo>
                  <a:lnTo>
                    <a:pt x="2024" y="6300"/>
                  </a:lnTo>
                  <a:close/>
                  <a:moveTo>
                    <a:pt x="6800" y="6200"/>
                  </a:moveTo>
                  <a:lnTo>
                    <a:pt x="6800" y="6324"/>
                  </a:lnTo>
                  <a:lnTo>
                    <a:pt x="6924" y="6324"/>
                  </a:lnTo>
                  <a:lnTo>
                    <a:pt x="6924" y="6200"/>
                  </a:lnTo>
                  <a:close/>
                  <a:moveTo>
                    <a:pt x="5800" y="6200"/>
                  </a:moveTo>
                  <a:lnTo>
                    <a:pt x="5800" y="6324"/>
                  </a:lnTo>
                  <a:lnTo>
                    <a:pt x="6024" y="6324"/>
                  </a:lnTo>
                  <a:lnTo>
                    <a:pt x="6024" y="6200"/>
                  </a:lnTo>
                  <a:close/>
                  <a:moveTo>
                    <a:pt x="2400" y="6200"/>
                  </a:moveTo>
                  <a:lnTo>
                    <a:pt x="2400" y="6324"/>
                  </a:lnTo>
                  <a:lnTo>
                    <a:pt x="2724" y="6324"/>
                  </a:lnTo>
                  <a:lnTo>
                    <a:pt x="2724" y="6200"/>
                  </a:lnTo>
                  <a:close/>
                  <a:moveTo>
                    <a:pt x="6600" y="6100"/>
                  </a:moveTo>
                  <a:lnTo>
                    <a:pt x="6600" y="6224"/>
                  </a:lnTo>
                  <a:lnTo>
                    <a:pt x="6724" y="6224"/>
                  </a:lnTo>
                  <a:lnTo>
                    <a:pt x="6724" y="6100"/>
                  </a:lnTo>
                  <a:close/>
                  <a:moveTo>
                    <a:pt x="1300" y="6100"/>
                  </a:moveTo>
                  <a:lnTo>
                    <a:pt x="1300" y="6224"/>
                  </a:lnTo>
                  <a:lnTo>
                    <a:pt x="1424" y="6224"/>
                  </a:lnTo>
                  <a:lnTo>
                    <a:pt x="1424" y="6100"/>
                  </a:lnTo>
                  <a:close/>
                  <a:moveTo>
                    <a:pt x="7500" y="6000"/>
                  </a:moveTo>
                  <a:lnTo>
                    <a:pt x="7500" y="6124"/>
                  </a:lnTo>
                  <a:lnTo>
                    <a:pt x="7624" y="6124"/>
                  </a:lnTo>
                  <a:lnTo>
                    <a:pt x="7624" y="6000"/>
                  </a:lnTo>
                  <a:close/>
                  <a:moveTo>
                    <a:pt x="7024" y="5900"/>
                  </a:moveTo>
                  <a:lnTo>
                    <a:pt x="6900" y="5900"/>
                  </a:lnTo>
                  <a:lnTo>
                    <a:pt x="6900" y="5974"/>
                  </a:lnTo>
                  <a:lnTo>
                    <a:pt x="6800" y="6000"/>
                  </a:lnTo>
                  <a:lnTo>
                    <a:pt x="6800" y="6124"/>
                  </a:lnTo>
                  <a:lnTo>
                    <a:pt x="6924" y="6124"/>
                  </a:lnTo>
                  <a:lnTo>
                    <a:pt x="6924" y="6050"/>
                  </a:lnTo>
                  <a:lnTo>
                    <a:pt x="7024" y="6024"/>
                  </a:lnTo>
                  <a:close/>
                  <a:moveTo>
                    <a:pt x="7100" y="5800"/>
                  </a:moveTo>
                  <a:lnTo>
                    <a:pt x="7100" y="5924"/>
                  </a:lnTo>
                  <a:lnTo>
                    <a:pt x="7224" y="5924"/>
                  </a:lnTo>
                  <a:lnTo>
                    <a:pt x="7224" y="5800"/>
                  </a:lnTo>
                  <a:close/>
                  <a:moveTo>
                    <a:pt x="1300" y="5800"/>
                  </a:moveTo>
                  <a:lnTo>
                    <a:pt x="1300" y="5924"/>
                  </a:lnTo>
                  <a:lnTo>
                    <a:pt x="1424" y="5924"/>
                  </a:lnTo>
                  <a:lnTo>
                    <a:pt x="1424" y="5800"/>
                  </a:lnTo>
                  <a:close/>
                  <a:moveTo>
                    <a:pt x="1100" y="5600"/>
                  </a:moveTo>
                  <a:lnTo>
                    <a:pt x="1100" y="5724"/>
                  </a:lnTo>
                  <a:lnTo>
                    <a:pt x="1224" y="5724"/>
                  </a:lnTo>
                  <a:lnTo>
                    <a:pt x="1224" y="5600"/>
                  </a:lnTo>
                  <a:close/>
                  <a:moveTo>
                    <a:pt x="7000" y="5500"/>
                  </a:moveTo>
                  <a:lnTo>
                    <a:pt x="7000" y="5624"/>
                  </a:lnTo>
                  <a:lnTo>
                    <a:pt x="7124" y="5624"/>
                  </a:lnTo>
                  <a:lnTo>
                    <a:pt x="7124" y="5500"/>
                  </a:lnTo>
                  <a:close/>
                  <a:moveTo>
                    <a:pt x="7200" y="5100"/>
                  </a:moveTo>
                  <a:lnTo>
                    <a:pt x="7200" y="5224"/>
                  </a:lnTo>
                  <a:lnTo>
                    <a:pt x="7324" y="5224"/>
                  </a:lnTo>
                  <a:lnTo>
                    <a:pt x="7324" y="5100"/>
                  </a:lnTo>
                  <a:close/>
                  <a:moveTo>
                    <a:pt x="4100" y="5100"/>
                  </a:moveTo>
                  <a:lnTo>
                    <a:pt x="4100" y="5224"/>
                  </a:lnTo>
                  <a:lnTo>
                    <a:pt x="4224" y="5224"/>
                  </a:lnTo>
                  <a:lnTo>
                    <a:pt x="4224" y="5100"/>
                  </a:lnTo>
                  <a:close/>
                  <a:moveTo>
                    <a:pt x="4500" y="5000"/>
                  </a:moveTo>
                  <a:lnTo>
                    <a:pt x="4500" y="5124"/>
                  </a:lnTo>
                  <a:lnTo>
                    <a:pt x="4624" y="5124"/>
                  </a:lnTo>
                  <a:lnTo>
                    <a:pt x="4624" y="5000"/>
                  </a:lnTo>
                  <a:close/>
                  <a:moveTo>
                    <a:pt x="4700" y="4900"/>
                  </a:moveTo>
                  <a:lnTo>
                    <a:pt x="4700" y="5024"/>
                  </a:lnTo>
                  <a:lnTo>
                    <a:pt x="4824" y="5024"/>
                  </a:lnTo>
                  <a:lnTo>
                    <a:pt x="4824" y="4900"/>
                  </a:lnTo>
                  <a:close/>
                  <a:moveTo>
                    <a:pt x="4100" y="4900"/>
                  </a:moveTo>
                  <a:lnTo>
                    <a:pt x="4100" y="5024"/>
                  </a:lnTo>
                  <a:lnTo>
                    <a:pt x="4324" y="5024"/>
                  </a:lnTo>
                  <a:lnTo>
                    <a:pt x="4324" y="4900"/>
                  </a:lnTo>
                  <a:close/>
                  <a:moveTo>
                    <a:pt x="3600" y="4900"/>
                  </a:moveTo>
                  <a:lnTo>
                    <a:pt x="3600" y="5024"/>
                  </a:lnTo>
                  <a:lnTo>
                    <a:pt x="3724" y="5024"/>
                  </a:lnTo>
                  <a:lnTo>
                    <a:pt x="3724" y="4900"/>
                  </a:lnTo>
                  <a:close/>
                  <a:moveTo>
                    <a:pt x="4900" y="4500"/>
                  </a:moveTo>
                  <a:lnTo>
                    <a:pt x="4900" y="4624"/>
                  </a:lnTo>
                  <a:lnTo>
                    <a:pt x="5024" y="4624"/>
                  </a:lnTo>
                  <a:lnTo>
                    <a:pt x="5024" y="4500"/>
                  </a:lnTo>
                  <a:close/>
                  <a:moveTo>
                    <a:pt x="1200" y="4500"/>
                  </a:moveTo>
                  <a:lnTo>
                    <a:pt x="1200" y="4924"/>
                  </a:lnTo>
                  <a:lnTo>
                    <a:pt x="1324" y="4924"/>
                  </a:lnTo>
                  <a:lnTo>
                    <a:pt x="1324" y="4500"/>
                  </a:lnTo>
                  <a:close/>
                  <a:moveTo>
                    <a:pt x="8324" y="4400"/>
                  </a:moveTo>
                  <a:lnTo>
                    <a:pt x="8200" y="4400"/>
                  </a:lnTo>
                  <a:lnTo>
                    <a:pt x="8200" y="4474"/>
                  </a:lnTo>
                  <a:lnTo>
                    <a:pt x="8100" y="4500"/>
                  </a:lnTo>
                  <a:lnTo>
                    <a:pt x="8100" y="4674"/>
                  </a:lnTo>
                  <a:lnTo>
                    <a:pt x="8000" y="4700"/>
                  </a:lnTo>
                  <a:lnTo>
                    <a:pt x="8000" y="4824"/>
                  </a:lnTo>
                  <a:lnTo>
                    <a:pt x="8074" y="4824"/>
                  </a:lnTo>
                  <a:lnTo>
                    <a:pt x="8100" y="4874"/>
                  </a:lnTo>
                  <a:lnTo>
                    <a:pt x="8000" y="4900"/>
                  </a:lnTo>
                  <a:lnTo>
                    <a:pt x="8000" y="5024"/>
                  </a:lnTo>
                  <a:lnTo>
                    <a:pt x="8124" y="5024"/>
                  </a:lnTo>
                  <a:lnTo>
                    <a:pt x="8124" y="4950"/>
                  </a:lnTo>
                  <a:lnTo>
                    <a:pt x="8224" y="4924"/>
                  </a:lnTo>
                  <a:lnTo>
                    <a:pt x="8250" y="4824"/>
                  </a:lnTo>
                  <a:lnTo>
                    <a:pt x="8324" y="4824"/>
                  </a:lnTo>
                  <a:close/>
                  <a:moveTo>
                    <a:pt x="3400" y="4400"/>
                  </a:moveTo>
                  <a:lnTo>
                    <a:pt x="3400" y="4524"/>
                  </a:lnTo>
                  <a:lnTo>
                    <a:pt x="3524" y="4524"/>
                  </a:lnTo>
                  <a:lnTo>
                    <a:pt x="3524" y="4400"/>
                  </a:lnTo>
                  <a:close/>
                  <a:moveTo>
                    <a:pt x="2400" y="4400"/>
                  </a:moveTo>
                  <a:lnTo>
                    <a:pt x="2400" y="4524"/>
                  </a:lnTo>
                  <a:lnTo>
                    <a:pt x="2624" y="4524"/>
                  </a:lnTo>
                  <a:lnTo>
                    <a:pt x="2624" y="4400"/>
                  </a:lnTo>
                  <a:close/>
                  <a:moveTo>
                    <a:pt x="8100" y="4200"/>
                  </a:moveTo>
                  <a:lnTo>
                    <a:pt x="8100" y="4324"/>
                  </a:lnTo>
                  <a:lnTo>
                    <a:pt x="8224" y="4324"/>
                  </a:lnTo>
                  <a:lnTo>
                    <a:pt x="8224" y="4200"/>
                  </a:lnTo>
                  <a:close/>
                  <a:moveTo>
                    <a:pt x="2800" y="4200"/>
                  </a:moveTo>
                  <a:lnTo>
                    <a:pt x="2800" y="4324"/>
                  </a:lnTo>
                  <a:lnTo>
                    <a:pt x="2924" y="4324"/>
                  </a:lnTo>
                  <a:lnTo>
                    <a:pt x="2924" y="4200"/>
                  </a:lnTo>
                  <a:close/>
                  <a:moveTo>
                    <a:pt x="0" y="4000"/>
                  </a:moveTo>
                  <a:lnTo>
                    <a:pt x="0" y="4624"/>
                  </a:lnTo>
                  <a:lnTo>
                    <a:pt x="124" y="4624"/>
                  </a:lnTo>
                  <a:lnTo>
                    <a:pt x="124" y="4000"/>
                  </a:lnTo>
                  <a:close/>
                  <a:moveTo>
                    <a:pt x="5400" y="3900"/>
                  </a:moveTo>
                  <a:lnTo>
                    <a:pt x="5400" y="4024"/>
                  </a:lnTo>
                  <a:lnTo>
                    <a:pt x="5524" y="4024"/>
                  </a:lnTo>
                  <a:lnTo>
                    <a:pt x="5524" y="3900"/>
                  </a:lnTo>
                  <a:close/>
                  <a:moveTo>
                    <a:pt x="2000" y="3800"/>
                  </a:moveTo>
                  <a:lnTo>
                    <a:pt x="2000" y="3924"/>
                  </a:lnTo>
                  <a:lnTo>
                    <a:pt x="2124" y="3924"/>
                  </a:lnTo>
                  <a:lnTo>
                    <a:pt x="2124" y="3800"/>
                  </a:lnTo>
                  <a:close/>
                  <a:moveTo>
                    <a:pt x="7900" y="3600"/>
                  </a:moveTo>
                  <a:lnTo>
                    <a:pt x="7900" y="3724"/>
                  </a:lnTo>
                  <a:lnTo>
                    <a:pt x="8074" y="3724"/>
                  </a:lnTo>
                  <a:lnTo>
                    <a:pt x="8100" y="3750"/>
                  </a:lnTo>
                  <a:lnTo>
                    <a:pt x="8100" y="4124"/>
                  </a:lnTo>
                  <a:lnTo>
                    <a:pt x="8324" y="4124"/>
                  </a:lnTo>
                  <a:lnTo>
                    <a:pt x="8324" y="3900"/>
                  </a:lnTo>
                  <a:lnTo>
                    <a:pt x="8224" y="3874"/>
                  </a:lnTo>
                  <a:lnTo>
                    <a:pt x="8224" y="3700"/>
                  </a:lnTo>
                  <a:lnTo>
                    <a:pt x="8150" y="3700"/>
                  </a:lnTo>
                  <a:lnTo>
                    <a:pt x="8124" y="3600"/>
                  </a:lnTo>
                  <a:close/>
                  <a:moveTo>
                    <a:pt x="1200" y="3600"/>
                  </a:moveTo>
                  <a:lnTo>
                    <a:pt x="1200" y="3924"/>
                  </a:lnTo>
                  <a:lnTo>
                    <a:pt x="1324" y="3924"/>
                  </a:lnTo>
                  <a:lnTo>
                    <a:pt x="1324" y="3600"/>
                  </a:lnTo>
                  <a:close/>
                  <a:moveTo>
                    <a:pt x="300" y="3600"/>
                  </a:moveTo>
                  <a:lnTo>
                    <a:pt x="300" y="3674"/>
                  </a:lnTo>
                  <a:lnTo>
                    <a:pt x="200" y="3700"/>
                  </a:lnTo>
                  <a:lnTo>
                    <a:pt x="174" y="3800"/>
                  </a:lnTo>
                  <a:lnTo>
                    <a:pt x="100" y="3800"/>
                  </a:lnTo>
                  <a:lnTo>
                    <a:pt x="100" y="3924"/>
                  </a:lnTo>
                  <a:lnTo>
                    <a:pt x="224" y="3924"/>
                  </a:lnTo>
                  <a:lnTo>
                    <a:pt x="224" y="3850"/>
                  </a:lnTo>
                  <a:lnTo>
                    <a:pt x="250" y="3824"/>
                  </a:lnTo>
                  <a:lnTo>
                    <a:pt x="300" y="3850"/>
                  </a:lnTo>
                  <a:lnTo>
                    <a:pt x="300" y="3974"/>
                  </a:lnTo>
                  <a:lnTo>
                    <a:pt x="200" y="4000"/>
                  </a:lnTo>
                  <a:lnTo>
                    <a:pt x="200" y="4224"/>
                  </a:lnTo>
                  <a:lnTo>
                    <a:pt x="274" y="4224"/>
                  </a:lnTo>
                  <a:lnTo>
                    <a:pt x="300" y="4274"/>
                  </a:lnTo>
                  <a:lnTo>
                    <a:pt x="200" y="4300"/>
                  </a:lnTo>
                  <a:lnTo>
                    <a:pt x="200" y="4674"/>
                  </a:lnTo>
                  <a:lnTo>
                    <a:pt x="100" y="4700"/>
                  </a:lnTo>
                  <a:lnTo>
                    <a:pt x="100" y="4924"/>
                  </a:lnTo>
                  <a:lnTo>
                    <a:pt x="174" y="4924"/>
                  </a:lnTo>
                  <a:lnTo>
                    <a:pt x="200" y="5024"/>
                  </a:lnTo>
                  <a:lnTo>
                    <a:pt x="424" y="5024"/>
                  </a:lnTo>
                  <a:lnTo>
                    <a:pt x="424" y="3600"/>
                  </a:lnTo>
                  <a:close/>
                  <a:moveTo>
                    <a:pt x="7600" y="3500"/>
                  </a:moveTo>
                  <a:lnTo>
                    <a:pt x="7600" y="3724"/>
                  </a:lnTo>
                  <a:lnTo>
                    <a:pt x="7724" y="3724"/>
                  </a:lnTo>
                  <a:lnTo>
                    <a:pt x="7724" y="3500"/>
                  </a:lnTo>
                  <a:close/>
                  <a:moveTo>
                    <a:pt x="6000" y="3500"/>
                  </a:moveTo>
                  <a:lnTo>
                    <a:pt x="6000" y="3624"/>
                  </a:lnTo>
                  <a:lnTo>
                    <a:pt x="6124" y="3624"/>
                  </a:lnTo>
                  <a:lnTo>
                    <a:pt x="6124" y="3500"/>
                  </a:lnTo>
                  <a:close/>
                  <a:moveTo>
                    <a:pt x="5700" y="3500"/>
                  </a:moveTo>
                  <a:lnTo>
                    <a:pt x="5700" y="3624"/>
                  </a:lnTo>
                  <a:lnTo>
                    <a:pt x="5824" y="3624"/>
                  </a:lnTo>
                  <a:lnTo>
                    <a:pt x="5824" y="3500"/>
                  </a:lnTo>
                  <a:close/>
                  <a:moveTo>
                    <a:pt x="7200" y="3400"/>
                  </a:moveTo>
                  <a:lnTo>
                    <a:pt x="7200" y="3524"/>
                  </a:lnTo>
                  <a:lnTo>
                    <a:pt x="7324" y="3524"/>
                  </a:lnTo>
                  <a:lnTo>
                    <a:pt x="7324" y="3400"/>
                  </a:lnTo>
                  <a:close/>
                  <a:moveTo>
                    <a:pt x="6600" y="3300"/>
                  </a:moveTo>
                  <a:lnTo>
                    <a:pt x="6600" y="3424"/>
                  </a:lnTo>
                  <a:lnTo>
                    <a:pt x="6724" y="3424"/>
                  </a:lnTo>
                  <a:lnTo>
                    <a:pt x="6724" y="3300"/>
                  </a:lnTo>
                  <a:close/>
                  <a:moveTo>
                    <a:pt x="700" y="3100"/>
                  </a:moveTo>
                  <a:lnTo>
                    <a:pt x="700" y="3224"/>
                  </a:lnTo>
                  <a:lnTo>
                    <a:pt x="824" y="3224"/>
                  </a:lnTo>
                  <a:lnTo>
                    <a:pt x="824" y="3100"/>
                  </a:lnTo>
                  <a:close/>
                  <a:moveTo>
                    <a:pt x="1100" y="3000"/>
                  </a:moveTo>
                  <a:lnTo>
                    <a:pt x="1100" y="3124"/>
                  </a:lnTo>
                  <a:lnTo>
                    <a:pt x="1224" y="3124"/>
                  </a:lnTo>
                  <a:lnTo>
                    <a:pt x="1224" y="3000"/>
                  </a:lnTo>
                  <a:close/>
                  <a:moveTo>
                    <a:pt x="6700" y="2900"/>
                  </a:moveTo>
                  <a:lnTo>
                    <a:pt x="6700" y="3024"/>
                  </a:lnTo>
                  <a:lnTo>
                    <a:pt x="6824" y="3024"/>
                  </a:lnTo>
                  <a:lnTo>
                    <a:pt x="6824" y="2900"/>
                  </a:lnTo>
                  <a:close/>
                  <a:moveTo>
                    <a:pt x="3200" y="2800"/>
                  </a:moveTo>
                  <a:lnTo>
                    <a:pt x="3200" y="2924"/>
                  </a:lnTo>
                  <a:lnTo>
                    <a:pt x="3324" y="2924"/>
                  </a:lnTo>
                  <a:lnTo>
                    <a:pt x="3324" y="2800"/>
                  </a:lnTo>
                  <a:close/>
                  <a:moveTo>
                    <a:pt x="7000" y="2700"/>
                  </a:moveTo>
                  <a:lnTo>
                    <a:pt x="7000" y="2824"/>
                  </a:lnTo>
                  <a:lnTo>
                    <a:pt x="7124" y="2824"/>
                  </a:lnTo>
                  <a:lnTo>
                    <a:pt x="7124" y="2700"/>
                  </a:lnTo>
                  <a:close/>
                  <a:moveTo>
                    <a:pt x="6700" y="2700"/>
                  </a:moveTo>
                  <a:lnTo>
                    <a:pt x="6700" y="2824"/>
                  </a:lnTo>
                  <a:lnTo>
                    <a:pt x="6824" y="2824"/>
                  </a:lnTo>
                  <a:lnTo>
                    <a:pt x="6824" y="2700"/>
                  </a:lnTo>
                  <a:close/>
                  <a:moveTo>
                    <a:pt x="2700" y="2700"/>
                  </a:moveTo>
                  <a:lnTo>
                    <a:pt x="2700" y="2824"/>
                  </a:lnTo>
                  <a:lnTo>
                    <a:pt x="2824" y="2824"/>
                  </a:lnTo>
                  <a:lnTo>
                    <a:pt x="2824" y="2700"/>
                  </a:lnTo>
                  <a:close/>
                  <a:moveTo>
                    <a:pt x="1200" y="2800"/>
                  </a:moveTo>
                  <a:lnTo>
                    <a:pt x="1200" y="2924"/>
                  </a:lnTo>
                  <a:lnTo>
                    <a:pt x="1324" y="2924"/>
                  </a:lnTo>
                  <a:lnTo>
                    <a:pt x="1350" y="2824"/>
                  </a:lnTo>
                  <a:lnTo>
                    <a:pt x="1400" y="2850"/>
                  </a:lnTo>
                  <a:lnTo>
                    <a:pt x="1400" y="2924"/>
                  </a:lnTo>
                  <a:lnTo>
                    <a:pt x="1524" y="2924"/>
                  </a:lnTo>
                  <a:lnTo>
                    <a:pt x="1524" y="2800"/>
                  </a:lnTo>
                  <a:lnTo>
                    <a:pt x="1450" y="2800"/>
                  </a:lnTo>
                  <a:lnTo>
                    <a:pt x="1424" y="2700"/>
                  </a:lnTo>
                  <a:lnTo>
                    <a:pt x="1300" y="2700"/>
                  </a:lnTo>
                  <a:lnTo>
                    <a:pt x="1300" y="2774"/>
                  </a:lnTo>
                  <a:close/>
                  <a:moveTo>
                    <a:pt x="6300" y="2600"/>
                  </a:moveTo>
                  <a:lnTo>
                    <a:pt x="6300" y="2724"/>
                  </a:lnTo>
                  <a:lnTo>
                    <a:pt x="6424" y="2724"/>
                  </a:lnTo>
                  <a:lnTo>
                    <a:pt x="6424" y="2600"/>
                  </a:lnTo>
                  <a:close/>
                  <a:moveTo>
                    <a:pt x="6000" y="2600"/>
                  </a:moveTo>
                  <a:lnTo>
                    <a:pt x="6000" y="2724"/>
                  </a:lnTo>
                  <a:lnTo>
                    <a:pt x="6124" y="2724"/>
                  </a:lnTo>
                  <a:lnTo>
                    <a:pt x="6124" y="2600"/>
                  </a:lnTo>
                  <a:close/>
                  <a:moveTo>
                    <a:pt x="4300" y="2600"/>
                  </a:moveTo>
                  <a:lnTo>
                    <a:pt x="4300" y="2724"/>
                  </a:lnTo>
                  <a:lnTo>
                    <a:pt x="4424" y="2724"/>
                  </a:lnTo>
                  <a:lnTo>
                    <a:pt x="4424" y="2600"/>
                  </a:lnTo>
                  <a:close/>
                  <a:moveTo>
                    <a:pt x="2000" y="2600"/>
                  </a:moveTo>
                  <a:lnTo>
                    <a:pt x="2000" y="2724"/>
                  </a:lnTo>
                  <a:lnTo>
                    <a:pt x="2124" y="2724"/>
                  </a:lnTo>
                  <a:lnTo>
                    <a:pt x="2124" y="2600"/>
                  </a:lnTo>
                  <a:close/>
                  <a:moveTo>
                    <a:pt x="7400" y="2500"/>
                  </a:moveTo>
                  <a:lnTo>
                    <a:pt x="7400" y="2624"/>
                  </a:lnTo>
                  <a:lnTo>
                    <a:pt x="7524" y="2624"/>
                  </a:lnTo>
                  <a:lnTo>
                    <a:pt x="7524" y="2500"/>
                  </a:lnTo>
                  <a:close/>
                  <a:moveTo>
                    <a:pt x="6700" y="2500"/>
                  </a:moveTo>
                  <a:lnTo>
                    <a:pt x="6700" y="2624"/>
                  </a:lnTo>
                  <a:lnTo>
                    <a:pt x="6824" y="2624"/>
                  </a:lnTo>
                  <a:lnTo>
                    <a:pt x="6824" y="2500"/>
                  </a:lnTo>
                  <a:close/>
                  <a:moveTo>
                    <a:pt x="4700" y="2500"/>
                  </a:moveTo>
                  <a:lnTo>
                    <a:pt x="4700" y="2624"/>
                  </a:lnTo>
                  <a:lnTo>
                    <a:pt x="4824" y="2624"/>
                  </a:lnTo>
                  <a:lnTo>
                    <a:pt x="4824" y="2500"/>
                  </a:lnTo>
                  <a:close/>
                  <a:moveTo>
                    <a:pt x="1700" y="2500"/>
                  </a:moveTo>
                  <a:lnTo>
                    <a:pt x="1700" y="2624"/>
                  </a:lnTo>
                  <a:lnTo>
                    <a:pt x="1824" y="2624"/>
                  </a:lnTo>
                  <a:lnTo>
                    <a:pt x="1824" y="2500"/>
                  </a:lnTo>
                  <a:close/>
                  <a:moveTo>
                    <a:pt x="5400" y="2300"/>
                  </a:moveTo>
                  <a:lnTo>
                    <a:pt x="5400" y="2424"/>
                  </a:lnTo>
                  <a:lnTo>
                    <a:pt x="5524" y="2424"/>
                  </a:lnTo>
                  <a:lnTo>
                    <a:pt x="5524" y="2300"/>
                  </a:lnTo>
                  <a:close/>
                  <a:moveTo>
                    <a:pt x="1900" y="2300"/>
                  </a:moveTo>
                  <a:lnTo>
                    <a:pt x="1900" y="2424"/>
                  </a:lnTo>
                  <a:lnTo>
                    <a:pt x="2024" y="2424"/>
                  </a:lnTo>
                  <a:lnTo>
                    <a:pt x="2024" y="2300"/>
                  </a:lnTo>
                  <a:close/>
                  <a:moveTo>
                    <a:pt x="7000" y="2200"/>
                  </a:moveTo>
                  <a:lnTo>
                    <a:pt x="7000" y="2324"/>
                  </a:lnTo>
                  <a:lnTo>
                    <a:pt x="7124" y="2324"/>
                  </a:lnTo>
                  <a:lnTo>
                    <a:pt x="7124" y="2200"/>
                  </a:lnTo>
                  <a:close/>
                  <a:moveTo>
                    <a:pt x="6224" y="2200"/>
                  </a:moveTo>
                  <a:lnTo>
                    <a:pt x="6100" y="2200"/>
                  </a:lnTo>
                  <a:lnTo>
                    <a:pt x="6074" y="2300"/>
                  </a:lnTo>
                  <a:lnTo>
                    <a:pt x="5600" y="2300"/>
                  </a:lnTo>
                  <a:lnTo>
                    <a:pt x="5600" y="2524"/>
                  </a:lnTo>
                  <a:lnTo>
                    <a:pt x="5824" y="2524"/>
                  </a:lnTo>
                  <a:lnTo>
                    <a:pt x="5850" y="2424"/>
                  </a:lnTo>
                  <a:lnTo>
                    <a:pt x="6124" y="2424"/>
                  </a:lnTo>
                  <a:lnTo>
                    <a:pt x="6124" y="2350"/>
                  </a:lnTo>
                  <a:lnTo>
                    <a:pt x="6224" y="2324"/>
                  </a:lnTo>
                  <a:close/>
                  <a:moveTo>
                    <a:pt x="1200" y="2200"/>
                  </a:moveTo>
                  <a:lnTo>
                    <a:pt x="1200" y="2324"/>
                  </a:lnTo>
                  <a:lnTo>
                    <a:pt x="1324" y="2324"/>
                  </a:lnTo>
                  <a:lnTo>
                    <a:pt x="1324" y="2200"/>
                  </a:lnTo>
                  <a:close/>
                  <a:moveTo>
                    <a:pt x="6700" y="2100"/>
                  </a:moveTo>
                  <a:lnTo>
                    <a:pt x="6700" y="2224"/>
                  </a:lnTo>
                  <a:lnTo>
                    <a:pt x="6824" y="2224"/>
                  </a:lnTo>
                  <a:lnTo>
                    <a:pt x="6824" y="2100"/>
                  </a:lnTo>
                  <a:close/>
                  <a:moveTo>
                    <a:pt x="6000" y="2000"/>
                  </a:moveTo>
                  <a:lnTo>
                    <a:pt x="6000" y="2124"/>
                  </a:lnTo>
                  <a:lnTo>
                    <a:pt x="6124" y="2124"/>
                  </a:lnTo>
                  <a:lnTo>
                    <a:pt x="6124" y="2000"/>
                  </a:lnTo>
                  <a:close/>
                  <a:moveTo>
                    <a:pt x="2200" y="2000"/>
                  </a:moveTo>
                  <a:lnTo>
                    <a:pt x="2200" y="2124"/>
                  </a:lnTo>
                  <a:lnTo>
                    <a:pt x="2324" y="2124"/>
                  </a:lnTo>
                  <a:lnTo>
                    <a:pt x="2324" y="2000"/>
                  </a:lnTo>
                  <a:close/>
                  <a:moveTo>
                    <a:pt x="5500" y="2000"/>
                  </a:moveTo>
                  <a:lnTo>
                    <a:pt x="5500" y="2124"/>
                  </a:lnTo>
                  <a:lnTo>
                    <a:pt x="5574" y="2124"/>
                  </a:lnTo>
                  <a:lnTo>
                    <a:pt x="5600" y="2224"/>
                  </a:lnTo>
                  <a:lnTo>
                    <a:pt x="5724" y="2224"/>
                  </a:lnTo>
                  <a:lnTo>
                    <a:pt x="5750" y="2124"/>
                  </a:lnTo>
                  <a:lnTo>
                    <a:pt x="5924" y="2124"/>
                  </a:lnTo>
                  <a:lnTo>
                    <a:pt x="5924" y="1900"/>
                  </a:lnTo>
                  <a:lnTo>
                    <a:pt x="5600" y="1900"/>
                  </a:lnTo>
                  <a:lnTo>
                    <a:pt x="5600" y="1974"/>
                  </a:lnTo>
                  <a:close/>
                  <a:moveTo>
                    <a:pt x="5000" y="1900"/>
                  </a:moveTo>
                  <a:lnTo>
                    <a:pt x="5000" y="2024"/>
                  </a:lnTo>
                  <a:lnTo>
                    <a:pt x="5074" y="2024"/>
                  </a:lnTo>
                  <a:lnTo>
                    <a:pt x="5100" y="2124"/>
                  </a:lnTo>
                  <a:lnTo>
                    <a:pt x="5324" y="2124"/>
                  </a:lnTo>
                  <a:lnTo>
                    <a:pt x="5324" y="2000"/>
                  </a:lnTo>
                  <a:lnTo>
                    <a:pt x="5250" y="2000"/>
                  </a:lnTo>
                  <a:lnTo>
                    <a:pt x="5224" y="1900"/>
                  </a:lnTo>
                  <a:close/>
                  <a:moveTo>
                    <a:pt x="5300" y="1800"/>
                  </a:moveTo>
                  <a:lnTo>
                    <a:pt x="5300" y="1924"/>
                  </a:lnTo>
                  <a:lnTo>
                    <a:pt x="5524" y="1924"/>
                  </a:lnTo>
                  <a:lnTo>
                    <a:pt x="5524" y="1800"/>
                  </a:lnTo>
                  <a:close/>
                  <a:moveTo>
                    <a:pt x="4100" y="1800"/>
                  </a:moveTo>
                  <a:lnTo>
                    <a:pt x="4100" y="1924"/>
                  </a:lnTo>
                  <a:lnTo>
                    <a:pt x="4324" y="1924"/>
                  </a:lnTo>
                  <a:lnTo>
                    <a:pt x="4324" y="1800"/>
                  </a:lnTo>
                  <a:close/>
                  <a:moveTo>
                    <a:pt x="4400" y="1700"/>
                  </a:moveTo>
                  <a:lnTo>
                    <a:pt x="4400" y="1824"/>
                  </a:lnTo>
                  <a:lnTo>
                    <a:pt x="4524" y="1824"/>
                  </a:lnTo>
                  <a:lnTo>
                    <a:pt x="4524" y="1700"/>
                  </a:lnTo>
                  <a:close/>
                  <a:moveTo>
                    <a:pt x="6124" y="1600"/>
                  </a:moveTo>
                  <a:lnTo>
                    <a:pt x="5900" y="1600"/>
                  </a:lnTo>
                  <a:lnTo>
                    <a:pt x="5874" y="1700"/>
                  </a:lnTo>
                  <a:lnTo>
                    <a:pt x="5600" y="1700"/>
                  </a:lnTo>
                  <a:lnTo>
                    <a:pt x="5600" y="1824"/>
                  </a:lnTo>
                  <a:lnTo>
                    <a:pt x="5924" y="1824"/>
                  </a:lnTo>
                  <a:lnTo>
                    <a:pt x="5950" y="1724"/>
                  </a:lnTo>
                  <a:lnTo>
                    <a:pt x="6124" y="1724"/>
                  </a:lnTo>
                  <a:close/>
                  <a:moveTo>
                    <a:pt x="4600" y="1600"/>
                  </a:moveTo>
                  <a:lnTo>
                    <a:pt x="4600" y="1724"/>
                  </a:lnTo>
                  <a:lnTo>
                    <a:pt x="4824" y="1724"/>
                  </a:lnTo>
                  <a:lnTo>
                    <a:pt x="4824" y="1600"/>
                  </a:lnTo>
                  <a:close/>
                  <a:moveTo>
                    <a:pt x="2200" y="1600"/>
                  </a:moveTo>
                  <a:lnTo>
                    <a:pt x="2200" y="1924"/>
                  </a:lnTo>
                  <a:lnTo>
                    <a:pt x="2374" y="1924"/>
                  </a:lnTo>
                  <a:lnTo>
                    <a:pt x="2400" y="1950"/>
                  </a:lnTo>
                  <a:lnTo>
                    <a:pt x="2400" y="2224"/>
                  </a:lnTo>
                  <a:lnTo>
                    <a:pt x="2524" y="2224"/>
                  </a:lnTo>
                  <a:lnTo>
                    <a:pt x="2550" y="2124"/>
                  </a:lnTo>
                  <a:lnTo>
                    <a:pt x="3224" y="2124"/>
                  </a:lnTo>
                  <a:lnTo>
                    <a:pt x="3250" y="2024"/>
                  </a:lnTo>
                  <a:lnTo>
                    <a:pt x="3474" y="2024"/>
                  </a:lnTo>
                  <a:lnTo>
                    <a:pt x="3500" y="2050"/>
                  </a:lnTo>
                  <a:lnTo>
                    <a:pt x="3474" y="2100"/>
                  </a:lnTo>
                  <a:lnTo>
                    <a:pt x="3400" y="2100"/>
                  </a:lnTo>
                  <a:lnTo>
                    <a:pt x="3374" y="2200"/>
                  </a:lnTo>
                  <a:lnTo>
                    <a:pt x="3300" y="2200"/>
                  </a:lnTo>
                  <a:lnTo>
                    <a:pt x="3274" y="2300"/>
                  </a:lnTo>
                  <a:lnTo>
                    <a:pt x="3200" y="2300"/>
                  </a:lnTo>
                  <a:lnTo>
                    <a:pt x="3174" y="2400"/>
                  </a:lnTo>
                  <a:lnTo>
                    <a:pt x="3050" y="2400"/>
                  </a:lnTo>
                  <a:lnTo>
                    <a:pt x="3024" y="2300"/>
                  </a:lnTo>
                  <a:lnTo>
                    <a:pt x="2800" y="2300"/>
                  </a:lnTo>
                  <a:lnTo>
                    <a:pt x="2774" y="2400"/>
                  </a:lnTo>
                  <a:lnTo>
                    <a:pt x="2650" y="2400"/>
                  </a:lnTo>
                  <a:lnTo>
                    <a:pt x="2624" y="2300"/>
                  </a:lnTo>
                  <a:lnTo>
                    <a:pt x="2350" y="2300"/>
                  </a:lnTo>
                  <a:lnTo>
                    <a:pt x="2324" y="2200"/>
                  </a:lnTo>
                  <a:lnTo>
                    <a:pt x="2200" y="2200"/>
                  </a:lnTo>
                  <a:lnTo>
                    <a:pt x="2200" y="2324"/>
                  </a:lnTo>
                  <a:lnTo>
                    <a:pt x="2274" y="2324"/>
                  </a:lnTo>
                  <a:lnTo>
                    <a:pt x="2300" y="2424"/>
                  </a:lnTo>
                  <a:lnTo>
                    <a:pt x="2574" y="2424"/>
                  </a:lnTo>
                  <a:lnTo>
                    <a:pt x="2600" y="2524"/>
                  </a:lnTo>
                  <a:lnTo>
                    <a:pt x="2924" y="2524"/>
                  </a:lnTo>
                  <a:lnTo>
                    <a:pt x="2924" y="2450"/>
                  </a:lnTo>
                  <a:lnTo>
                    <a:pt x="2974" y="2424"/>
                  </a:lnTo>
                  <a:lnTo>
                    <a:pt x="3000" y="2450"/>
                  </a:lnTo>
                  <a:lnTo>
                    <a:pt x="3000" y="2624"/>
                  </a:lnTo>
                  <a:lnTo>
                    <a:pt x="3724" y="2624"/>
                  </a:lnTo>
                  <a:lnTo>
                    <a:pt x="3724" y="2400"/>
                  </a:lnTo>
                  <a:lnTo>
                    <a:pt x="3500" y="2400"/>
                  </a:lnTo>
                  <a:lnTo>
                    <a:pt x="3474" y="2500"/>
                  </a:lnTo>
                  <a:lnTo>
                    <a:pt x="3350" y="2500"/>
                  </a:lnTo>
                  <a:lnTo>
                    <a:pt x="3324" y="2450"/>
                  </a:lnTo>
                  <a:lnTo>
                    <a:pt x="3424" y="2424"/>
                  </a:lnTo>
                  <a:lnTo>
                    <a:pt x="3450" y="2324"/>
                  </a:lnTo>
                  <a:lnTo>
                    <a:pt x="3624" y="2324"/>
                  </a:lnTo>
                  <a:lnTo>
                    <a:pt x="3650" y="2224"/>
                  </a:lnTo>
                  <a:lnTo>
                    <a:pt x="3974" y="2224"/>
                  </a:lnTo>
                  <a:lnTo>
                    <a:pt x="4000" y="2274"/>
                  </a:lnTo>
                  <a:lnTo>
                    <a:pt x="3900" y="2300"/>
                  </a:lnTo>
                  <a:lnTo>
                    <a:pt x="3900" y="2424"/>
                  </a:lnTo>
                  <a:lnTo>
                    <a:pt x="4224" y="2424"/>
                  </a:lnTo>
                  <a:lnTo>
                    <a:pt x="4250" y="2324"/>
                  </a:lnTo>
                  <a:lnTo>
                    <a:pt x="4524" y="2324"/>
                  </a:lnTo>
                  <a:lnTo>
                    <a:pt x="4550" y="2224"/>
                  </a:lnTo>
                  <a:lnTo>
                    <a:pt x="4774" y="2224"/>
                  </a:lnTo>
                  <a:lnTo>
                    <a:pt x="4800" y="2324"/>
                  </a:lnTo>
                  <a:lnTo>
                    <a:pt x="4900" y="2350"/>
                  </a:lnTo>
                  <a:lnTo>
                    <a:pt x="4900" y="2524"/>
                  </a:lnTo>
                  <a:lnTo>
                    <a:pt x="4974" y="2524"/>
                  </a:lnTo>
                  <a:lnTo>
                    <a:pt x="5000" y="2624"/>
                  </a:lnTo>
                  <a:lnTo>
                    <a:pt x="5424" y="2624"/>
                  </a:lnTo>
                  <a:lnTo>
                    <a:pt x="5424" y="2500"/>
                  </a:lnTo>
                  <a:lnTo>
                    <a:pt x="5050" y="2500"/>
                  </a:lnTo>
                  <a:lnTo>
                    <a:pt x="5024" y="2474"/>
                  </a:lnTo>
                  <a:lnTo>
                    <a:pt x="5050" y="2424"/>
                  </a:lnTo>
                  <a:lnTo>
                    <a:pt x="5324" y="2424"/>
                  </a:lnTo>
                  <a:lnTo>
                    <a:pt x="5324" y="2300"/>
                  </a:lnTo>
                  <a:lnTo>
                    <a:pt x="5050" y="2300"/>
                  </a:lnTo>
                  <a:lnTo>
                    <a:pt x="5024" y="2274"/>
                  </a:lnTo>
                  <a:lnTo>
                    <a:pt x="5024" y="2100"/>
                  </a:lnTo>
                  <a:lnTo>
                    <a:pt x="4850" y="2100"/>
                  </a:lnTo>
                  <a:lnTo>
                    <a:pt x="4824" y="2000"/>
                  </a:lnTo>
                  <a:lnTo>
                    <a:pt x="4700" y="2000"/>
                  </a:lnTo>
                  <a:lnTo>
                    <a:pt x="4674" y="2100"/>
                  </a:lnTo>
                  <a:lnTo>
                    <a:pt x="4400" y="2100"/>
                  </a:lnTo>
                  <a:lnTo>
                    <a:pt x="4374" y="2200"/>
                  </a:lnTo>
                  <a:lnTo>
                    <a:pt x="4200" y="2200"/>
                  </a:lnTo>
                  <a:lnTo>
                    <a:pt x="4200" y="2274"/>
                  </a:lnTo>
                  <a:lnTo>
                    <a:pt x="4150" y="2300"/>
                  </a:lnTo>
                  <a:lnTo>
                    <a:pt x="4124" y="2200"/>
                  </a:lnTo>
                  <a:lnTo>
                    <a:pt x="4024" y="2174"/>
                  </a:lnTo>
                  <a:lnTo>
                    <a:pt x="4024" y="2100"/>
                  </a:lnTo>
                  <a:lnTo>
                    <a:pt x="3850" y="2100"/>
                  </a:lnTo>
                  <a:lnTo>
                    <a:pt x="3824" y="2000"/>
                  </a:lnTo>
                  <a:lnTo>
                    <a:pt x="3550" y="2000"/>
                  </a:lnTo>
                  <a:lnTo>
                    <a:pt x="3524" y="1900"/>
                  </a:lnTo>
                  <a:lnTo>
                    <a:pt x="3250" y="1900"/>
                  </a:lnTo>
                  <a:lnTo>
                    <a:pt x="3224" y="1800"/>
                  </a:lnTo>
                  <a:lnTo>
                    <a:pt x="2950" y="1800"/>
                  </a:lnTo>
                  <a:lnTo>
                    <a:pt x="2924" y="1700"/>
                  </a:lnTo>
                  <a:lnTo>
                    <a:pt x="2650" y="1700"/>
                  </a:lnTo>
                  <a:lnTo>
                    <a:pt x="2624" y="1600"/>
                  </a:lnTo>
                  <a:close/>
                  <a:moveTo>
                    <a:pt x="2324" y="1750"/>
                  </a:moveTo>
                  <a:lnTo>
                    <a:pt x="2350" y="1724"/>
                  </a:lnTo>
                  <a:lnTo>
                    <a:pt x="2574" y="1724"/>
                  </a:lnTo>
                  <a:lnTo>
                    <a:pt x="2600" y="1824"/>
                  </a:lnTo>
                  <a:lnTo>
                    <a:pt x="2874" y="1824"/>
                  </a:lnTo>
                  <a:lnTo>
                    <a:pt x="2900" y="1924"/>
                  </a:lnTo>
                  <a:lnTo>
                    <a:pt x="3174" y="1924"/>
                  </a:lnTo>
                  <a:lnTo>
                    <a:pt x="3200" y="1974"/>
                  </a:lnTo>
                  <a:lnTo>
                    <a:pt x="3174" y="2000"/>
                  </a:lnTo>
                  <a:lnTo>
                    <a:pt x="2850" y="2000"/>
                  </a:lnTo>
                  <a:lnTo>
                    <a:pt x="2824" y="1900"/>
                  </a:lnTo>
                  <a:lnTo>
                    <a:pt x="2450" y="1900"/>
                  </a:lnTo>
                  <a:lnTo>
                    <a:pt x="2424" y="1800"/>
                  </a:lnTo>
                  <a:lnTo>
                    <a:pt x="2350" y="1800"/>
                  </a:lnTo>
                  <a:close/>
                  <a:moveTo>
                    <a:pt x="3600" y="1724"/>
                  </a:moveTo>
                  <a:lnTo>
                    <a:pt x="3824" y="1724"/>
                  </a:lnTo>
                  <a:lnTo>
                    <a:pt x="3850" y="1624"/>
                  </a:lnTo>
                  <a:lnTo>
                    <a:pt x="3974" y="1624"/>
                  </a:lnTo>
                  <a:lnTo>
                    <a:pt x="4000" y="1674"/>
                  </a:lnTo>
                  <a:lnTo>
                    <a:pt x="3900" y="1700"/>
                  </a:lnTo>
                  <a:lnTo>
                    <a:pt x="3900" y="1824"/>
                  </a:lnTo>
                  <a:lnTo>
                    <a:pt x="4024" y="1824"/>
                  </a:lnTo>
                  <a:lnTo>
                    <a:pt x="4050" y="1724"/>
                  </a:lnTo>
                  <a:lnTo>
                    <a:pt x="4224" y="1724"/>
                  </a:lnTo>
                  <a:lnTo>
                    <a:pt x="4224" y="1650"/>
                  </a:lnTo>
                  <a:lnTo>
                    <a:pt x="4324" y="1624"/>
                  </a:lnTo>
                  <a:lnTo>
                    <a:pt x="4324" y="1500"/>
                  </a:lnTo>
                  <a:lnTo>
                    <a:pt x="3950" y="1500"/>
                  </a:lnTo>
                  <a:lnTo>
                    <a:pt x="3924" y="1400"/>
                  </a:lnTo>
                  <a:lnTo>
                    <a:pt x="3800" y="1400"/>
                  </a:lnTo>
                  <a:lnTo>
                    <a:pt x="3800" y="1574"/>
                  </a:lnTo>
                  <a:lnTo>
                    <a:pt x="3774" y="1600"/>
                  </a:lnTo>
                  <a:lnTo>
                    <a:pt x="3600" y="1600"/>
                  </a:lnTo>
                  <a:close/>
                  <a:moveTo>
                    <a:pt x="5300" y="1200"/>
                  </a:moveTo>
                  <a:lnTo>
                    <a:pt x="5300" y="1324"/>
                  </a:lnTo>
                  <a:lnTo>
                    <a:pt x="5574" y="1324"/>
                  </a:lnTo>
                  <a:lnTo>
                    <a:pt x="5600" y="1424"/>
                  </a:lnTo>
                  <a:lnTo>
                    <a:pt x="5724" y="1424"/>
                  </a:lnTo>
                  <a:lnTo>
                    <a:pt x="5724" y="1350"/>
                  </a:lnTo>
                  <a:lnTo>
                    <a:pt x="5824" y="1324"/>
                  </a:lnTo>
                  <a:lnTo>
                    <a:pt x="5824" y="1200"/>
                  </a:lnTo>
                  <a:close/>
                  <a:moveTo>
                    <a:pt x="4100" y="1200"/>
                  </a:moveTo>
                  <a:lnTo>
                    <a:pt x="4100" y="1324"/>
                  </a:lnTo>
                  <a:lnTo>
                    <a:pt x="4274" y="1324"/>
                  </a:lnTo>
                  <a:lnTo>
                    <a:pt x="4300" y="1424"/>
                  </a:lnTo>
                  <a:lnTo>
                    <a:pt x="4774" y="1424"/>
                  </a:lnTo>
                  <a:lnTo>
                    <a:pt x="4800" y="1524"/>
                  </a:lnTo>
                  <a:lnTo>
                    <a:pt x="4900" y="1550"/>
                  </a:lnTo>
                  <a:lnTo>
                    <a:pt x="4900" y="1624"/>
                  </a:lnTo>
                  <a:lnTo>
                    <a:pt x="5124" y="1624"/>
                  </a:lnTo>
                  <a:lnTo>
                    <a:pt x="5124" y="1500"/>
                  </a:lnTo>
                  <a:lnTo>
                    <a:pt x="4950" y="1500"/>
                  </a:lnTo>
                  <a:lnTo>
                    <a:pt x="4924" y="1474"/>
                  </a:lnTo>
                  <a:lnTo>
                    <a:pt x="4950" y="1424"/>
                  </a:lnTo>
                  <a:lnTo>
                    <a:pt x="5174" y="1424"/>
                  </a:lnTo>
                  <a:lnTo>
                    <a:pt x="5200" y="1524"/>
                  </a:lnTo>
                  <a:lnTo>
                    <a:pt x="5424" y="1524"/>
                  </a:lnTo>
                  <a:lnTo>
                    <a:pt x="5424" y="1400"/>
                  </a:lnTo>
                  <a:lnTo>
                    <a:pt x="5250" y="1400"/>
                  </a:lnTo>
                  <a:lnTo>
                    <a:pt x="5224" y="1300"/>
                  </a:lnTo>
                  <a:lnTo>
                    <a:pt x="4450" y="1300"/>
                  </a:lnTo>
                  <a:lnTo>
                    <a:pt x="4424" y="1200"/>
                  </a:lnTo>
                  <a:close/>
                  <a:moveTo>
                    <a:pt x="4700" y="1100"/>
                  </a:moveTo>
                  <a:lnTo>
                    <a:pt x="4700" y="1224"/>
                  </a:lnTo>
                  <a:lnTo>
                    <a:pt x="5024" y="1224"/>
                  </a:lnTo>
                  <a:lnTo>
                    <a:pt x="5024" y="1100"/>
                  </a:lnTo>
                  <a:close/>
                  <a:moveTo>
                    <a:pt x="2800" y="1424"/>
                  </a:moveTo>
                  <a:lnTo>
                    <a:pt x="2974" y="1424"/>
                  </a:lnTo>
                  <a:lnTo>
                    <a:pt x="3000" y="1524"/>
                  </a:lnTo>
                  <a:lnTo>
                    <a:pt x="3274" y="1524"/>
                  </a:lnTo>
                  <a:lnTo>
                    <a:pt x="3300" y="1624"/>
                  </a:lnTo>
                  <a:lnTo>
                    <a:pt x="3524" y="1624"/>
                  </a:lnTo>
                  <a:lnTo>
                    <a:pt x="3524" y="1500"/>
                  </a:lnTo>
                  <a:lnTo>
                    <a:pt x="3350" y="1500"/>
                  </a:lnTo>
                  <a:lnTo>
                    <a:pt x="3324" y="1450"/>
                  </a:lnTo>
                  <a:lnTo>
                    <a:pt x="3350" y="1424"/>
                  </a:lnTo>
                  <a:lnTo>
                    <a:pt x="3624" y="1424"/>
                  </a:lnTo>
                  <a:lnTo>
                    <a:pt x="3624" y="1250"/>
                  </a:lnTo>
                  <a:lnTo>
                    <a:pt x="3650" y="1224"/>
                  </a:lnTo>
                  <a:lnTo>
                    <a:pt x="3824" y="1224"/>
                  </a:lnTo>
                  <a:lnTo>
                    <a:pt x="3824" y="1100"/>
                  </a:lnTo>
                  <a:lnTo>
                    <a:pt x="3750" y="1100"/>
                  </a:lnTo>
                  <a:lnTo>
                    <a:pt x="3724" y="1000"/>
                  </a:lnTo>
                  <a:lnTo>
                    <a:pt x="3000" y="1000"/>
                  </a:lnTo>
                  <a:lnTo>
                    <a:pt x="3000" y="1124"/>
                  </a:lnTo>
                  <a:lnTo>
                    <a:pt x="3474" y="1124"/>
                  </a:lnTo>
                  <a:lnTo>
                    <a:pt x="3500" y="1174"/>
                  </a:lnTo>
                  <a:lnTo>
                    <a:pt x="3474" y="1200"/>
                  </a:lnTo>
                  <a:lnTo>
                    <a:pt x="3300" y="1200"/>
                  </a:lnTo>
                  <a:lnTo>
                    <a:pt x="3300" y="1274"/>
                  </a:lnTo>
                  <a:lnTo>
                    <a:pt x="3200" y="1300"/>
                  </a:lnTo>
                  <a:lnTo>
                    <a:pt x="3174" y="1400"/>
                  </a:lnTo>
                  <a:lnTo>
                    <a:pt x="3050" y="1400"/>
                  </a:lnTo>
                  <a:lnTo>
                    <a:pt x="3024" y="1300"/>
                  </a:lnTo>
                  <a:lnTo>
                    <a:pt x="2800" y="1300"/>
                  </a:lnTo>
                  <a:close/>
                  <a:moveTo>
                    <a:pt x="6600" y="900"/>
                  </a:moveTo>
                  <a:lnTo>
                    <a:pt x="6600" y="1024"/>
                  </a:lnTo>
                  <a:lnTo>
                    <a:pt x="6924" y="1024"/>
                  </a:lnTo>
                  <a:lnTo>
                    <a:pt x="6924" y="900"/>
                  </a:lnTo>
                  <a:lnTo>
                    <a:pt x="6850" y="900"/>
                  </a:lnTo>
                  <a:lnTo>
                    <a:pt x="6824" y="800"/>
                  </a:lnTo>
                  <a:lnTo>
                    <a:pt x="6700" y="800"/>
                  </a:lnTo>
                  <a:lnTo>
                    <a:pt x="6700" y="874"/>
                  </a:lnTo>
                  <a:close/>
                  <a:moveTo>
                    <a:pt x="2824" y="800"/>
                  </a:moveTo>
                  <a:lnTo>
                    <a:pt x="2700" y="800"/>
                  </a:lnTo>
                  <a:lnTo>
                    <a:pt x="2700" y="874"/>
                  </a:lnTo>
                  <a:lnTo>
                    <a:pt x="2600" y="900"/>
                  </a:lnTo>
                  <a:lnTo>
                    <a:pt x="2574" y="1000"/>
                  </a:lnTo>
                  <a:lnTo>
                    <a:pt x="2450" y="1000"/>
                  </a:lnTo>
                  <a:lnTo>
                    <a:pt x="2424" y="900"/>
                  </a:lnTo>
                  <a:lnTo>
                    <a:pt x="2200" y="900"/>
                  </a:lnTo>
                  <a:lnTo>
                    <a:pt x="2174" y="1000"/>
                  </a:lnTo>
                  <a:lnTo>
                    <a:pt x="1900" y="1000"/>
                  </a:lnTo>
                  <a:lnTo>
                    <a:pt x="1900" y="1124"/>
                  </a:lnTo>
                  <a:lnTo>
                    <a:pt x="2074" y="1124"/>
                  </a:lnTo>
                  <a:lnTo>
                    <a:pt x="2100" y="1224"/>
                  </a:lnTo>
                  <a:lnTo>
                    <a:pt x="2374" y="1224"/>
                  </a:lnTo>
                  <a:lnTo>
                    <a:pt x="2400" y="1324"/>
                  </a:lnTo>
                  <a:lnTo>
                    <a:pt x="2724" y="1324"/>
                  </a:lnTo>
                  <a:lnTo>
                    <a:pt x="2724" y="1200"/>
                  </a:lnTo>
                  <a:lnTo>
                    <a:pt x="2550" y="1200"/>
                  </a:lnTo>
                  <a:lnTo>
                    <a:pt x="2524" y="1150"/>
                  </a:lnTo>
                  <a:lnTo>
                    <a:pt x="2624" y="1124"/>
                  </a:lnTo>
                  <a:lnTo>
                    <a:pt x="2624" y="1050"/>
                  </a:lnTo>
                  <a:lnTo>
                    <a:pt x="2724" y="1024"/>
                  </a:lnTo>
                  <a:lnTo>
                    <a:pt x="2750" y="924"/>
                  </a:lnTo>
                  <a:lnTo>
                    <a:pt x="2824" y="924"/>
                  </a:lnTo>
                  <a:close/>
                  <a:moveTo>
                    <a:pt x="2324" y="1050"/>
                  </a:moveTo>
                  <a:lnTo>
                    <a:pt x="2374" y="1024"/>
                  </a:lnTo>
                  <a:lnTo>
                    <a:pt x="2400" y="1074"/>
                  </a:lnTo>
                  <a:lnTo>
                    <a:pt x="2350" y="1100"/>
                  </a:lnTo>
                  <a:close/>
                  <a:moveTo>
                    <a:pt x="1600" y="800"/>
                  </a:moveTo>
                  <a:lnTo>
                    <a:pt x="1600" y="1024"/>
                  </a:lnTo>
                  <a:lnTo>
                    <a:pt x="1824" y="1024"/>
                  </a:lnTo>
                  <a:lnTo>
                    <a:pt x="1824" y="900"/>
                  </a:lnTo>
                  <a:lnTo>
                    <a:pt x="1750" y="900"/>
                  </a:lnTo>
                  <a:lnTo>
                    <a:pt x="1724" y="800"/>
                  </a:lnTo>
                  <a:close/>
                  <a:moveTo>
                    <a:pt x="5724" y="700"/>
                  </a:moveTo>
                  <a:lnTo>
                    <a:pt x="5600" y="700"/>
                  </a:lnTo>
                  <a:lnTo>
                    <a:pt x="5574" y="800"/>
                  </a:lnTo>
                  <a:lnTo>
                    <a:pt x="5100" y="800"/>
                  </a:lnTo>
                  <a:lnTo>
                    <a:pt x="5100" y="924"/>
                  </a:lnTo>
                  <a:lnTo>
                    <a:pt x="5624" y="924"/>
                  </a:lnTo>
                  <a:lnTo>
                    <a:pt x="5624" y="850"/>
                  </a:lnTo>
                  <a:lnTo>
                    <a:pt x="5724" y="824"/>
                  </a:lnTo>
                  <a:close/>
                  <a:moveTo>
                    <a:pt x="2900" y="700"/>
                  </a:moveTo>
                  <a:lnTo>
                    <a:pt x="2900" y="824"/>
                  </a:lnTo>
                  <a:lnTo>
                    <a:pt x="3024" y="824"/>
                  </a:lnTo>
                  <a:lnTo>
                    <a:pt x="3024" y="700"/>
                  </a:lnTo>
                  <a:close/>
                  <a:moveTo>
                    <a:pt x="3200" y="600"/>
                  </a:moveTo>
                  <a:lnTo>
                    <a:pt x="3200" y="924"/>
                  </a:lnTo>
                  <a:lnTo>
                    <a:pt x="3424" y="924"/>
                  </a:lnTo>
                  <a:lnTo>
                    <a:pt x="3424" y="800"/>
                  </a:lnTo>
                  <a:lnTo>
                    <a:pt x="3324" y="774"/>
                  </a:lnTo>
                  <a:lnTo>
                    <a:pt x="3324" y="600"/>
                  </a:lnTo>
                  <a:close/>
                  <a:moveTo>
                    <a:pt x="5800" y="500"/>
                  </a:moveTo>
                  <a:lnTo>
                    <a:pt x="5800" y="624"/>
                  </a:lnTo>
                  <a:lnTo>
                    <a:pt x="5900" y="650"/>
                  </a:lnTo>
                  <a:lnTo>
                    <a:pt x="5874" y="700"/>
                  </a:lnTo>
                  <a:lnTo>
                    <a:pt x="5800" y="700"/>
                  </a:lnTo>
                  <a:lnTo>
                    <a:pt x="5800" y="824"/>
                  </a:lnTo>
                  <a:lnTo>
                    <a:pt x="5924" y="824"/>
                  </a:lnTo>
                  <a:lnTo>
                    <a:pt x="5950" y="724"/>
                  </a:lnTo>
                  <a:lnTo>
                    <a:pt x="6074" y="724"/>
                  </a:lnTo>
                  <a:lnTo>
                    <a:pt x="6100" y="824"/>
                  </a:lnTo>
                  <a:lnTo>
                    <a:pt x="6274" y="824"/>
                  </a:lnTo>
                  <a:lnTo>
                    <a:pt x="6300" y="850"/>
                  </a:lnTo>
                  <a:lnTo>
                    <a:pt x="6274" y="900"/>
                  </a:lnTo>
                  <a:lnTo>
                    <a:pt x="6000" y="900"/>
                  </a:lnTo>
                  <a:lnTo>
                    <a:pt x="6000" y="1024"/>
                  </a:lnTo>
                  <a:lnTo>
                    <a:pt x="6524" y="1024"/>
                  </a:lnTo>
                  <a:lnTo>
                    <a:pt x="6524" y="900"/>
                  </a:lnTo>
                  <a:lnTo>
                    <a:pt x="6424" y="874"/>
                  </a:lnTo>
                  <a:lnTo>
                    <a:pt x="6450" y="824"/>
                  </a:lnTo>
                  <a:lnTo>
                    <a:pt x="6524" y="824"/>
                  </a:lnTo>
                  <a:lnTo>
                    <a:pt x="6524" y="700"/>
                  </a:lnTo>
                  <a:lnTo>
                    <a:pt x="6350" y="700"/>
                  </a:lnTo>
                  <a:lnTo>
                    <a:pt x="6324" y="600"/>
                  </a:lnTo>
                  <a:lnTo>
                    <a:pt x="5950" y="600"/>
                  </a:lnTo>
                  <a:lnTo>
                    <a:pt x="5924" y="500"/>
                  </a:lnTo>
                  <a:close/>
                  <a:moveTo>
                    <a:pt x="3024" y="500"/>
                  </a:moveTo>
                  <a:lnTo>
                    <a:pt x="2950" y="500"/>
                  </a:lnTo>
                  <a:lnTo>
                    <a:pt x="2924" y="400"/>
                  </a:lnTo>
                  <a:lnTo>
                    <a:pt x="2800" y="400"/>
                  </a:lnTo>
                  <a:lnTo>
                    <a:pt x="2774" y="500"/>
                  </a:lnTo>
                  <a:lnTo>
                    <a:pt x="2400" y="500"/>
                  </a:lnTo>
                  <a:lnTo>
                    <a:pt x="2374" y="600"/>
                  </a:lnTo>
                  <a:lnTo>
                    <a:pt x="2100" y="600"/>
                  </a:lnTo>
                  <a:lnTo>
                    <a:pt x="2074" y="700"/>
                  </a:lnTo>
                  <a:lnTo>
                    <a:pt x="1900" y="700"/>
                  </a:lnTo>
                  <a:lnTo>
                    <a:pt x="1900" y="824"/>
                  </a:lnTo>
                  <a:lnTo>
                    <a:pt x="2324" y="824"/>
                  </a:lnTo>
                  <a:lnTo>
                    <a:pt x="2324" y="750"/>
                  </a:lnTo>
                  <a:lnTo>
                    <a:pt x="2424" y="724"/>
                  </a:lnTo>
                  <a:lnTo>
                    <a:pt x="2450" y="624"/>
                  </a:lnTo>
                  <a:lnTo>
                    <a:pt x="2574" y="624"/>
                  </a:lnTo>
                  <a:lnTo>
                    <a:pt x="2600" y="724"/>
                  </a:lnTo>
                  <a:lnTo>
                    <a:pt x="2824" y="724"/>
                  </a:lnTo>
                  <a:lnTo>
                    <a:pt x="2850" y="624"/>
                  </a:lnTo>
                  <a:lnTo>
                    <a:pt x="3024" y="624"/>
                  </a:lnTo>
                  <a:close/>
                  <a:moveTo>
                    <a:pt x="3100" y="300"/>
                  </a:moveTo>
                  <a:lnTo>
                    <a:pt x="3100" y="424"/>
                  </a:lnTo>
                  <a:lnTo>
                    <a:pt x="3324" y="424"/>
                  </a:lnTo>
                  <a:lnTo>
                    <a:pt x="3324" y="300"/>
                  </a:lnTo>
                  <a:close/>
                  <a:moveTo>
                    <a:pt x="3400" y="200"/>
                  </a:moveTo>
                  <a:lnTo>
                    <a:pt x="3400" y="324"/>
                  </a:lnTo>
                  <a:lnTo>
                    <a:pt x="3574" y="324"/>
                  </a:lnTo>
                  <a:lnTo>
                    <a:pt x="3600" y="350"/>
                  </a:lnTo>
                  <a:lnTo>
                    <a:pt x="3574" y="400"/>
                  </a:lnTo>
                  <a:lnTo>
                    <a:pt x="3400" y="400"/>
                  </a:lnTo>
                  <a:lnTo>
                    <a:pt x="3400" y="524"/>
                  </a:lnTo>
                  <a:lnTo>
                    <a:pt x="3474" y="524"/>
                  </a:lnTo>
                  <a:lnTo>
                    <a:pt x="3500" y="624"/>
                  </a:lnTo>
                  <a:lnTo>
                    <a:pt x="3600" y="650"/>
                  </a:lnTo>
                  <a:lnTo>
                    <a:pt x="3600" y="724"/>
                  </a:lnTo>
                  <a:lnTo>
                    <a:pt x="3774" y="724"/>
                  </a:lnTo>
                  <a:lnTo>
                    <a:pt x="3800" y="750"/>
                  </a:lnTo>
                  <a:lnTo>
                    <a:pt x="3800" y="1024"/>
                  </a:lnTo>
                  <a:lnTo>
                    <a:pt x="3874" y="1024"/>
                  </a:lnTo>
                  <a:lnTo>
                    <a:pt x="3900" y="1124"/>
                  </a:lnTo>
                  <a:lnTo>
                    <a:pt x="4224" y="1124"/>
                  </a:lnTo>
                  <a:lnTo>
                    <a:pt x="4224" y="1000"/>
                  </a:lnTo>
                  <a:lnTo>
                    <a:pt x="4050" y="1000"/>
                  </a:lnTo>
                  <a:lnTo>
                    <a:pt x="4024" y="974"/>
                  </a:lnTo>
                  <a:lnTo>
                    <a:pt x="4024" y="750"/>
                  </a:lnTo>
                  <a:lnTo>
                    <a:pt x="4050" y="724"/>
                  </a:lnTo>
                  <a:lnTo>
                    <a:pt x="4274" y="724"/>
                  </a:lnTo>
                  <a:lnTo>
                    <a:pt x="4300" y="824"/>
                  </a:lnTo>
                  <a:lnTo>
                    <a:pt x="4824" y="824"/>
                  </a:lnTo>
                  <a:lnTo>
                    <a:pt x="4850" y="724"/>
                  </a:lnTo>
                  <a:lnTo>
                    <a:pt x="5024" y="724"/>
                  </a:lnTo>
                  <a:lnTo>
                    <a:pt x="5050" y="624"/>
                  </a:lnTo>
                  <a:lnTo>
                    <a:pt x="5100" y="650"/>
                  </a:lnTo>
                  <a:lnTo>
                    <a:pt x="5100" y="724"/>
                  </a:lnTo>
                  <a:lnTo>
                    <a:pt x="5424" y="724"/>
                  </a:lnTo>
                  <a:lnTo>
                    <a:pt x="5450" y="624"/>
                  </a:lnTo>
                  <a:lnTo>
                    <a:pt x="5724" y="624"/>
                  </a:lnTo>
                  <a:lnTo>
                    <a:pt x="5724" y="400"/>
                  </a:lnTo>
                  <a:lnTo>
                    <a:pt x="5450" y="400"/>
                  </a:lnTo>
                  <a:lnTo>
                    <a:pt x="5424" y="300"/>
                  </a:lnTo>
                  <a:lnTo>
                    <a:pt x="5150" y="300"/>
                  </a:lnTo>
                  <a:lnTo>
                    <a:pt x="5124" y="200"/>
                  </a:lnTo>
                  <a:lnTo>
                    <a:pt x="4850" y="200"/>
                  </a:lnTo>
                  <a:lnTo>
                    <a:pt x="4824" y="100"/>
                  </a:lnTo>
                  <a:lnTo>
                    <a:pt x="4550" y="100"/>
                  </a:lnTo>
                  <a:lnTo>
                    <a:pt x="4524" y="0"/>
                  </a:lnTo>
                  <a:lnTo>
                    <a:pt x="4300" y="0"/>
                  </a:lnTo>
                  <a:lnTo>
                    <a:pt x="4300" y="124"/>
                  </a:lnTo>
                  <a:lnTo>
                    <a:pt x="4474" y="124"/>
                  </a:lnTo>
                  <a:lnTo>
                    <a:pt x="4500" y="224"/>
                  </a:lnTo>
                  <a:lnTo>
                    <a:pt x="4774" y="224"/>
                  </a:lnTo>
                  <a:lnTo>
                    <a:pt x="4800" y="250"/>
                  </a:lnTo>
                  <a:lnTo>
                    <a:pt x="4800" y="374"/>
                  </a:lnTo>
                  <a:lnTo>
                    <a:pt x="4700" y="400"/>
                  </a:lnTo>
                  <a:lnTo>
                    <a:pt x="4674" y="500"/>
                  </a:lnTo>
                  <a:lnTo>
                    <a:pt x="4600" y="500"/>
                  </a:lnTo>
                  <a:lnTo>
                    <a:pt x="4600" y="624"/>
                  </a:lnTo>
                  <a:lnTo>
                    <a:pt x="4724" y="624"/>
                  </a:lnTo>
                  <a:lnTo>
                    <a:pt x="4724" y="550"/>
                  </a:lnTo>
                  <a:lnTo>
                    <a:pt x="4750" y="524"/>
                  </a:lnTo>
                  <a:lnTo>
                    <a:pt x="4800" y="550"/>
                  </a:lnTo>
                  <a:lnTo>
                    <a:pt x="4800" y="674"/>
                  </a:lnTo>
                  <a:lnTo>
                    <a:pt x="4774" y="700"/>
                  </a:lnTo>
                  <a:lnTo>
                    <a:pt x="4350" y="700"/>
                  </a:lnTo>
                  <a:lnTo>
                    <a:pt x="4324" y="600"/>
                  </a:lnTo>
                  <a:lnTo>
                    <a:pt x="4000" y="600"/>
                  </a:lnTo>
                  <a:lnTo>
                    <a:pt x="4000" y="674"/>
                  </a:lnTo>
                  <a:lnTo>
                    <a:pt x="3950" y="700"/>
                  </a:lnTo>
                  <a:lnTo>
                    <a:pt x="3924" y="674"/>
                  </a:lnTo>
                  <a:lnTo>
                    <a:pt x="3924" y="500"/>
                  </a:lnTo>
                  <a:lnTo>
                    <a:pt x="3824" y="474"/>
                  </a:lnTo>
                  <a:lnTo>
                    <a:pt x="3850" y="424"/>
                  </a:lnTo>
                  <a:lnTo>
                    <a:pt x="3924" y="424"/>
                  </a:lnTo>
                  <a:lnTo>
                    <a:pt x="3924" y="300"/>
                  </a:lnTo>
                  <a:lnTo>
                    <a:pt x="3650" y="300"/>
                  </a:lnTo>
                  <a:lnTo>
                    <a:pt x="3624" y="274"/>
                  </a:lnTo>
                  <a:lnTo>
                    <a:pt x="3650" y="224"/>
                  </a:lnTo>
                  <a:lnTo>
                    <a:pt x="3924" y="224"/>
                  </a:lnTo>
                  <a:lnTo>
                    <a:pt x="3924" y="100"/>
                  </a:lnTo>
                  <a:lnTo>
                    <a:pt x="3600" y="100"/>
                  </a:lnTo>
                  <a:lnTo>
                    <a:pt x="3574" y="200"/>
                  </a:lnTo>
                  <a:close/>
                  <a:moveTo>
                    <a:pt x="4824" y="450"/>
                  </a:moveTo>
                  <a:lnTo>
                    <a:pt x="4850" y="424"/>
                  </a:lnTo>
                  <a:lnTo>
                    <a:pt x="5174" y="424"/>
                  </a:lnTo>
                  <a:lnTo>
                    <a:pt x="5200" y="524"/>
                  </a:lnTo>
                  <a:lnTo>
                    <a:pt x="5374" y="524"/>
                  </a:lnTo>
                  <a:lnTo>
                    <a:pt x="5400" y="574"/>
                  </a:lnTo>
                  <a:lnTo>
                    <a:pt x="5374" y="600"/>
                  </a:lnTo>
                  <a:lnTo>
                    <a:pt x="5150" y="600"/>
                  </a:lnTo>
                  <a:lnTo>
                    <a:pt x="5124" y="500"/>
                  </a:lnTo>
                  <a:lnTo>
                    <a:pt x="4850" y="500"/>
                  </a:lnTo>
                  <a:close/>
                  <a:moveTo>
                    <a:pt x="3624" y="450"/>
                  </a:moveTo>
                  <a:lnTo>
                    <a:pt x="3674" y="424"/>
                  </a:lnTo>
                  <a:lnTo>
                    <a:pt x="3700" y="474"/>
                  </a:lnTo>
                  <a:lnTo>
                    <a:pt x="3650" y="500"/>
                  </a:lnTo>
                  <a:close/>
                  <a:moveTo>
                    <a:pt x="4000" y="0"/>
                  </a:moveTo>
                  <a:lnTo>
                    <a:pt x="4000" y="224"/>
                  </a:lnTo>
                  <a:lnTo>
                    <a:pt x="4074" y="224"/>
                  </a:lnTo>
                  <a:lnTo>
                    <a:pt x="4100" y="324"/>
                  </a:lnTo>
                  <a:lnTo>
                    <a:pt x="4274" y="324"/>
                  </a:lnTo>
                  <a:lnTo>
                    <a:pt x="4300" y="350"/>
                  </a:lnTo>
                  <a:lnTo>
                    <a:pt x="4274" y="400"/>
                  </a:lnTo>
                  <a:lnTo>
                    <a:pt x="4100" y="400"/>
                  </a:lnTo>
                  <a:lnTo>
                    <a:pt x="4100" y="524"/>
                  </a:lnTo>
                  <a:lnTo>
                    <a:pt x="4424" y="524"/>
                  </a:lnTo>
                  <a:lnTo>
                    <a:pt x="4424" y="450"/>
                  </a:lnTo>
                  <a:lnTo>
                    <a:pt x="4524" y="424"/>
                  </a:lnTo>
                  <a:lnTo>
                    <a:pt x="4524" y="300"/>
                  </a:lnTo>
                  <a:lnTo>
                    <a:pt x="4450" y="300"/>
                  </a:lnTo>
                  <a:lnTo>
                    <a:pt x="4424" y="200"/>
                  </a:lnTo>
                  <a:lnTo>
                    <a:pt x="4150" y="200"/>
                  </a:lnTo>
                  <a:lnTo>
                    <a:pt x="4124" y="150"/>
                  </a:lnTo>
                  <a:lnTo>
                    <a:pt x="4224" y="124"/>
                  </a:lnTo>
                  <a:lnTo>
                    <a:pt x="4224" y="0"/>
                  </a:lnTo>
                  <a:close/>
                </a:path>
              </a:pathLst>
            </a:custGeom>
            <a:solidFill>
              <a:srgbClr val="222D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1" name="Annotation MLLM illustration color 27"/>
            <p:cNvSpPr/>
            <p:nvPr/>
          </p:nvSpPr>
          <p:spPr>
            <a:xfrm>
              <a:off x="9769267" y="4740067"/>
              <a:ext cx="541691" cy="523403"/>
            </a:xfrm>
            <a:custGeom>
              <a:avLst/>
              <a:gdLst/>
              <a:ahLst/>
              <a:cxnLst/>
              <a:rect l="l" t="t" r="r" b="b"/>
              <a:pathLst>
                <a:path w="5924" h="5724">
                  <a:moveTo>
                    <a:pt x="2300" y="5600"/>
                  </a:moveTo>
                  <a:lnTo>
                    <a:pt x="2300" y="5724"/>
                  </a:lnTo>
                  <a:lnTo>
                    <a:pt x="2424" y="5724"/>
                  </a:lnTo>
                  <a:lnTo>
                    <a:pt x="2424" y="5600"/>
                  </a:lnTo>
                  <a:close/>
                  <a:moveTo>
                    <a:pt x="4600" y="4400"/>
                  </a:moveTo>
                  <a:lnTo>
                    <a:pt x="4600" y="4524"/>
                  </a:lnTo>
                  <a:lnTo>
                    <a:pt x="4824" y="4524"/>
                  </a:lnTo>
                  <a:lnTo>
                    <a:pt x="4824" y="4400"/>
                  </a:lnTo>
                  <a:close/>
                  <a:moveTo>
                    <a:pt x="1000" y="4400"/>
                  </a:moveTo>
                  <a:lnTo>
                    <a:pt x="1000" y="4524"/>
                  </a:lnTo>
                  <a:lnTo>
                    <a:pt x="1124" y="4524"/>
                  </a:lnTo>
                  <a:lnTo>
                    <a:pt x="1124" y="4400"/>
                  </a:lnTo>
                  <a:close/>
                  <a:moveTo>
                    <a:pt x="5500" y="4300"/>
                  </a:moveTo>
                  <a:lnTo>
                    <a:pt x="5500" y="4424"/>
                  </a:lnTo>
                  <a:lnTo>
                    <a:pt x="5624" y="4424"/>
                  </a:lnTo>
                  <a:lnTo>
                    <a:pt x="5624" y="4300"/>
                  </a:lnTo>
                  <a:close/>
                  <a:moveTo>
                    <a:pt x="100" y="4300"/>
                  </a:moveTo>
                  <a:lnTo>
                    <a:pt x="100" y="4424"/>
                  </a:lnTo>
                  <a:lnTo>
                    <a:pt x="224" y="4424"/>
                  </a:lnTo>
                  <a:lnTo>
                    <a:pt x="224" y="4300"/>
                  </a:lnTo>
                  <a:close/>
                  <a:moveTo>
                    <a:pt x="0" y="3900"/>
                  </a:moveTo>
                  <a:lnTo>
                    <a:pt x="0" y="4024"/>
                  </a:lnTo>
                  <a:lnTo>
                    <a:pt x="124" y="4024"/>
                  </a:lnTo>
                  <a:lnTo>
                    <a:pt x="124" y="3900"/>
                  </a:lnTo>
                  <a:close/>
                  <a:moveTo>
                    <a:pt x="700" y="3800"/>
                  </a:moveTo>
                  <a:lnTo>
                    <a:pt x="700" y="3924"/>
                  </a:lnTo>
                  <a:lnTo>
                    <a:pt x="824" y="3924"/>
                  </a:lnTo>
                  <a:lnTo>
                    <a:pt x="824" y="3800"/>
                  </a:lnTo>
                  <a:close/>
                  <a:moveTo>
                    <a:pt x="5500" y="3600"/>
                  </a:moveTo>
                  <a:lnTo>
                    <a:pt x="5500" y="3724"/>
                  </a:lnTo>
                  <a:lnTo>
                    <a:pt x="5624" y="3724"/>
                  </a:lnTo>
                  <a:lnTo>
                    <a:pt x="5624" y="3600"/>
                  </a:lnTo>
                  <a:close/>
                  <a:moveTo>
                    <a:pt x="2200" y="2600"/>
                  </a:moveTo>
                  <a:lnTo>
                    <a:pt x="2200" y="2724"/>
                  </a:lnTo>
                  <a:lnTo>
                    <a:pt x="2274" y="2724"/>
                  </a:lnTo>
                  <a:lnTo>
                    <a:pt x="2300" y="2824"/>
                  </a:lnTo>
                  <a:lnTo>
                    <a:pt x="2424" y="2824"/>
                  </a:lnTo>
                  <a:lnTo>
                    <a:pt x="2424" y="2700"/>
                  </a:lnTo>
                  <a:lnTo>
                    <a:pt x="2350" y="2700"/>
                  </a:lnTo>
                  <a:lnTo>
                    <a:pt x="2324" y="2600"/>
                  </a:lnTo>
                  <a:close/>
                  <a:moveTo>
                    <a:pt x="4300" y="2100"/>
                  </a:moveTo>
                  <a:lnTo>
                    <a:pt x="4300" y="2224"/>
                  </a:lnTo>
                  <a:lnTo>
                    <a:pt x="4424" y="2224"/>
                  </a:lnTo>
                  <a:lnTo>
                    <a:pt x="4424" y="2100"/>
                  </a:lnTo>
                  <a:close/>
                  <a:moveTo>
                    <a:pt x="1400" y="2100"/>
                  </a:moveTo>
                  <a:lnTo>
                    <a:pt x="1400" y="2224"/>
                  </a:lnTo>
                  <a:lnTo>
                    <a:pt x="1524" y="2224"/>
                  </a:lnTo>
                  <a:lnTo>
                    <a:pt x="1524" y="2100"/>
                  </a:lnTo>
                  <a:close/>
                  <a:moveTo>
                    <a:pt x="4900" y="2000"/>
                  </a:moveTo>
                  <a:lnTo>
                    <a:pt x="4900" y="2124"/>
                  </a:lnTo>
                  <a:lnTo>
                    <a:pt x="5024" y="2124"/>
                  </a:lnTo>
                  <a:lnTo>
                    <a:pt x="5024" y="2000"/>
                  </a:lnTo>
                  <a:close/>
                  <a:moveTo>
                    <a:pt x="5300" y="700"/>
                  </a:moveTo>
                  <a:lnTo>
                    <a:pt x="5300" y="824"/>
                  </a:lnTo>
                  <a:lnTo>
                    <a:pt x="5424" y="824"/>
                  </a:lnTo>
                  <a:lnTo>
                    <a:pt x="5424" y="700"/>
                  </a:lnTo>
                  <a:close/>
                  <a:moveTo>
                    <a:pt x="700" y="400"/>
                  </a:moveTo>
                  <a:lnTo>
                    <a:pt x="700" y="524"/>
                  </a:lnTo>
                  <a:lnTo>
                    <a:pt x="824" y="524"/>
                  </a:lnTo>
                  <a:lnTo>
                    <a:pt x="824" y="400"/>
                  </a:lnTo>
                  <a:close/>
                  <a:moveTo>
                    <a:pt x="5200" y="100"/>
                  </a:moveTo>
                  <a:lnTo>
                    <a:pt x="5200" y="224"/>
                  </a:lnTo>
                  <a:lnTo>
                    <a:pt x="5324" y="224"/>
                  </a:lnTo>
                  <a:lnTo>
                    <a:pt x="5324" y="100"/>
                  </a:lnTo>
                  <a:close/>
                  <a:moveTo>
                    <a:pt x="5700" y="0"/>
                  </a:moveTo>
                  <a:lnTo>
                    <a:pt x="5700" y="124"/>
                  </a:lnTo>
                  <a:lnTo>
                    <a:pt x="5924" y="124"/>
                  </a:lnTo>
                  <a:lnTo>
                    <a:pt x="5924" y="0"/>
                  </a:lnTo>
                  <a:close/>
                </a:path>
              </a:pathLst>
            </a:custGeom>
            <a:solidFill>
              <a:srgbClr val="89AB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72" name="Annotation"/>
          <p:cNvSpPr txBox="1"/>
          <p:nvPr/>
        </p:nvSpPr>
        <p:spPr>
          <a:xfrm>
            <a:off x="9464040" y="5422392"/>
            <a:ext cx="1216152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Annotation</a:t>
            </a:r>
          </a:p>
        </p:txBody>
      </p:sp>
      <p:sp>
        <p:nvSpPr>
          <p:cNvPr id="673" name="MLLM"/>
          <p:cNvSpPr txBox="1"/>
          <p:nvPr/>
        </p:nvSpPr>
        <p:spPr>
          <a:xfrm>
            <a:off x="9518904" y="5678424"/>
            <a:ext cx="1124712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MLLM</a:t>
            </a:r>
          </a:p>
        </p:txBody>
      </p:sp>
      <p:cxnSp>
        <p:nvCxnSpPr>
          <p:cNvPr id="674" name="Flow connector"/>
          <p:cNvCxnSpPr/>
          <p:nvPr/>
        </p:nvCxnSpPr>
        <p:spPr>
          <a:xfrm>
            <a:off x="10424160" y="5010912"/>
            <a:ext cx="320040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" name="Arrowhead"/>
          <p:cNvSpPr/>
          <p:nvPr/>
        </p:nvSpPr>
        <p:spPr>
          <a:xfrm>
            <a:off x="10661904" y="4969764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Synthetic dataset"/>
          <p:cNvSpPr/>
          <p:nvPr/>
        </p:nvSpPr>
        <p:spPr>
          <a:xfrm>
            <a:off x="10744200" y="4434840"/>
            <a:ext cx="1152144" cy="1161288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45719">
            <a:solidFill>
              <a:srgbClr val="1B8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Document icon"/>
          <p:cNvSpPr/>
          <p:nvPr/>
        </p:nvSpPr>
        <p:spPr>
          <a:xfrm>
            <a:off x="10936224" y="4544568"/>
            <a:ext cx="347472" cy="448056"/>
          </a:xfrm>
          <a:custGeom>
            <a:avLst/>
            <a:gdLst/>
            <a:ahLst/>
            <a:cxnLst/>
            <a:rect l="l" t="t" r="r" b="b"/>
            <a:pathLst>
              <a:path w="3800" h="4900">
                <a:moveTo>
                  <a:pt x="300" y="0"/>
                </a:moveTo>
                <a:lnTo>
                  <a:pt x="2394" y="0"/>
                </a:lnTo>
                <a:lnTo>
                  <a:pt x="3800" y="1323"/>
                </a:lnTo>
                <a:lnTo>
                  <a:pt x="3800" y="4600"/>
                </a:lnTo>
                <a:lnTo>
                  <a:pt x="3500" y="4900"/>
                </a:lnTo>
                <a:lnTo>
                  <a:pt x="300" y="4900"/>
                </a:lnTo>
                <a:lnTo>
                  <a:pt x="0" y="4600"/>
                </a:lnTo>
                <a:lnTo>
                  <a:pt x="0" y="300"/>
                </a:lnTo>
                <a:close/>
              </a:path>
            </a:pathLst>
          </a:custGeom>
          <a:solidFill>
            <a:srgbClr val="1B8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Document fold"/>
          <p:cNvSpPr/>
          <p:nvPr/>
        </p:nvSpPr>
        <p:spPr>
          <a:xfrm>
            <a:off x="11155131" y="4572000"/>
            <a:ext cx="101133" cy="93543"/>
          </a:xfrm>
          <a:custGeom>
            <a:avLst/>
            <a:gdLst/>
            <a:ahLst/>
            <a:cxnLst/>
            <a:rect l="l" t="t" r="r" b="b"/>
            <a:pathLst>
              <a:path w="1106" h="1023">
                <a:moveTo>
                  <a:pt x="0" y="0"/>
                </a:moveTo>
                <a:lnTo>
                  <a:pt x="0" y="1023"/>
                </a:lnTo>
                <a:lnTo>
                  <a:pt x="1106" y="1023"/>
                </a:lnTo>
                <a:close/>
              </a:path>
            </a:pathLst>
          </a:custGeom>
          <a:solidFill>
            <a:srgbClr val="ADD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Document text line"/>
          <p:cNvCxnSpPr/>
          <p:nvPr/>
        </p:nvCxnSpPr>
        <p:spPr>
          <a:xfrm>
            <a:off x="10995294" y="4737232"/>
            <a:ext cx="215433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0" name="Document text line"/>
          <p:cNvCxnSpPr/>
          <p:nvPr/>
        </p:nvCxnSpPr>
        <p:spPr>
          <a:xfrm>
            <a:off x="10995294" y="4799960"/>
            <a:ext cx="215433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1" name="Document text line"/>
          <p:cNvCxnSpPr/>
          <p:nvPr/>
        </p:nvCxnSpPr>
        <p:spPr>
          <a:xfrm>
            <a:off x="10995294" y="4862688"/>
            <a:ext cx="170262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2" name="Document icon"/>
          <p:cNvSpPr/>
          <p:nvPr/>
        </p:nvSpPr>
        <p:spPr>
          <a:xfrm>
            <a:off x="11420856" y="4553712"/>
            <a:ext cx="347472" cy="457200"/>
          </a:xfrm>
          <a:custGeom>
            <a:avLst/>
            <a:gdLst/>
            <a:ahLst/>
            <a:cxnLst/>
            <a:rect l="l" t="t" r="r" b="b"/>
            <a:pathLst>
              <a:path w="3800" h="5000">
                <a:moveTo>
                  <a:pt x="300" y="0"/>
                </a:moveTo>
                <a:lnTo>
                  <a:pt x="2394" y="0"/>
                </a:lnTo>
                <a:lnTo>
                  <a:pt x="3800" y="1350"/>
                </a:lnTo>
                <a:lnTo>
                  <a:pt x="3800" y="4700"/>
                </a:lnTo>
                <a:lnTo>
                  <a:pt x="3500" y="5000"/>
                </a:lnTo>
                <a:lnTo>
                  <a:pt x="300" y="5000"/>
                </a:lnTo>
                <a:lnTo>
                  <a:pt x="0" y="4700"/>
                </a:lnTo>
                <a:lnTo>
                  <a:pt x="0" y="300"/>
                </a:lnTo>
                <a:close/>
              </a:path>
            </a:pathLst>
          </a:custGeom>
          <a:solidFill>
            <a:srgbClr val="1B8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Document fold"/>
          <p:cNvSpPr/>
          <p:nvPr/>
        </p:nvSpPr>
        <p:spPr>
          <a:xfrm>
            <a:off x="11639763" y="4581144"/>
            <a:ext cx="101133" cy="96012"/>
          </a:xfrm>
          <a:custGeom>
            <a:avLst/>
            <a:gdLst/>
            <a:ahLst/>
            <a:cxnLst/>
            <a:rect l="l" t="t" r="r" b="b"/>
            <a:pathLst>
              <a:path w="1106" h="1050">
                <a:moveTo>
                  <a:pt x="0" y="0"/>
                </a:moveTo>
                <a:lnTo>
                  <a:pt x="0" y="1050"/>
                </a:lnTo>
                <a:lnTo>
                  <a:pt x="1106" y="1050"/>
                </a:lnTo>
                <a:close/>
              </a:path>
            </a:pathLst>
          </a:custGeom>
          <a:solidFill>
            <a:srgbClr val="ADD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Document text line"/>
          <p:cNvCxnSpPr/>
          <p:nvPr/>
        </p:nvCxnSpPr>
        <p:spPr>
          <a:xfrm>
            <a:off x="11479926" y="4750308"/>
            <a:ext cx="215433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5" name="Document text line"/>
          <p:cNvCxnSpPr/>
          <p:nvPr/>
        </p:nvCxnSpPr>
        <p:spPr>
          <a:xfrm>
            <a:off x="11479926" y="4814316"/>
            <a:ext cx="215433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6" name="Document text line"/>
          <p:cNvCxnSpPr/>
          <p:nvPr/>
        </p:nvCxnSpPr>
        <p:spPr>
          <a:xfrm>
            <a:off x="11479926" y="4878324"/>
            <a:ext cx="170262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Document icon"/>
          <p:cNvSpPr/>
          <p:nvPr/>
        </p:nvSpPr>
        <p:spPr>
          <a:xfrm>
            <a:off x="11183112" y="5102352"/>
            <a:ext cx="347472" cy="448056"/>
          </a:xfrm>
          <a:custGeom>
            <a:avLst/>
            <a:gdLst/>
            <a:ahLst/>
            <a:cxnLst/>
            <a:rect l="l" t="t" r="r" b="b"/>
            <a:pathLst>
              <a:path w="3800" h="4900">
                <a:moveTo>
                  <a:pt x="300" y="0"/>
                </a:moveTo>
                <a:lnTo>
                  <a:pt x="2394" y="0"/>
                </a:lnTo>
                <a:lnTo>
                  <a:pt x="3800" y="1323"/>
                </a:lnTo>
                <a:lnTo>
                  <a:pt x="3800" y="4600"/>
                </a:lnTo>
                <a:lnTo>
                  <a:pt x="3500" y="4900"/>
                </a:lnTo>
                <a:lnTo>
                  <a:pt x="300" y="4900"/>
                </a:lnTo>
                <a:lnTo>
                  <a:pt x="0" y="4600"/>
                </a:lnTo>
                <a:lnTo>
                  <a:pt x="0" y="300"/>
                </a:lnTo>
                <a:close/>
              </a:path>
            </a:pathLst>
          </a:custGeom>
          <a:solidFill>
            <a:srgbClr val="1B8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Document fold"/>
          <p:cNvSpPr/>
          <p:nvPr/>
        </p:nvSpPr>
        <p:spPr>
          <a:xfrm>
            <a:off x="11402019" y="5129784"/>
            <a:ext cx="101133" cy="93543"/>
          </a:xfrm>
          <a:custGeom>
            <a:avLst/>
            <a:gdLst/>
            <a:ahLst/>
            <a:cxnLst/>
            <a:rect l="l" t="t" r="r" b="b"/>
            <a:pathLst>
              <a:path w="1106" h="1023">
                <a:moveTo>
                  <a:pt x="0" y="0"/>
                </a:moveTo>
                <a:lnTo>
                  <a:pt x="0" y="1023"/>
                </a:lnTo>
                <a:lnTo>
                  <a:pt x="1106" y="1023"/>
                </a:lnTo>
                <a:close/>
              </a:path>
            </a:pathLst>
          </a:custGeom>
          <a:solidFill>
            <a:srgbClr val="ADD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9" name="Document text line"/>
          <p:cNvCxnSpPr/>
          <p:nvPr/>
        </p:nvCxnSpPr>
        <p:spPr>
          <a:xfrm>
            <a:off x="11242182" y="5295016"/>
            <a:ext cx="215433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0" name="Document text line"/>
          <p:cNvCxnSpPr/>
          <p:nvPr/>
        </p:nvCxnSpPr>
        <p:spPr>
          <a:xfrm>
            <a:off x="11242182" y="5357744"/>
            <a:ext cx="215433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1" name="Document text line"/>
          <p:cNvCxnSpPr/>
          <p:nvPr/>
        </p:nvCxnSpPr>
        <p:spPr>
          <a:xfrm>
            <a:off x="11242182" y="5420472"/>
            <a:ext cx="170262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2" name="Synthetic"/>
          <p:cNvSpPr txBox="1"/>
          <p:nvPr/>
        </p:nvSpPr>
        <p:spPr>
          <a:xfrm>
            <a:off x="10698480" y="5605272"/>
            <a:ext cx="1252728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Synthetic</a:t>
            </a:r>
          </a:p>
        </p:txBody>
      </p:sp>
      <p:sp>
        <p:nvSpPr>
          <p:cNvPr id="693" name="CoT Dataset"/>
          <p:cNvSpPr txBox="1"/>
          <p:nvPr/>
        </p:nvSpPr>
        <p:spPr>
          <a:xfrm>
            <a:off x="10616184" y="5861304"/>
            <a:ext cx="1417320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CoT Dataset</a:t>
            </a:r>
          </a:p>
        </p:txBody>
      </p:sp>
      <p:cxnSp>
        <p:nvCxnSpPr>
          <p:cNvPr id="694" name="Flow connector"/>
          <p:cNvCxnSpPr/>
          <p:nvPr/>
        </p:nvCxnSpPr>
        <p:spPr>
          <a:xfrm>
            <a:off x="11905488" y="5010912"/>
            <a:ext cx="475488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5" name="Arrowhead"/>
          <p:cNvSpPr/>
          <p:nvPr/>
        </p:nvSpPr>
        <p:spPr>
          <a:xfrm>
            <a:off x="12298680" y="4969764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SFT"/>
          <p:cNvSpPr txBox="1"/>
          <p:nvPr/>
        </p:nvSpPr>
        <p:spPr>
          <a:xfrm>
            <a:off x="11960352" y="4700016"/>
            <a:ext cx="442941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SFT</a:t>
            </a:r>
          </a:p>
        </p:txBody>
      </p:sp>
      <p:sp>
        <p:nvSpPr>
          <p:cNvPr id="697" name="SFT trainable LLM"/>
          <p:cNvSpPr/>
          <p:nvPr/>
        </p:nvSpPr>
        <p:spPr>
          <a:xfrm>
            <a:off x="12380976" y="4370832"/>
            <a:ext cx="429768" cy="1289304"/>
          </a:xfrm>
          <a:prstGeom prst="roundRect">
            <a:avLst>
              <a:gd name="adj" fmla="val 19148"/>
            </a:avLst>
          </a:prstGeom>
          <a:solidFill>
            <a:srgbClr val="FDF3E7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LLM"/>
          <p:cNvSpPr txBox="1"/>
          <p:nvPr/>
        </p:nvSpPr>
        <p:spPr>
          <a:xfrm rot="16200000">
            <a:off x="11955780" y="4721047"/>
            <a:ext cx="128016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grpSp>
        <p:nvGrpSpPr>
          <p:cNvPr id="699" name="SFT trainable flam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00" name="SFT trainable flame color 0"/>
            <p:cNvSpPr/>
            <p:nvPr/>
          </p:nvSpPr>
          <p:spPr>
            <a:xfrm>
              <a:off x="12485035" y="5371003"/>
              <a:ext cx="212507" cy="139355"/>
            </a:xfrm>
            <a:custGeom>
              <a:avLst/>
              <a:gdLst/>
              <a:ahLst/>
              <a:cxnLst/>
              <a:rect l="l" t="t" r="r" b="b"/>
              <a:pathLst>
                <a:path w="2324" h="1524">
                  <a:moveTo>
                    <a:pt x="0" y="1000"/>
                  </a:moveTo>
                  <a:lnTo>
                    <a:pt x="0" y="1224"/>
                  </a:lnTo>
                  <a:lnTo>
                    <a:pt x="100" y="1250"/>
                  </a:lnTo>
                  <a:lnTo>
                    <a:pt x="100" y="1424"/>
                  </a:lnTo>
                  <a:lnTo>
                    <a:pt x="174" y="1424"/>
                  </a:lnTo>
                  <a:lnTo>
                    <a:pt x="200" y="1524"/>
                  </a:lnTo>
                  <a:lnTo>
                    <a:pt x="324" y="1524"/>
                  </a:lnTo>
                  <a:lnTo>
                    <a:pt x="324" y="1400"/>
                  </a:lnTo>
                  <a:lnTo>
                    <a:pt x="224" y="1374"/>
                  </a:lnTo>
                  <a:lnTo>
                    <a:pt x="224" y="1200"/>
                  </a:lnTo>
                  <a:lnTo>
                    <a:pt x="124" y="1174"/>
                  </a:lnTo>
                  <a:lnTo>
                    <a:pt x="124" y="1000"/>
                  </a:lnTo>
                  <a:close/>
                  <a:moveTo>
                    <a:pt x="2324" y="700"/>
                  </a:moveTo>
                  <a:lnTo>
                    <a:pt x="2200" y="700"/>
                  </a:lnTo>
                  <a:lnTo>
                    <a:pt x="2200" y="774"/>
                  </a:lnTo>
                  <a:lnTo>
                    <a:pt x="2100" y="800"/>
                  </a:lnTo>
                  <a:lnTo>
                    <a:pt x="2100" y="1524"/>
                  </a:lnTo>
                  <a:lnTo>
                    <a:pt x="2224" y="1524"/>
                  </a:lnTo>
                  <a:lnTo>
                    <a:pt x="2224" y="1450"/>
                  </a:lnTo>
                  <a:lnTo>
                    <a:pt x="2324" y="1424"/>
                  </a:lnTo>
                  <a:close/>
                  <a:moveTo>
                    <a:pt x="1800" y="0"/>
                  </a:moveTo>
                  <a:lnTo>
                    <a:pt x="1800" y="324"/>
                  </a:lnTo>
                  <a:lnTo>
                    <a:pt x="1924" y="32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F01B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1" name="SFT trainable flame color 2"/>
            <p:cNvSpPr/>
            <p:nvPr/>
          </p:nvSpPr>
          <p:spPr>
            <a:xfrm>
              <a:off x="12549043" y="5526451"/>
              <a:ext cx="93635" cy="38771"/>
            </a:xfrm>
            <a:custGeom>
              <a:avLst/>
              <a:gdLst/>
              <a:ahLst/>
              <a:cxnLst/>
              <a:rect l="l" t="t" r="r" b="b"/>
              <a:pathLst>
                <a:path w="1024" h="424">
                  <a:moveTo>
                    <a:pt x="0" y="100"/>
                  </a:moveTo>
                  <a:lnTo>
                    <a:pt x="0" y="224"/>
                  </a:lnTo>
                  <a:lnTo>
                    <a:pt x="100" y="250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200"/>
                  </a:lnTo>
                  <a:lnTo>
                    <a:pt x="150" y="200"/>
                  </a:lnTo>
                  <a:lnTo>
                    <a:pt x="124" y="100"/>
                  </a:lnTo>
                  <a:close/>
                  <a:moveTo>
                    <a:pt x="1024" y="0"/>
                  </a:moveTo>
                  <a:lnTo>
                    <a:pt x="900" y="0"/>
                  </a:lnTo>
                  <a:lnTo>
                    <a:pt x="900" y="174"/>
                  </a:lnTo>
                  <a:lnTo>
                    <a:pt x="800" y="200"/>
                  </a:lnTo>
                  <a:lnTo>
                    <a:pt x="774" y="300"/>
                  </a:lnTo>
                  <a:lnTo>
                    <a:pt x="700" y="300"/>
                  </a:lnTo>
                  <a:lnTo>
                    <a:pt x="700" y="424"/>
                  </a:lnTo>
                  <a:lnTo>
                    <a:pt x="824" y="424"/>
                  </a:lnTo>
                  <a:lnTo>
                    <a:pt x="824" y="350"/>
                  </a:lnTo>
                  <a:lnTo>
                    <a:pt x="924" y="324"/>
                  </a:lnTo>
                  <a:lnTo>
                    <a:pt x="950" y="224"/>
                  </a:lnTo>
                  <a:lnTo>
                    <a:pt x="1024" y="224"/>
                  </a:lnTo>
                  <a:close/>
                </a:path>
              </a:pathLst>
            </a:custGeom>
            <a:solidFill>
              <a:srgbClr val="FCE5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2" name="SFT trainable flame color 3"/>
            <p:cNvSpPr/>
            <p:nvPr/>
          </p:nvSpPr>
          <p:spPr>
            <a:xfrm>
              <a:off x="12485035" y="5297851"/>
              <a:ext cx="221651" cy="249083"/>
            </a:xfrm>
            <a:custGeom>
              <a:avLst/>
              <a:gdLst/>
              <a:ahLst/>
              <a:cxnLst/>
              <a:rect l="l" t="t" r="r" b="b"/>
              <a:pathLst>
                <a:path w="2424" h="2724">
                  <a:moveTo>
                    <a:pt x="200" y="2600"/>
                  </a:moveTo>
                  <a:lnTo>
                    <a:pt x="200" y="2724"/>
                  </a:lnTo>
                  <a:lnTo>
                    <a:pt x="324" y="2724"/>
                  </a:lnTo>
                  <a:lnTo>
                    <a:pt x="324" y="26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2200" y="2200"/>
                  </a:moveTo>
                  <a:lnTo>
                    <a:pt x="2200" y="2324"/>
                  </a:lnTo>
                  <a:lnTo>
                    <a:pt x="2324" y="2324"/>
                  </a:lnTo>
                  <a:lnTo>
                    <a:pt x="2324" y="22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2300" y="2000"/>
                  </a:moveTo>
                  <a:lnTo>
                    <a:pt x="2300" y="2124"/>
                  </a:lnTo>
                  <a:lnTo>
                    <a:pt x="2424" y="2124"/>
                  </a:lnTo>
                  <a:lnTo>
                    <a:pt x="2424" y="2000"/>
                  </a:lnTo>
                  <a:close/>
                  <a:moveTo>
                    <a:pt x="500" y="1500"/>
                  </a:moveTo>
                  <a:lnTo>
                    <a:pt x="500" y="1624"/>
                  </a:lnTo>
                  <a:lnTo>
                    <a:pt x="624" y="1624"/>
                  </a:lnTo>
                  <a:lnTo>
                    <a:pt x="624" y="1500"/>
                  </a:lnTo>
                  <a:close/>
                  <a:moveTo>
                    <a:pt x="300" y="1500"/>
                  </a:moveTo>
                  <a:lnTo>
                    <a:pt x="300" y="1624"/>
                  </a:lnTo>
                  <a:lnTo>
                    <a:pt x="424" y="1624"/>
                  </a:lnTo>
                  <a:lnTo>
                    <a:pt x="424" y="15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2100" y="1300"/>
                  </a:moveTo>
                  <a:lnTo>
                    <a:pt x="2100" y="1424"/>
                  </a:lnTo>
                  <a:lnTo>
                    <a:pt x="2324" y="1424"/>
                  </a:lnTo>
                  <a:lnTo>
                    <a:pt x="2324" y="1300"/>
                  </a:lnTo>
                  <a:close/>
                  <a:moveTo>
                    <a:pt x="100" y="1300"/>
                  </a:moveTo>
                  <a:lnTo>
                    <a:pt x="100" y="1424"/>
                  </a:lnTo>
                  <a:lnTo>
                    <a:pt x="224" y="1424"/>
                  </a:lnTo>
                  <a:lnTo>
                    <a:pt x="224" y="13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100" y="900"/>
                  </a:moveTo>
                  <a:lnTo>
                    <a:pt x="100" y="1124"/>
                  </a:lnTo>
                  <a:lnTo>
                    <a:pt x="224" y="1124"/>
                  </a:lnTo>
                  <a:lnTo>
                    <a:pt x="224" y="900"/>
                  </a:lnTo>
                  <a:close/>
                  <a:moveTo>
                    <a:pt x="300" y="700"/>
                  </a:moveTo>
                  <a:lnTo>
                    <a:pt x="300" y="824"/>
                  </a:lnTo>
                  <a:lnTo>
                    <a:pt x="424" y="824"/>
                  </a:lnTo>
                  <a:lnTo>
                    <a:pt x="424" y="700"/>
                  </a:lnTo>
                  <a:close/>
                  <a:moveTo>
                    <a:pt x="1800" y="600"/>
                  </a:moveTo>
                  <a:lnTo>
                    <a:pt x="1800" y="724"/>
                  </a:lnTo>
                  <a:lnTo>
                    <a:pt x="1924" y="724"/>
                  </a:lnTo>
                  <a:lnTo>
                    <a:pt x="1924" y="60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F69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3" name="SFT trainable flame color 4"/>
            <p:cNvSpPr/>
            <p:nvPr/>
          </p:nvSpPr>
          <p:spPr>
            <a:xfrm>
              <a:off x="12503323" y="5334427"/>
              <a:ext cx="166787" cy="221651"/>
            </a:xfrm>
            <a:custGeom>
              <a:avLst/>
              <a:gdLst/>
              <a:ahLst/>
              <a:cxnLst/>
              <a:rect l="l" t="t" r="r" b="b"/>
              <a:pathLst>
                <a:path w="1824" h="2424">
                  <a:moveTo>
                    <a:pt x="200" y="2300"/>
                  </a:moveTo>
                  <a:lnTo>
                    <a:pt x="200" y="2424"/>
                  </a:lnTo>
                  <a:lnTo>
                    <a:pt x="324" y="2424"/>
                  </a:lnTo>
                  <a:lnTo>
                    <a:pt x="324" y="2300"/>
                  </a:lnTo>
                  <a:close/>
                  <a:moveTo>
                    <a:pt x="1400" y="1100"/>
                  </a:moveTo>
                  <a:lnTo>
                    <a:pt x="1400" y="1424"/>
                  </a:lnTo>
                  <a:lnTo>
                    <a:pt x="1474" y="1424"/>
                  </a:lnTo>
                  <a:lnTo>
                    <a:pt x="1500" y="1524"/>
                  </a:lnTo>
                  <a:lnTo>
                    <a:pt x="1824" y="1524"/>
                  </a:lnTo>
                  <a:lnTo>
                    <a:pt x="1824" y="1400"/>
                  </a:lnTo>
                  <a:lnTo>
                    <a:pt x="1750" y="1400"/>
                  </a:lnTo>
                  <a:lnTo>
                    <a:pt x="1724" y="1300"/>
                  </a:lnTo>
                  <a:lnTo>
                    <a:pt x="1550" y="1300"/>
                  </a:lnTo>
                  <a:lnTo>
                    <a:pt x="1524" y="1274"/>
                  </a:lnTo>
                  <a:lnTo>
                    <a:pt x="1524" y="1100"/>
                  </a:lnTo>
                  <a:close/>
                  <a:moveTo>
                    <a:pt x="0" y="1424"/>
                  </a:moveTo>
                  <a:lnTo>
                    <a:pt x="74" y="1424"/>
                  </a:lnTo>
                  <a:lnTo>
                    <a:pt x="100" y="1524"/>
                  </a:lnTo>
                  <a:lnTo>
                    <a:pt x="200" y="1550"/>
                  </a:lnTo>
                  <a:lnTo>
                    <a:pt x="200" y="1624"/>
                  </a:lnTo>
                  <a:lnTo>
                    <a:pt x="424" y="1624"/>
                  </a:lnTo>
                  <a:lnTo>
                    <a:pt x="424" y="1550"/>
                  </a:lnTo>
                  <a:lnTo>
                    <a:pt x="524" y="1524"/>
                  </a:lnTo>
                  <a:lnTo>
                    <a:pt x="550" y="1424"/>
                  </a:lnTo>
                  <a:lnTo>
                    <a:pt x="624" y="1424"/>
                  </a:lnTo>
                  <a:lnTo>
                    <a:pt x="624" y="1250"/>
                  </a:lnTo>
                  <a:lnTo>
                    <a:pt x="724" y="1224"/>
                  </a:lnTo>
                  <a:lnTo>
                    <a:pt x="724" y="1100"/>
                  </a:lnTo>
                  <a:lnTo>
                    <a:pt x="500" y="1100"/>
                  </a:lnTo>
                  <a:lnTo>
                    <a:pt x="500" y="1274"/>
                  </a:lnTo>
                  <a:lnTo>
                    <a:pt x="474" y="1300"/>
                  </a:lnTo>
                  <a:lnTo>
                    <a:pt x="250" y="1300"/>
                  </a:lnTo>
                  <a:lnTo>
                    <a:pt x="224" y="1200"/>
                  </a:lnTo>
                  <a:lnTo>
                    <a:pt x="124" y="1174"/>
                  </a:lnTo>
                  <a:lnTo>
                    <a:pt x="124" y="1100"/>
                  </a:lnTo>
                  <a:lnTo>
                    <a:pt x="0" y="1100"/>
                  </a:lnTo>
                  <a:close/>
                  <a:moveTo>
                    <a:pt x="1024" y="200"/>
                  </a:moveTo>
                  <a:lnTo>
                    <a:pt x="900" y="200"/>
                  </a:lnTo>
                  <a:lnTo>
                    <a:pt x="874" y="300"/>
                  </a:lnTo>
                  <a:lnTo>
                    <a:pt x="700" y="300"/>
                  </a:lnTo>
                  <a:lnTo>
                    <a:pt x="700" y="474"/>
                  </a:lnTo>
                  <a:lnTo>
                    <a:pt x="600" y="500"/>
                  </a:lnTo>
                  <a:lnTo>
                    <a:pt x="600" y="1024"/>
                  </a:lnTo>
                  <a:lnTo>
                    <a:pt x="724" y="1024"/>
                  </a:lnTo>
                  <a:lnTo>
                    <a:pt x="724" y="750"/>
                  </a:lnTo>
                  <a:lnTo>
                    <a:pt x="824" y="724"/>
                  </a:lnTo>
                  <a:lnTo>
                    <a:pt x="824" y="550"/>
                  </a:lnTo>
                  <a:lnTo>
                    <a:pt x="924" y="524"/>
                  </a:lnTo>
                  <a:lnTo>
                    <a:pt x="950" y="424"/>
                  </a:lnTo>
                  <a:lnTo>
                    <a:pt x="1024" y="424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074" y="124"/>
                  </a:lnTo>
                  <a:lnTo>
                    <a:pt x="1100" y="224"/>
                  </a:lnTo>
                  <a:lnTo>
                    <a:pt x="1174" y="224"/>
                  </a:lnTo>
                  <a:lnTo>
                    <a:pt x="1200" y="324"/>
                  </a:lnTo>
                  <a:lnTo>
                    <a:pt x="1300" y="350"/>
                  </a:lnTo>
                  <a:lnTo>
                    <a:pt x="1300" y="624"/>
                  </a:lnTo>
                  <a:lnTo>
                    <a:pt x="1400" y="650"/>
                  </a:lnTo>
                  <a:lnTo>
                    <a:pt x="1374" y="700"/>
                  </a:lnTo>
                  <a:lnTo>
                    <a:pt x="1300" y="700"/>
                  </a:lnTo>
                  <a:lnTo>
                    <a:pt x="1300" y="924"/>
                  </a:lnTo>
                  <a:lnTo>
                    <a:pt x="1374" y="924"/>
                  </a:lnTo>
                  <a:lnTo>
                    <a:pt x="1400" y="1024"/>
                  </a:lnTo>
                  <a:lnTo>
                    <a:pt x="1524" y="1024"/>
                  </a:lnTo>
                  <a:lnTo>
                    <a:pt x="1524" y="300"/>
                  </a:lnTo>
                  <a:lnTo>
                    <a:pt x="1424" y="274"/>
                  </a:lnTo>
                  <a:lnTo>
                    <a:pt x="1424" y="100"/>
                  </a:lnTo>
                  <a:lnTo>
                    <a:pt x="1300" y="100"/>
                  </a:lnTo>
                  <a:lnTo>
                    <a:pt x="1300" y="174"/>
                  </a:lnTo>
                  <a:lnTo>
                    <a:pt x="1250" y="200"/>
                  </a:lnTo>
                  <a:lnTo>
                    <a:pt x="1224" y="100"/>
                  </a:lnTo>
                  <a:lnTo>
                    <a:pt x="1124" y="7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78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4" name="SFT trainable flame color 5"/>
            <p:cNvSpPr/>
            <p:nvPr/>
          </p:nvSpPr>
          <p:spPr>
            <a:xfrm>
              <a:off x="12558187" y="5489875"/>
              <a:ext cx="75347" cy="84491"/>
            </a:xfrm>
            <a:custGeom>
              <a:avLst/>
              <a:gdLst/>
              <a:ahLst/>
              <a:cxnLst/>
              <a:rect l="l" t="t" r="r" b="b"/>
              <a:pathLst>
                <a:path w="824" h="924"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500" y="700"/>
                  </a:moveTo>
                  <a:lnTo>
                    <a:pt x="500" y="924"/>
                  </a:lnTo>
                  <a:lnTo>
                    <a:pt x="624" y="924"/>
                  </a:lnTo>
                  <a:lnTo>
                    <a:pt x="624" y="700"/>
                  </a:lnTo>
                  <a:close/>
                  <a:moveTo>
                    <a:pt x="100" y="6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600"/>
                  </a:lnTo>
                  <a:close/>
                  <a:moveTo>
                    <a:pt x="200" y="0"/>
                  </a:moveTo>
                  <a:lnTo>
                    <a:pt x="200" y="74"/>
                  </a:lnTo>
                  <a:lnTo>
                    <a:pt x="100" y="100"/>
                  </a:lnTo>
                  <a:lnTo>
                    <a:pt x="100" y="274"/>
                  </a:lnTo>
                  <a:lnTo>
                    <a:pt x="0" y="300"/>
                  </a:lnTo>
                  <a:lnTo>
                    <a:pt x="0" y="524"/>
                  </a:lnTo>
                  <a:lnTo>
                    <a:pt x="124" y="52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50" y="224"/>
                  </a:lnTo>
                  <a:lnTo>
                    <a:pt x="424" y="224"/>
                  </a:lnTo>
                  <a:lnTo>
                    <a:pt x="424" y="150"/>
                  </a:lnTo>
                  <a:lnTo>
                    <a:pt x="474" y="124"/>
                  </a:lnTo>
                  <a:lnTo>
                    <a:pt x="500" y="224"/>
                  </a:lnTo>
                  <a:lnTo>
                    <a:pt x="600" y="250"/>
                  </a:lnTo>
                  <a:lnTo>
                    <a:pt x="600" y="624"/>
                  </a:lnTo>
                  <a:lnTo>
                    <a:pt x="724" y="624"/>
                  </a:lnTo>
                  <a:lnTo>
                    <a:pt x="724" y="450"/>
                  </a:lnTo>
                  <a:lnTo>
                    <a:pt x="824" y="424"/>
                  </a:lnTo>
                  <a:lnTo>
                    <a:pt x="824" y="300"/>
                  </a:lnTo>
                  <a:lnTo>
                    <a:pt x="750" y="300"/>
                  </a:lnTo>
                  <a:lnTo>
                    <a:pt x="724" y="200"/>
                  </a:lnTo>
                  <a:lnTo>
                    <a:pt x="624" y="17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EF9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5" name="SFT trainable flame color 6"/>
            <p:cNvSpPr/>
            <p:nvPr/>
          </p:nvSpPr>
          <p:spPr>
            <a:xfrm>
              <a:off x="12475891" y="5288707"/>
              <a:ext cx="194219" cy="285659"/>
            </a:xfrm>
            <a:custGeom>
              <a:avLst/>
              <a:gdLst/>
              <a:ahLst/>
              <a:cxnLst/>
              <a:rect l="l" t="t" r="r" b="b"/>
              <a:pathLst>
                <a:path w="2124" h="3124">
                  <a:moveTo>
                    <a:pt x="800" y="3000"/>
                  </a:moveTo>
                  <a:lnTo>
                    <a:pt x="800" y="3124"/>
                  </a:lnTo>
                  <a:lnTo>
                    <a:pt x="924" y="3124"/>
                  </a:lnTo>
                  <a:lnTo>
                    <a:pt x="924" y="3000"/>
                  </a:lnTo>
                  <a:close/>
                  <a:moveTo>
                    <a:pt x="1800" y="2900"/>
                  </a:moveTo>
                  <a:lnTo>
                    <a:pt x="1800" y="3024"/>
                  </a:lnTo>
                  <a:lnTo>
                    <a:pt x="1924" y="3024"/>
                  </a:lnTo>
                  <a:lnTo>
                    <a:pt x="1924" y="2900"/>
                  </a:lnTo>
                  <a:close/>
                  <a:moveTo>
                    <a:pt x="2000" y="2800"/>
                  </a:moveTo>
                  <a:lnTo>
                    <a:pt x="2000" y="2924"/>
                  </a:lnTo>
                  <a:lnTo>
                    <a:pt x="2124" y="2924"/>
                  </a:lnTo>
                  <a:lnTo>
                    <a:pt x="2124" y="2800"/>
                  </a:lnTo>
                  <a:close/>
                  <a:moveTo>
                    <a:pt x="400" y="2800"/>
                  </a:moveTo>
                  <a:lnTo>
                    <a:pt x="400" y="2924"/>
                  </a:lnTo>
                  <a:lnTo>
                    <a:pt x="524" y="2924"/>
                  </a:lnTo>
                  <a:lnTo>
                    <a:pt x="524" y="28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0" y="1900"/>
                  </a:moveTo>
                  <a:lnTo>
                    <a:pt x="0" y="2124"/>
                  </a:lnTo>
                  <a:lnTo>
                    <a:pt x="124" y="2124"/>
                  </a:lnTo>
                  <a:lnTo>
                    <a:pt x="124" y="1900"/>
                  </a:lnTo>
                  <a:close/>
                  <a:moveTo>
                    <a:pt x="2000" y="1400"/>
                  </a:moveTo>
                  <a:lnTo>
                    <a:pt x="20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2000" y="9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900"/>
                  </a:lnTo>
                  <a:close/>
                  <a:moveTo>
                    <a:pt x="800" y="800"/>
                  </a:moveTo>
                  <a:lnTo>
                    <a:pt x="800" y="924"/>
                  </a:lnTo>
                  <a:lnTo>
                    <a:pt x="924" y="924"/>
                  </a:lnTo>
                  <a:lnTo>
                    <a:pt x="924" y="800"/>
                  </a:lnTo>
                  <a:close/>
                  <a:moveTo>
                    <a:pt x="524" y="700"/>
                  </a:moveTo>
                  <a:lnTo>
                    <a:pt x="400" y="700"/>
                  </a:lnTo>
                  <a:lnTo>
                    <a:pt x="400" y="774"/>
                  </a:lnTo>
                  <a:lnTo>
                    <a:pt x="300" y="800"/>
                  </a:lnTo>
                  <a:lnTo>
                    <a:pt x="274" y="900"/>
                  </a:lnTo>
                  <a:lnTo>
                    <a:pt x="200" y="900"/>
                  </a:lnTo>
                  <a:lnTo>
                    <a:pt x="200" y="1024"/>
                  </a:lnTo>
                  <a:lnTo>
                    <a:pt x="324" y="1024"/>
                  </a:lnTo>
                  <a:lnTo>
                    <a:pt x="350" y="924"/>
                  </a:lnTo>
                  <a:lnTo>
                    <a:pt x="400" y="950"/>
                  </a:lnTo>
                  <a:lnTo>
                    <a:pt x="400" y="1024"/>
                  </a:lnTo>
                  <a:lnTo>
                    <a:pt x="524" y="1024"/>
                  </a:lnTo>
                  <a:lnTo>
                    <a:pt x="524" y="900"/>
                  </a:lnTo>
                  <a:lnTo>
                    <a:pt x="424" y="874"/>
                  </a:lnTo>
                  <a:lnTo>
                    <a:pt x="450" y="824"/>
                  </a:lnTo>
                  <a:lnTo>
                    <a:pt x="524" y="824"/>
                  </a:lnTo>
                  <a:close/>
                  <a:moveTo>
                    <a:pt x="1100" y="500"/>
                  </a:moveTo>
                  <a:lnTo>
                    <a:pt x="1100" y="624"/>
                  </a:lnTo>
                  <a:lnTo>
                    <a:pt x="1224" y="624"/>
                  </a:lnTo>
                  <a:lnTo>
                    <a:pt x="12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674" y="424"/>
                  </a:lnTo>
                  <a:lnTo>
                    <a:pt x="1700" y="524"/>
                  </a:lnTo>
                  <a:lnTo>
                    <a:pt x="1774" y="524"/>
                  </a:lnTo>
                  <a:lnTo>
                    <a:pt x="1800" y="624"/>
                  </a:lnTo>
                  <a:lnTo>
                    <a:pt x="1900" y="650"/>
                  </a:lnTo>
                  <a:lnTo>
                    <a:pt x="1900" y="724"/>
                  </a:lnTo>
                  <a:lnTo>
                    <a:pt x="2024" y="724"/>
                  </a:lnTo>
                  <a:lnTo>
                    <a:pt x="2024" y="600"/>
                  </a:lnTo>
                  <a:lnTo>
                    <a:pt x="1950" y="600"/>
                  </a:lnTo>
                  <a:lnTo>
                    <a:pt x="1924" y="500"/>
                  </a:lnTo>
                  <a:lnTo>
                    <a:pt x="1850" y="500"/>
                  </a:lnTo>
                  <a:lnTo>
                    <a:pt x="1824" y="400"/>
                  </a:lnTo>
                  <a:lnTo>
                    <a:pt x="1724" y="374"/>
                  </a:lnTo>
                  <a:lnTo>
                    <a:pt x="1724" y="3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ACA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6" name="SFT trainable flame color 7"/>
            <p:cNvSpPr/>
            <p:nvPr/>
          </p:nvSpPr>
          <p:spPr>
            <a:xfrm>
              <a:off x="12521611" y="5480731"/>
              <a:ext cx="148499" cy="84491"/>
            </a:xfrm>
            <a:custGeom>
              <a:avLst/>
              <a:gdLst/>
              <a:ahLst/>
              <a:cxnLst/>
              <a:rect l="l" t="t" r="r" b="b"/>
              <a:pathLst>
                <a:path w="1624" h="924">
                  <a:moveTo>
                    <a:pt x="1524" y="500"/>
                  </a:moveTo>
                  <a:lnTo>
                    <a:pt x="1400" y="500"/>
                  </a:lnTo>
                  <a:lnTo>
                    <a:pt x="1400" y="574"/>
                  </a:lnTo>
                  <a:lnTo>
                    <a:pt x="1300" y="600"/>
                  </a:lnTo>
                  <a:lnTo>
                    <a:pt x="1300" y="824"/>
                  </a:lnTo>
                  <a:lnTo>
                    <a:pt x="1424" y="824"/>
                  </a:lnTo>
                  <a:lnTo>
                    <a:pt x="1424" y="650"/>
                  </a:lnTo>
                  <a:lnTo>
                    <a:pt x="1524" y="624"/>
                  </a:lnTo>
                  <a:close/>
                  <a:moveTo>
                    <a:pt x="100" y="500"/>
                  </a:moveTo>
                  <a:lnTo>
                    <a:pt x="100" y="724"/>
                  </a:lnTo>
                  <a:lnTo>
                    <a:pt x="174" y="724"/>
                  </a:lnTo>
                  <a:lnTo>
                    <a:pt x="200" y="824"/>
                  </a:lnTo>
                  <a:lnTo>
                    <a:pt x="300" y="850"/>
                  </a:lnTo>
                  <a:lnTo>
                    <a:pt x="300" y="924"/>
                  </a:lnTo>
                  <a:lnTo>
                    <a:pt x="424" y="924"/>
                  </a:lnTo>
                  <a:lnTo>
                    <a:pt x="424" y="800"/>
                  </a:lnTo>
                  <a:lnTo>
                    <a:pt x="350" y="800"/>
                  </a:lnTo>
                  <a:lnTo>
                    <a:pt x="324" y="700"/>
                  </a:lnTo>
                  <a:lnTo>
                    <a:pt x="224" y="674"/>
                  </a:lnTo>
                  <a:lnTo>
                    <a:pt x="224" y="500"/>
                  </a:lnTo>
                  <a:close/>
                  <a:moveTo>
                    <a:pt x="1500" y="300"/>
                  </a:moveTo>
                  <a:lnTo>
                    <a:pt x="1500" y="424"/>
                  </a:lnTo>
                  <a:lnTo>
                    <a:pt x="1624" y="424"/>
                  </a:lnTo>
                  <a:lnTo>
                    <a:pt x="1624" y="300"/>
                  </a:lnTo>
                  <a:close/>
                  <a:moveTo>
                    <a:pt x="1400" y="100"/>
                  </a:moveTo>
                  <a:lnTo>
                    <a:pt x="1400" y="224"/>
                  </a:lnTo>
                  <a:lnTo>
                    <a:pt x="1524" y="224"/>
                  </a:lnTo>
                  <a:lnTo>
                    <a:pt x="1524" y="1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24" y="200"/>
                  </a:lnTo>
                  <a:lnTo>
                    <a:pt x="124" y="17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AA4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7" name="SFT trainable flame color 8"/>
            <p:cNvSpPr/>
            <p:nvPr/>
          </p:nvSpPr>
          <p:spPr>
            <a:xfrm>
              <a:off x="12558187" y="5462443"/>
              <a:ext cx="75347" cy="111923"/>
            </a:xfrm>
            <a:custGeom>
              <a:avLst/>
              <a:gdLst/>
              <a:ahLst/>
              <a:cxnLst/>
              <a:rect l="l" t="t" r="r" b="b"/>
              <a:pathLst>
                <a:path w="824" h="1224">
                  <a:moveTo>
                    <a:pt x="100" y="1100"/>
                  </a:moveTo>
                  <a:lnTo>
                    <a:pt x="100" y="1224"/>
                  </a:lnTo>
                  <a:lnTo>
                    <a:pt x="224" y="1224"/>
                  </a:lnTo>
                  <a:lnTo>
                    <a:pt x="224" y="11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0" y="800"/>
                  </a:moveTo>
                  <a:lnTo>
                    <a:pt x="0" y="924"/>
                  </a:lnTo>
                  <a:lnTo>
                    <a:pt x="124" y="924"/>
                  </a:lnTo>
                  <a:lnTo>
                    <a:pt x="124" y="800"/>
                  </a:lnTo>
                  <a:close/>
                  <a:moveTo>
                    <a:pt x="700" y="700"/>
                  </a:moveTo>
                  <a:lnTo>
                    <a:pt x="700" y="824"/>
                  </a:lnTo>
                  <a:lnTo>
                    <a:pt x="824" y="824"/>
                  </a:lnTo>
                  <a:lnTo>
                    <a:pt x="824" y="700"/>
                  </a:lnTo>
                  <a:close/>
                  <a:moveTo>
                    <a:pt x="0" y="300"/>
                  </a:moveTo>
                  <a:lnTo>
                    <a:pt x="0" y="624"/>
                  </a:lnTo>
                  <a:lnTo>
                    <a:pt x="124" y="624"/>
                  </a:lnTo>
                  <a:lnTo>
                    <a:pt x="124" y="450"/>
                  </a:lnTo>
                  <a:lnTo>
                    <a:pt x="224" y="424"/>
                  </a:lnTo>
                  <a:lnTo>
                    <a:pt x="250" y="324"/>
                  </a:lnTo>
                  <a:lnTo>
                    <a:pt x="574" y="324"/>
                  </a:lnTo>
                  <a:lnTo>
                    <a:pt x="600" y="350"/>
                  </a:lnTo>
                  <a:lnTo>
                    <a:pt x="600" y="524"/>
                  </a:lnTo>
                  <a:lnTo>
                    <a:pt x="674" y="524"/>
                  </a:lnTo>
                  <a:lnTo>
                    <a:pt x="700" y="624"/>
                  </a:lnTo>
                  <a:lnTo>
                    <a:pt x="824" y="624"/>
                  </a:lnTo>
                  <a:lnTo>
                    <a:pt x="824" y="400"/>
                  </a:lnTo>
                  <a:lnTo>
                    <a:pt x="724" y="374"/>
                  </a:lnTo>
                  <a:lnTo>
                    <a:pt x="724" y="200"/>
                  </a:lnTo>
                  <a:lnTo>
                    <a:pt x="650" y="200"/>
                  </a:lnTo>
                  <a:lnTo>
                    <a:pt x="624" y="100"/>
                  </a:lnTo>
                  <a:lnTo>
                    <a:pt x="524" y="74"/>
                  </a:lnTo>
                  <a:lnTo>
                    <a:pt x="524" y="0"/>
                  </a:lnTo>
                  <a:lnTo>
                    <a:pt x="200" y="0"/>
                  </a:lnTo>
                  <a:lnTo>
                    <a:pt x="200" y="174"/>
                  </a:lnTo>
                  <a:lnTo>
                    <a:pt x="100" y="200"/>
                  </a:lnTo>
                  <a:lnTo>
                    <a:pt x="74" y="300"/>
                  </a:lnTo>
                  <a:close/>
                </a:path>
              </a:pathLst>
            </a:custGeom>
            <a:solidFill>
              <a:srgbClr val="FEE3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8" name="SFT trainable flame color 9"/>
            <p:cNvSpPr/>
            <p:nvPr/>
          </p:nvSpPr>
          <p:spPr>
            <a:xfrm>
              <a:off x="12503323" y="5306995"/>
              <a:ext cx="203363" cy="221651"/>
            </a:xfrm>
            <a:custGeom>
              <a:avLst/>
              <a:gdLst/>
              <a:ahLst/>
              <a:cxnLst/>
              <a:rect l="l" t="t" r="r" b="b"/>
              <a:pathLst>
                <a:path w="2224" h="2424">
                  <a:moveTo>
                    <a:pt x="2024" y="2200"/>
                  </a:moveTo>
                  <a:lnTo>
                    <a:pt x="1900" y="2200"/>
                  </a:lnTo>
                  <a:lnTo>
                    <a:pt x="1900" y="2274"/>
                  </a:lnTo>
                  <a:lnTo>
                    <a:pt x="1800" y="2300"/>
                  </a:lnTo>
                  <a:lnTo>
                    <a:pt x="1800" y="2424"/>
                  </a:lnTo>
                  <a:lnTo>
                    <a:pt x="1924" y="2424"/>
                  </a:lnTo>
                  <a:lnTo>
                    <a:pt x="1924" y="2350"/>
                  </a:lnTo>
                  <a:lnTo>
                    <a:pt x="2024" y="2324"/>
                  </a:lnTo>
                  <a:close/>
                  <a:moveTo>
                    <a:pt x="2100" y="1800"/>
                  </a:moveTo>
                  <a:lnTo>
                    <a:pt x="2100" y="1924"/>
                  </a:lnTo>
                  <a:lnTo>
                    <a:pt x="2224" y="1924"/>
                  </a:lnTo>
                  <a:lnTo>
                    <a:pt x="2224" y="1800"/>
                  </a:lnTo>
                  <a:close/>
                  <a:moveTo>
                    <a:pt x="2100" y="1600"/>
                  </a:moveTo>
                  <a:lnTo>
                    <a:pt x="2100" y="1724"/>
                  </a:lnTo>
                  <a:lnTo>
                    <a:pt x="2224" y="1724"/>
                  </a:lnTo>
                  <a:lnTo>
                    <a:pt x="2224" y="1600"/>
                  </a:lnTo>
                  <a:close/>
                  <a:moveTo>
                    <a:pt x="1800" y="1300"/>
                  </a:moveTo>
                  <a:lnTo>
                    <a:pt x="1800" y="1424"/>
                  </a:lnTo>
                  <a:lnTo>
                    <a:pt x="1924" y="1424"/>
                  </a:lnTo>
                  <a:lnTo>
                    <a:pt x="1924" y="1300"/>
                  </a:lnTo>
                  <a:close/>
                  <a:moveTo>
                    <a:pt x="0" y="12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200"/>
                  </a:lnTo>
                  <a:close/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0" y="700"/>
                  </a:moveTo>
                  <a:lnTo>
                    <a:pt x="0" y="824"/>
                  </a:lnTo>
                  <a:lnTo>
                    <a:pt x="124" y="824"/>
                  </a:lnTo>
                  <a:lnTo>
                    <a:pt x="124" y="700"/>
                  </a:lnTo>
                  <a:close/>
                  <a:moveTo>
                    <a:pt x="600" y="500"/>
                  </a:moveTo>
                  <a:lnTo>
                    <a:pt x="600" y="624"/>
                  </a:lnTo>
                  <a:lnTo>
                    <a:pt x="724" y="624"/>
                  </a:lnTo>
                  <a:lnTo>
                    <a:pt x="724" y="500"/>
                  </a:lnTo>
                  <a:close/>
                  <a:moveTo>
                    <a:pt x="800" y="400"/>
                  </a:moveTo>
                  <a:lnTo>
                    <a:pt x="800" y="524"/>
                  </a:lnTo>
                  <a:lnTo>
                    <a:pt x="924" y="524"/>
                  </a:lnTo>
                  <a:lnTo>
                    <a:pt x="924" y="4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974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9" name="SFT trainable flame color 10"/>
            <p:cNvSpPr/>
            <p:nvPr/>
          </p:nvSpPr>
          <p:spPr>
            <a:xfrm>
              <a:off x="12494179" y="5389291"/>
              <a:ext cx="194219" cy="157643"/>
            </a:xfrm>
            <a:custGeom>
              <a:avLst/>
              <a:gdLst/>
              <a:ahLst/>
              <a:cxnLst/>
              <a:rect l="l" t="t" r="r" b="b"/>
              <a:pathLst>
                <a:path w="2124" h="1724">
                  <a:moveTo>
                    <a:pt x="1800" y="1600"/>
                  </a:moveTo>
                  <a:lnTo>
                    <a:pt x="1800" y="1724"/>
                  </a:lnTo>
                  <a:lnTo>
                    <a:pt x="1924" y="1724"/>
                  </a:lnTo>
                  <a:lnTo>
                    <a:pt x="1924" y="1600"/>
                  </a:lnTo>
                  <a:close/>
                  <a:moveTo>
                    <a:pt x="300" y="1600"/>
                  </a:moveTo>
                  <a:lnTo>
                    <a:pt x="300" y="1724"/>
                  </a:lnTo>
                  <a:lnTo>
                    <a:pt x="424" y="1724"/>
                  </a:lnTo>
                  <a:lnTo>
                    <a:pt x="424" y="1600"/>
                  </a:lnTo>
                  <a:close/>
                  <a:moveTo>
                    <a:pt x="200" y="1300"/>
                  </a:moveTo>
                  <a:lnTo>
                    <a:pt x="200" y="1524"/>
                  </a:lnTo>
                  <a:lnTo>
                    <a:pt x="324" y="1524"/>
                  </a:lnTo>
                  <a:lnTo>
                    <a:pt x="324" y="1300"/>
                  </a:lnTo>
                  <a:close/>
                  <a:moveTo>
                    <a:pt x="1900" y="700"/>
                  </a:moveTo>
                  <a:lnTo>
                    <a:pt x="1900" y="874"/>
                  </a:lnTo>
                  <a:lnTo>
                    <a:pt x="1800" y="900"/>
                  </a:lnTo>
                  <a:lnTo>
                    <a:pt x="1800" y="1024"/>
                  </a:lnTo>
                  <a:lnTo>
                    <a:pt x="1874" y="1024"/>
                  </a:lnTo>
                  <a:lnTo>
                    <a:pt x="1900" y="1074"/>
                  </a:lnTo>
                  <a:lnTo>
                    <a:pt x="1800" y="1100"/>
                  </a:lnTo>
                  <a:lnTo>
                    <a:pt x="1800" y="1224"/>
                  </a:lnTo>
                  <a:lnTo>
                    <a:pt x="1900" y="1250"/>
                  </a:lnTo>
                  <a:lnTo>
                    <a:pt x="1900" y="1424"/>
                  </a:lnTo>
                  <a:lnTo>
                    <a:pt x="2024" y="1424"/>
                  </a:lnTo>
                  <a:lnTo>
                    <a:pt x="2024" y="700"/>
                  </a:lnTo>
                  <a:close/>
                  <a:moveTo>
                    <a:pt x="2000" y="500"/>
                  </a:moveTo>
                  <a:lnTo>
                    <a:pt x="2000" y="624"/>
                  </a:lnTo>
                  <a:lnTo>
                    <a:pt x="2124" y="624"/>
                  </a:lnTo>
                  <a:lnTo>
                    <a:pt x="2124" y="500"/>
                  </a:lnTo>
                  <a:close/>
                  <a:moveTo>
                    <a:pt x="500" y="500"/>
                  </a:moveTo>
                  <a:lnTo>
                    <a:pt x="500" y="624"/>
                  </a:lnTo>
                  <a:lnTo>
                    <a:pt x="624" y="624"/>
                  </a:lnTo>
                  <a:lnTo>
                    <a:pt x="624" y="500"/>
                  </a:lnTo>
                  <a:close/>
                  <a:moveTo>
                    <a:pt x="0" y="500"/>
                  </a:moveTo>
                  <a:lnTo>
                    <a:pt x="0" y="1024"/>
                  </a:lnTo>
                  <a:lnTo>
                    <a:pt x="100" y="1050"/>
                  </a:lnTo>
                  <a:lnTo>
                    <a:pt x="100" y="1224"/>
                  </a:lnTo>
                  <a:lnTo>
                    <a:pt x="224" y="1224"/>
                  </a:lnTo>
                  <a:lnTo>
                    <a:pt x="224" y="800"/>
                  </a:lnTo>
                  <a:lnTo>
                    <a:pt x="124" y="774"/>
                  </a:lnTo>
                  <a:lnTo>
                    <a:pt x="124" y="500"/>
                  </a:lnTo>
                  <a:close/>
                  <a:moveTo>
                    <a:pt x="1600" y="0"/>
                  </a:moveTo>
                  <a:lnTo>
                    <a:pt x="1600" y="224"/>
                  </a:lnTo>
                  <a:lnTo>
                    <a:pt x="1724" y="224"/>
                  </a:lnTo>
                  <a:lnTo>
                    <a:pt x="1724" y="0"/>
                  </a:lnTo>
                  <a:close/>
                  <a:moveTo>
                    <a:pt x="600" y="0"/>
                  </a:moveTo>
                  <a:lnTo>
                    <a:pt x="6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A59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0" name="SFT trainable flame color 11"/>
            <p:cNvSpPr/>
            <p:nvPr/>
          </p:nvSpPr>
          <p:spPr>
            <a:xfrm>
              <a:off x="12539899" y="5343571"/>
              <a:ext cx="121067" cy="221651"/>
            </a:xfrm>
            <a:custGeom>
              <a:avLst/>
              <a:gdLst/>
              <a:ahLst/>
              <a:cxnLst/>
              <a:rect l="l" t="t" r="r" b="b"/>
              <a:pathLst>
                <a:path w="1324" h="2424">
                  <a:moveTo>
                    <a:pt x="0" y="2300"/>
                  </a:moveTo>
                  <a:lnTo>
                    <a:pt x="0" y="2424"/>
                  </a:lnTo>
                  <a:lnTo>
                    <a:pt x="124" y="2424"/>
                  </a:lnTo>
                  <a:lnTo>
                    <a:pt x="124" y="2300"/>
                  </a:lnTo>
                  <a:close/>
                  <a:moveTo>
                    <a:pt x="1200" y="2200"/>
                  </a:moveTo>
                  <a:lnTo>
                    <a:pt x="1200" y="2324"/>
                  </a:lnTo>
                  <a:lnTo>
                    <a:pt x="1324" y="2324"/>
                  </a:lnTo>
                  <a:lnTo>
                    <a:pt x="1324" y="2200"/>
                  </a:lnTo>
                  <a:close/>
                  <a:moveTo>
                    <a:pt x="600" y="0"/>
                  </a:moveTo>
                  <a:lnTo>
                    <a:pt x="600" y="274"/>
                  </a:lnTo>
                  <a:lnTo>
                    <a:pt x="500" y="300"/>
                  </a:lnTo>
                  <a:lnTo>
                    <a:pt x="474" y="400"/>
                  </a:lnTo>
                  <a:lnTo>
                    <a:pt x="400" y="400"/>
                  </a:lnTo>
                  <a:lnTo>
                    <a:pt x="400" y="574"/>
                  </a:lnTo>
                  <a:lnTo>
                    <a:pt x="300" y="600"/>
                  </a:lnTo>
                  <a:lnTo>
                    <a:pt x="300" y="874"/>
                  </a:lnTo>
                  <a:lnTo>
                    <a:pt x="200" y="900"/>
                  </a:lnTo>
                  <a:lnTo>
                    <a:pt x="200" y="1024"/>
                  </a:lnTo>
                  <a:lnTo>
                    <a:pt x="274" y="1024"/>
                  </a:lnTo>
                  <a:lnTo>
                    <a:pt x="300" y="1074"/>
                  </a:lnTo>
                  <a:lnTo>
                    <a:pt x="200" y="1100"/>
                  </a:lnTo>
                  <a:lnTo>
                    <a:pt x="200" y="1274"/>
                  </a:lnTo>
                  <a:lnTo>
                    <a:pt x="100" y="1300"/>
                  </a:lnTo>
                  <a:lnTo>
                    <a:pt x="100" y="1524"/>
                  </a:lnTo>
                  <a:lnTo>
                    <a:pt x="224" y="1524"/>
                  </a:lnTo>
                  <a:lnTo>
                    <a:pt x="224" y="1450"/>
                  </a:lnTo>
                  <a:lnTo>
                    <a:pt x="324" y="1424"/>
                  </a:lnTo>
                  <a:lnTo>
                    <a:pt x="324" y="1250"/>
                  </a:lnTo>
                  <a:lnTo>
                    <a:pt x="424" y="1224"/>
                  </a:lnTo>
                  <a:lnTo>
                    <a:pt x="424" y="1150"/>
                  </a:lnTo>
                  <a:lnTo>
                    <a:pt x="524" y="1124"/>
                  </a:lnTo>
                  <a:lnTo>
                    <a:pt x="524" y="1050"/>
                  </a:lnTo>
                  <a:lnTo>
                    <a:pt x="624" y="1024"/>
                  </a:lnTo>
                  <a:lnTo>
                    <a:pt x="650" y="924"/>
                  </a:lnTo>
                  <a:lnTo>
                    <a:pt x="700" y="950"/>
                  </a:lnTo>
                  <a:lnTo>
                    <a:pt x="700" y="1224"/>
                  </a:lnTo>
                  <a:lnTo>
                    <a:pt x="800" y="1250"/>
                  </a:lnTo>
                  <a:lnTo>
                    <a:pt x="800" y="1424"/>
                  </a:lnTo>
                  <a:lnTo>
                    <a:pt x="974" y="1424"/>
                  </a:lnTo>
                  <a:lnTo>
                    <a:pt x="1000" y="1524"/>
                  </a:lnTo>
                  <a:lnTo>
                    <a:pt x="1124" y="1524"/>
                  </a:lnTo>
                  <a:lnTo>
                    <a:pt x="1124" y="1300"/>
                  </a:lnTo>
                  <a:lnTo>
                    <a:pt x="1024" y="1274"/>
                  </a:lnTo>
                  <a:lnTo>
                    <a:pt x="1024" y="800"/>
                  </a:lnTo>
                  <a:lnTo>
                    <a:pt x="924" y="774"/>
                  </a:lnTo>
                  <a:lnTo>
                    <a:pt x="924" y="650"/>
                  </a:lnTo>
                  <a:lnTo>
                    <a:pt x="1024" y="624"/>
                  </a:lnTo>
                  <a:lnTo>
                    <a:pt x="1024" y="500"/>
                  </a:lnTo>
                  <a:lnTo>
                    <a:pt x="924" y="474"/>
                  </a:lnTo>
                  <a:lnTo>
                    <a:pt x="924" y="200"/>
                  </a:lnTo>
                  <a:lnTo>
                    <a:pt x="850" y="200"/>
                  </a:lnTo>
                  <a:lnTo>
                    <a:pt x="824" y="100"/>
                  </a:lnTo>
                  <a:lnTo>
                    <a:pt x="724" y="7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FA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1" name="SFT trainable flame color 12"/>
            <p:cNvSpPr/>
            <p:nvPr/>
          </p:nvSpPr>
          <p:spPr>
            <a:xfrm>
              <a:off x="12567331" y="5499019"/>
              <a:ext cx="57059" cy="75347"/>
            </a:xfrm>
            <a:custGeom>
              <a:avLst/>
              <a:gdLst/>
              <a:ahLst/>
              <a:cxnLst/>
              <a:rect l="l" t="t" r="r" b="b"/>
              <a:pathLst>
                <a:path w="624" h="824"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300" y="0"/>
                  </a:moveTo>
                  <a:lnTo>
                    <a:pt x="274" y="100"/>
                  </a:lnTo>
                  <a:lnTo>
                    <a:pt x="100" y="100"/>
                  </a:lnTo>
                  <a:lnTo>
                    <a:pt x="100" y="174"/>
                  </a:lnTo>
                  <a:lnTo>
                    <a:pt x="0" y="200"/>
                  </a:lnTo>
                  <a:lnTo>
                    <a:pt x="0" y="524"/>
                  </a:lnTo>
                  <a:lnTo>
                    <a:pt x="100" y="550"/>
                  </a:lnTo>
                  <a:lnTo>
                    <a:pt x="100" y="724"/>
                  </a:lnTo>
                  <a:lnTo>
                    <a:pt x="174" y="724"/>
                  </a:lnTo>
                  <a:lnTo>
                    <a:pt x="200" y="824"/>
                  </a:lnTo>
                  <a:lnTo>
                    <a:pt x="424" y="824"/>
                  </a:lnTo>
                  <a:lnTo>
                    <a:pt x="424" y="650"/>
                  </a:lnTo>
                  <a:lnTo>
                    <a:pt x="524" y="624"/>
                  </a:lnTo>
                  <a:lnTo>
                    <a:pt x="524" y="100"/>
                  </a:lnTo>
                  <a:lnTo>
                    <a:pt x="450" y="100"/>
                  </a:lnTo>
                  <a:lnTo>
                    <a:pt x="424" y="0"/>
                  </a:lnTo>
                  <a:close/>
                  <a:moveTo>
                    <a:pt x="124" y="450"/>
                  </a:moveTo>
                  <a:lnTo>
                    <a:pt x="224" y="424"/>
                  </a:lnTo>
                  <a:lnTo>
                    <a:pt x="250" y="324"/>
                  </a:lnTo>
                  <a:lnTo>
                    <a:pt x="374" y="324"/>
                  </a:lnTo>
                  <a:lnTo>
                    <a:pt x="400" y="350"/>
                  </a:lnTo>
                  <a:lnTo>
                    <a:pt x="400" y="474"/>
                  </a:lnTo>
                  <a:lnTo>
                    <a:pt x="374" y="500"/>
                  </a:lnTo>
                  <a:lnTo>
                    <a:pt x="150" y="500"/>
                  </a:lnTo>
                  <a:close/>
                </a:path>
              </a:pathLst>
            </a:custGeom>
            <a:solidFill>
              <a:srgbClr val="FCFD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2" name="SFT trainable flame color 13"/>
            <p:cNvSpPr/>
            <p:nvPr/>
          </p:nvSpPr>
          <p:spPr>
            <a:xfrm>
              <a:off x="12485035" y="5297851"/>
              <a:ext cx="203363" cy="249083"/>
            </a:xfrm>
            <a:custGeom>
              <a:avLst/>
              <a:gdLst/>
              <a:ahLst/>
              <a:cxnLst/>
              <a:rect l="l" t="t" r="r" b="b"/>
              <a:pathLst>
                <a:path w="2224" h="2724">
                  <a:moveTo>
                    <a:pt x="300" y="2500"/>
                  </a:moveTo>
                  <a:lnTo>
                    <a:pt x="300" y="2724"/>
                  </a:lnTo>
                  <a:lnTo>
                    <a:pt x="424" y="2724"/>
                  </a:lnTo>
                  <a:lnTo>
                    <a:pt x="424" y="2500"/>
                  </a:lnTo>
                  <a:close/>
                  <a:moveTo>
                    <a:pt x="200" y="2300"/>
                  </a:moveTo>
                  <a:lnTo>
                    <a:pt x="200" y="2424"/>
                  </a:lnTo>
                  <a:lnTo>
                    <a:pt x="324" y="2424"/>
                  </a:lnTo>
                  <a:lnTo>
                    <a:pt x="324" y="2300"/>
                  </a:lnTo>
                  <a:close/>
                  <a:moveTo>
                    <a:pt x="1900" y="2000"/>
                  </a:moveTo>
                  <a:lnTo>
                    <a:pt x="1900" y="2124"/>
                  </a:lnTo>
                  <a:lnTo>
                    <a:pt x="2024" y="2124"/>
                  </a:lnTo>
                  <a:lnTo>
                    <a:pt x="2024" y="20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400" y="1600"/>
                  </a:moveTo>
                  <a:lnTo>
                    <a:pt x="400" y="1724"/>
                  </a:lnTo>
                  <a:lnTo>
                    <a:pt x="724" y="1724"/>
                  </a:lnTo>
                  <a:lnTo>
                    <a:pt x="724" y="1600"/>
                  </a:lnTo>
                  <a:close/>
                  <a:moveTo>
                    <a:pt x="1800" y="1100"/>
                  </a:moveTo>
                  <a:lnTo>
                    <a:pt x="1800" y="1174"/>
                  </a:lnTo>
                  <a:lnTo>
                    <a:pt x="1700" y="1200"/>
                  </a:lnTo>
                  <a:lnTo>
                    <a:pt x="1700" y="1524"/>
                  </a:lnTo>
                  <a:lnTo>
                    <a:pt x="1874" y="1524"/>
                  </a:lnTo>
                  <a:lnTo>
                    <a:pt x="1900" y="1574"/>
                  </a:lnTo>
                  <a:lnTo>
                    <a:pt x="1800" y="1600"/>
                  </a:lnTo>
                  <a:lnTo>
                    <a:pt x="1800" y="1724"/>
                  </a:lnTo>
                  <a:lnTo>
                    <a:pt x="1874" y="1724"/>
                  </a:lnTo>
                  <a:lnTo>
                    <a:pt x="1900" y="1824"/>
                  </a:lnTo>
                  <a:lnTo>
                    <a:pt x="2024" y="1824"/>
                  </a:lnTo>
                  <a:lnTo>
                    <a:pt x="2024" y="1750"/>
                  </a:lnTo>
                  <a:lnTo>
                    <a:pt x="2124" y="1724"/>
                  </a:lnTo>
                  <a:lnTo>
                    <a:pt x="2124" y="1550"/>
                  </a:lnTo>
                  <a:lnTo>
                    <a:pt x="2224" y="1524"/>
                  </a:lnTo>
                  <a:lnTo>
                    <a:pt x="2224" y="1400"/>
                  </a:lnTo>
                  <a:lnTo>
                    <a:pt x="2100" y="1400"/>
                  </a:lnTo>
                  <a:lnTo>
                    <a:pt x="2074" y="1500"/>
                  </a:lnTo>
                  <a:lnTo>
                    <a:pt x="1950" y="1500"/>
                  </a:lnTo>
                  <a:lnTo>
                    <a:pt x="1924" y="1474"/>
                  </a:lnTo>
                  <a:lnTo>
                    <a:pt x="1924" y="1100"/>
                  </a:lnTo>
                  <a:close/>
                  <a:moveTo>
                    <a:pt x="700" y="1100"/>
                  </a:moveTo>
                  <a:lnTo>
                    <a:pt x="700" y="1174"/>
                  </a:lnTo>
                  <a:lnTo>
                    <a:pt x="600" y="1200"/>
                  </a:lnTo>
                  <a:lnTo>
                    <a:pt x="600" y="1524"/>
                  </a:lnTo>
                  <a:lnTo>
                    <a:pt x="824" y="1524"/>
                  </a:lnTo>
                  <a:lnTo>
                    <a:pt x="824" y="1100"/>
                  </a:lnTo>
                  <a:close/>
                  <a:moveTo>
                    <a:pt x="924" y="700"/>
                  </a:moveTo>
                  <a:lnTo>
                    <a:pt x="800" y="700"/>
                  </a:lnTo>
                  <a:lnTo>
                    <a:pt x="800" y="874"/>
                  </a:lnTo>
                  <a:lnTo>
                    <a:pt x="700" y="900"/>
                  </a:lnTo>
                  <a:lnTo>
                    <a:pt x="700" y="1024"/>
                  </a:lnTo>
                  <a:lnTo>
                    <a:pt x="824" y="1024"/>
                  </a:lnTo>
                  <a:lnTo>
                    <a:pt x="824" y="950"/>
                  </a:lnTo>
                  <a:lnTo>
                    <a:pt x="924" y="924"/>
                  </a:lnTo>
                  <a:close/>
                  <a:moveTo>
                    <a:pt x="1224" y="400"/>
                  </a:moveTo>
                  <a:lnTo>
                    <a:pt x="1100" y="400"/>
                  </a:lnTo>
                  <a:lnTo>
                    <a:pt x="1100" y="574"/>
                  </a:lnTo>
                  <a:lnTo>
                    <a:pt x="1000" y="600"/>
                  </a:lnTo>
                  <a:lnTo>
                    <a:pt x="1000" y="724"/>
                  </a:lnTo>
                  <a:lnTo>
                    <a:pt x="1124" y="724"/>
                  </a:lnTo>
                  <a:lnTo>
                    <a:pt x="1124" y="650"/>
                  </a:lnTo>
                  <a:lnTo>
                    <a:pt x="1224" y="624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74" y="224"/>
                  </a:lnTo>
                  <a:lnTo>
                    <a:pt x="1300" y="324"/>
                  </a:lnTo>
                  <a:lnTo>
                    <a:pt x="1374" y="324"/>
                  </a:lnTo>
                  <a:lnTo>
                    <a:pt x="1400" y="424"/>
                  </a:lnTo>
                  <a:lnTo>
                    <a:pt x="1474" y="424"/>
                  </a:lnTo>
                  <a:lnTo>
                    <a:pt x="1500" y="524"/>
                  </a:lnTo>
                  <a:lnTo>
                    <a:pt x="1600" y="550"/>
                  </a:lnTo>
                  <a:lnTo>
                    <a:pt x="1600" y="724"/>
                  </a:lnTo>
                  <a:lnTo>
                    <a:pt x="1700" y="750"/>
                  </a:lnTo>
                  <a:lnTo>
                    <a:pt x="1700" y="1024"/>
                  </a:lnTo>
                  <a:lnTo>
                    <a:pt x="1824" y="1024"/>
                  </a:lnTo>
                  <a:lnTo>
                    <a:pt x="1824" y="850"/>
                  </a:lnTo>
                  <a:lnTo>
                    <a:pt x="1924" y="824"/>
                  </a:lnTo>
                  <a:lnTo>
                    <a:pt x="1924" y="700"/>
                  </a:lnTo>
                  <a:lnTo>
                    <a:pt x="1850" y="700"/>
                  </a:lnTo>
                  <a:lnTo>
                    <a:pt x="1824" y="600"/>
                  </a:lnTo>
                  <a:lnTo>
                    <a:pt x="1724" y="574"/>
                  </a:lnTo>
                  <a:lnTo>
                    <a:pt x="1724" y="400"/>
                  </a:lnTo>
                  <a:lnTo>
                    <a:pt x="1650" y="400"/>
                  </a:lnTo>
                  <a:lnTo>
                    <a:pt x="1624" y="300"/>
                  </a:lnTo>
                  <a:lnTo>
                    <a:pt x="1450" y="300"/>
                  </a:lnTo>
                  <a:lnTo>
                    <a:pt x="1424" y="200"/>
                  </a:lnTo>
                  <a:lnTo>
                    <a:pt x="1350" y="200"/>
                  </a:lnTo>
                  <a:lnTo>
                    <a:pt x="1324" y="100"/>
                  </a:lnTo>
                  <a:lnTo>
                    <a:pt x="1224" y="7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748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3" name="SFT trainable flame color 14"/>
            <p:cNvSpPr/>
            <p:nvPr/>
          </p:nvSpPr>
          <p:spPr>
            <a:xfrm>
              <a:off x="12503323" y="5288707"/>
              <a:ext cx="203363" cy="285659"/>
            </a:xfrm>
            <a:custGeom>
              <a:avLst/>
              <a:gdLst/>
              <a:ahLst/>
              <a:cxnLst/>
              <a:rect l="l" t="t" r="r" b="b"/>
              <a:pathLst>
                <a:path w="2224" h="3124">
                  <a:moveTo>
                    <a:pt x="600" y="3000"/>
                  </a:moveTo>
                  <a:lnTo>
                    <a:pt x="600" y="3124"/>
                  </a:lnTo>
                  <a:lnTo>
                    <a:pt x="724" y="3124"/>
                  </a:lnTo>
                  <a:lnTo>
                    <a:pt x="724" y="3000"/>
                  </a:lnTo>
                  <a:close/>
                  <a:moveTo>
                    <a:pt x="1400" y="2900"/>
                  </a:moveTo>
                  <a:lnTo>
                    <a:pt x="1400" y="3024"/>
                  </a:lnTo>
                  <a:lnTo>
                    <a:pt x="1524" y="3024"/>
                  </a:lnTo>
                  <a:lnTo>
                    <a:pt x="1524" y="2900"/>
                  </a:lnTo>
                  <a:close/>
                  <a:moveTo>
                    <a:pt x="300" y="2900"/>
                  </a:moveTo>
                  <a:lnTo>
                    <a:pt x="300" y="3024"/>
                  </a:lnTo>
                  <a:lnTo>
                    <a:pt x="424" y="3024"/>
                  </a:lnTo>
                  <a:lnTo>
                    <a:pt x="424" y="2900"/>
                  </a:lnTo>
                  <a:close/>
                  <a:moveTo>
                    <a:pt x="1800" y="2700"/>
                  </a:moveTo>
                  <a:lnTo>
                    <a:pt x="1800" y="2824"/>
                  </a:lnTo>
                  <a:lnTo>
                    <a:pt x="1924" y="2824"/>
                  </a:lnTo>
                  <a:lnTo>
                    <a:pt x="1924" y="2700"/>
                  </a:lnTo>
                  <a:close/>
                  <a:moveTo>
                    <a:pt x="0" y="2600"/>
                  </a:moveTo>
                  <a:lnTo>
                    <a:pt x="0" y="2724"/>
                  </a:lnTo>
                  <a:lnTo>
                    <a:pt x="124" y="2724"/>
                  </a:lnTo>
                  <a:lnTo>
                    <a:pt x="124" y="2600"/>
                  </a:lnTo>
                  <a:close/>
                  <a:moveTo>
                    <a:pt x="2100" y="1700"/>
                  </a:moveTo>
                  <a:lnTo>
                    <a:pt x="2100" y="1824"/>
                  </a:lnTo>
                  <a:lnTo>
                    <a:pt x="2224" y="1824"/>
                  </a:lnTo>
                  <a:lnTo>
                    <a:pt x="2224" y="1700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EFC7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4" name="SFT trainable flame color 15"/>
            <p:cNvSpPr/>
            <p:nvPr/>
          </p:nvSpPr>
          <p:spPr>
            <a:xfrm>
              <a:off x="12539899" y="5517307"/>
              <a:ext cx="111923" cy="38771"/>
            </a:xfrm>
            <a:custGeom>
              <a:avLst/>
              <a:gdLst/>
              <a:ahLst/>
              <a:cxnLst/>
              <a:rect l="l" t="t" r="r" b="b"/>
              <a:pathLst>
                <a:path w="1224" h="424">
                  <a:moveTo>
                    <a:pt x="1000" y="3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300"/>
                  </a:lnTo>
                  <a:close/>
                  <a:moveTo>
                    <a:pt x="0" y="100"/>
                  </a:moveTo>
                  <a:lnTo>
                    <a:pt x="0" y="324"/>
                  </a:lnTo>
                  <a:lnTo>
                    <a:pt x="74" y="324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300"/>
                  </a:lnTo>
                  <a:lnTo>
                    <a:pt x="124" y="274"/>
                  </a:lnTo>
                  <a:lnTo>
                    <a:pt x="124" y="1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BCE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5" name="SFT trainable flame color 16"/>
            <p:cNvSpPr/>
            <p:nvPr/>
          </p:nvSpPr>
          <p:spPr>
            <a:xfrm>
              <a:off x="12512467" y="5471587"/>
              <a:ext cx="157643" cy="84491"/>
            </a:xfrm>
            <a:custGeom>
              <a:avLst/>
              <a:gdLst/>
              <a:ahLst/>
              <a:cxnLst/>
              <a:rect l="l" t="t" r="r" b="b"/>
              <a:pathLst>
                <a:path w="1724" h="924"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1724" y="500"/>
                  </a:moveTo>
                  <a:lnTo>
                    <a:pt x="1600" y="500"/>
                  </a:lnTo>
                  <a:lnTo>
                    <a:pt x="1600" y="674"/>
                  </a:lnTo>
                  <a:lnTo>
                    <a:pt x="1500" y="700"/>
                  </a:lnTo>
                  <a:lnTo>
                    <a:pt x="1500" y="824"/>
                  </a:lnTo>
                  <a:lnTo>
                    <a:pt x="1624" y="824"/>
                  </a:lnTo>
                  <a:lnTo>
                    <a:pt x="1624" y="750"/>
                  </a:lnTo>
                  <a:lnTo>
                    <a:pt x="1724" y="724"/>
                  </a:lnTo>
                  <a:close/>
                  <a:moveTo>
                    <a:pt x="100" y="5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724" y="424"/>
                  </a:lnTo>
                  <a:lnTo>
                    <a:pt x="1724" y="3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27F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6" name="SFT trainable flame color 17"/>
            <p:cNvSpPr/>
            <p:nvPr/>
          </p:nvSpPr>
          <p:spPr>
            <a:xfrm>
              <a:off x="12485035" y="5316139"/>
              <a:ext cx="221651" cy="194219"/>
            </a:xfrm>
            <a:custGeom>
              <a:avLst/>
              <a:gdLst/>
              <a:ahLst/>
              <a:cxnLst/>
              <a:rect l="l" t="t" r="r" b="b"/>
              <a:pathLst>
                <a:path w="2424" h="2124">
                  <a:moveTo>
                    <a:pt x="100" y="2000"/>
                  </a:moveTo>
                  <a:lnTo>
                    <a:pt x="100" y="2124"/>
                  </a:lnTo>
                  <a:lnTo>
                    <a:pt x="224" y="2124"/>
                  </a:lnTo>
                  <a:lnTo>
                    <a:pt x="224" y="2000"/>
                  </a:lnTo>
                  <a:close/>
                  <a:moveTo>
                    <a:pt x="0" y="1800"/>
                  </a:moveTo>
                  <a:lnTo>
                    <a:pt x="0" y="1924"/>
                  </a:lnTo>
                  <a:lnTo>
                    <a:pt x="124" y="1924"/>
                  </a:lnTo>
                  <a:lnTo>
                    <a:pt x="124" y="1800"/>
                  </a:lnTo>
                  <a:close/>
                  <a:moveTo>
                    <a:pt x="2300" y="1600"/>
                  </a:moveTo>
                  <a:lnTo>
                    <a:pt x="2300" y="1724"/>
                  </a:lnTo>
                  <a:lnTo>
                    <a:pt x="2424" y="1724"/>
                  </a:lnTo>
                  <a:lnTo>
                    <a:pt x="2424" y="16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1600" y="1200"/>
                  </a:moveTo>
                  <a:lnTo>
                    <a:pt x="1600" y="1324"/>
                  </a:lnTo>
                  <a:lnTo>
                    <a:pt x="1700" y="1350"/>
                  </a:lnTo>
                  <a:lnTo>
                    <a:pt x="1700" y="1524"/>
                  </a:lnTo>
                  <a:lnTo>
                    <a:pt x="1824" y="1524"/>
                  </a:lnTo>
                  <a:lnTo>
                    <a:pt x="1824" y="1450"/>
                  </a:lnTo>
                  <a:lnTo>
                    <a:pt x="1924" y="1424"/>
                  </a:lnTo>
                  <a:lnTo>
                    <a:pt x="1950" y="1324"/>
                  </a:lnTo>
                  <a:lnTo>
                    <a:pt x="2024" y="1324"/>
                  </a:lnTo>
                  <a:lnTo>
                    <a:pt x="2024" y="1200"/>
                  </a:lnTo>
                  <a:lnTo>
                    <a:pt x="1900" y="1200"/>
                  </a:lnTo>
                  <a:lnTo>
                    <a:pt x="1874" y="1300"/>
                  </a:lnTo>
                  <a:lnTo>
                    <a:pt x="1750" y="1300"/>
                  </a:lnTo>
                  <a:lnTo>
                    <a:pt x="1724" y="1200"/>
                  </a:lnTo>
                  <a:close/>
                  <a:moveTo>
                    <a:pt x="100" y="1200"/>
                  </a:moveTo>
                  <a:lnTo>
                    <a:pt x="100" y="1324"/>
                  </a:lnTo>
                  <a:lnTo>
                    <a:pt x="224" y="1324"/>
                  </a:lnTo>
                  <a:lnTo>
                    <a:pt x="224" y="12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200" y="700"/>
                  </a:moveTo>
                  <a:lnTo>
                    <a:pt x="200" y="824"/>
                  </a:lnTo>
                  <a:lnTo>
                    <a:pt x="324" y="824"/>
                  </a:lnTo>
                  <a:lnTo>
                    <a:pt x="324" y="7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1700" y="300"/>
                  </a:moveTo>
                  <a:lnTo>
                    <a:pt x="1700" y="424"/>
                  </a:lnTo>
                  <a:lnTo>
                    <a:pt x="1824" y="424"/>
                  </a:lnTo>
                  <a:lnTo>
                    <a:pt x="1824" y="3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74" y="224"/>
                  </a:lnTo>
                  <a:lnTo>
                    <a:pt x="1300" y="324"/>
                  </a:lnTo>
                  <a:lnTo>
                    <a:pt x="1400" y="350"/>
                  </a:lnTo>
                  <a:lnTo>
                    <a:pt x="1400" y="424"/>
                  </a:lnTo>
                  <a:lnTo>
                    <a:pt x="1524" y="424"/>
                  </a:lnTo>
                  <a:lnTo>
                    <a:pt x="1524" y="200"/>
                  </a:lnTo>
                  <a:lnTo>
                    <a:pt x="1424" y="174"/>
                  </a:lnTo>
                  <a:lnTo>
                    <a:pt x="1450" y="124"/>
                  </a:lnTo>
                  <a:lnTo>
                    <a:pt x="1524" y="124"/>
                  </a:lnTo>
                  <a:lnTo>
                    <a:pt x="1524" y="0"/>
                  </a:lnTo>
                  <a:lnTo>
                    <a:pt x="1400" y="0"/>
                  </a:lnTo>
                  <a:lnTo>
                    <a:pt x="1374" y="100"/>
                  </a:lnTo>
                  <a:lnTo>
                    <a:pt x="1324" y="7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F55E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7" name="SFT trainable flame color 18"/>
            <p:cNvSpPr/>
            <p:nvPr/>
          </p:nvSpPr>
          <p:spPr>
            <a:xfrm>
              <a:off x="12530755" y="5471587"/>
              <a:ext cx="130211" cy="93635"/>
            </a:xfrm>
            <a:custGeom>
              <a:avLst/>
              <a:gdLst/>
              <a:ahLst/>
              <a:cxnLst/>
              <a:rect l="l" t="t" r="r" b="b"/>
              <a:pathLst>
                <a:path w="1424" h="1024">
                  <a:moveTo>
                    <a:pt x="1000" y="900"/>
                  </a:moveTo>
                  <a:lnTo>
                    <a:pt x="1000" y="1024"/>
                  </a:lnTo>
                  <a:lnTo>
                    <a:pt x="1124" y="1024"/>
                  </a:lnTo>
                  <a:lnTo>
                    <a:pt x="1124" y="900"/>
                  </a:lnTo>
                  <a:close/>
                  <a:moveTo>
                    <a:pt x="1300" y="300"/>
                  </a:moveTo>
                  <a:lnTo>
                    <a:pt x="1300" y="374"/>
                  </a:lnTo>
                  <a:lnTo>
                    <a:pt x="1200" y="400"/>
                  </a:lnTo>
                  <a:lnTo>
                    <a:pt x="1200" y="524"/>
                  </a:lnTo>
                  <a:lnTo>
                    <a:pt x="1274" y="524"/>
                  </a:lnTo>
                  <a:lnTo>
                    <a:pt x="1300" y="624"/>
                  </a:lnTo>
                  <a:lnTo>
                    <a:pt x="1424" y="624"/>
                  </a:lnTo>
                  <a:lnTo>
                    <a:pt x="1424" y="300"/>
                  </a:lnTo>
                  <a:close/>
                  <a:moveTo>
                    <a:pt x="1200" y="0"/>
                  </a:moveTo>
                  <a:lnTo>
                    <a:pt x="1200" y="224"/>
                  </a:lnTo>
                  <a:lnTo>
                    <a:pt x="1424" y="224"/>
                  </a:lnTo>
                  <a:lnTo>
                    <a:pt x="1424" y="0"/>
                  </a:lnTo>
                  <a:close/>
                  <a:moveTo>
                    <a:pt x="100" y="0"/>
                  </a:moveTo>
                  <a:lnTo>
                    <a:pt x="100" y="74"/>
                  </a:lnTo>
                  <a:lnTo>
                    <a:pt x="0" y="100"/>
                  </a:lnTo>
                  <a:lnTo>
                    <a:pt x="0" y="324"/>
                  </a:lnTo>
                  <a:lnTo>
                    <a:pt x="100" y="350"/>
                  </a:lnTo>
                  <a:lnTo>
                    <a:pt x="74" y="400"/>
                  </a:lnTo>
                  <a:lnTo>
                    <a:pt x="0" y="400"/>
                  </a:lnTo>
                  <a:lnTo>
                    <a:pt x="0" y="624"/>
                  </a:lnTo>
                  <a:lnTo>
                    <a:pt x="224" y="6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FFB5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8" name="SFT trainable flame color 19"/>
            <p:cNvSpPr/>
            <p:nvPr/>
          </p:nvSpPr>
          <p:spPr>
            <a:xfrm>
              <a:off x="12475891" y="5297851"/>
              <a:ext cx="230795" cy="267371"/>
            </a:xfrm>
            <a:custGeom>
              <a:avLst/>
              <a:gdLst/>
              <a:ahLst/>
              <a:cxnLst/>
              <a:rect l="l" t="t" r="r" b="b"/>
              <a:pathLst>
                <a:path w="2524" h="2924">
                  <a:moveTo>
                    <a:pt x="500" y="2800"/>
                  </a:moveTo>
                  <a:lnTo>
                    <a:pt x="500" y="2924"/>
                  </a:lnTo>
                  <a:lnTo>
                    <a:pt x="624" y="2924"/>
                  </a:lnTo>
                  <a:lnTo>
                    <a:pt x="624" y="2800"/>
                  </a:lnTo>
                  <a:close/>
                  <a:moveTo>
                    <a:pt x="2100" y="2500"/>
                  </a:moveTo>
                  <a:lnTo>
                    <a:pt x="2100" y="2624"/>
                  </a:lnTo>
                  <a:lnTo>
                    <a:pt x="2224" y="2624"/>
                  </a:lnTo>
                  <a:lnTo>
                    <a:pt x="2224" y="2500"/>
                  </a:lnTo>
                  <a:close/>
                  <a:moveTo>
                    <a:pt x="200" y="2500"/>
                  </a:moveTo>
                  <a:lnTo>
                    <a:pt x="200" y="2624"/>
                  </a:lnTo>
                  <a:lnTo>
                    <a:pt x="324" y="2624"/>
                  </a:lnTo>
                  <a:lnTo>
                    <a:pt x="324" y="2500"/>
                  </a:lnTo>
                  <a:close/>
                  <a:moveTo>
                    <a:pt x="100" y="2200"/>
                  </a:moveTo>
                  <a:lnTo>
                    <a:pt x="100" y="2324"/>
                  </a:lnTo>
                  <a:lnTo>
                    <a:pt x="224" y="2324"/>
                  </a:lnTo>
                  <a:lnTo>
                    <a:pt x="224" y="2200"/>
                  </a:lnTo>
                  <a:close/>
                  <a:moveTo>
                    <a:pt x="2400" y="2100"/>
                  </a:moveTo>
                  <a:lnTo>
                    <a:pt x="2400" y="2224"/>
                  </a:lnTo>
                  <a:lnTo>
                    <a:pt x="2524" y="2224"/>
                  </a:lnTo>
                  <a:lnTo>
                    <a:pt x="2524" y="21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2400" y="1500"/>
                  </a:moveTo>
                  <a:lnTo>
                    <a:pt x="2400" y="1624"/>
                  </a:lnTo>
                  <a:lnTo>
                    <a:pt x="2524" y="1624"/>
                  </a:lnTo>
                  <a:lnTo>
                    <a:pt x="2524" y="1500"/>
                  </a:lnTo>
                  <a:close/>
                  <a:moveTo>
                    <a:pt x="100" y="1400"/>
                  </a:moveTo>
                  <a:lnTo>
                    <a:pt x="100" y="1524"/>
                  </a:lnTo>
                  <a:lnTo>
                    <a:pt x="224" y="1524"/>
                  </a:lnTo>
                  <a:lnTo>
                    <a:pt x="224" y="14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2000" y="11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1100"/>
                  </a:lnTo>
                  <a:close/>
                  <a:moveTo>
                    <a:pt x="200" y="1100"/>
                  </a:moveTo>
                  <a:lnTo>
                    <a:pt x="200" y="1224"/>
                  </a:lnTo>
                  <a:lnTo>
                    <a:pt x="324" y="1224"/>
                  </a:lnTo>
                  <a:lnTo>
                    <a:pt x="324" y="1100"/>
                  </a:lnTo>
                  <a:close/>
                  <a:moveTo>
                    <a:pt x="700" y="900"/>
                  </a:moveTo>
                  <a:lnTo>
                    <a:pt x="700" y="1024"/>
                  </a:lnTo>
                  <a:lnTo>
                    <a:pt x="824" y="1024"/>
                  </a:lnTo>
                  <a:lnTo>
                    <a:pt x="824" y="900"/>
                  </a:lnTo>
                  <a:close/>
                  <a:moveTo>
                    <a:pt x="2000" y="700"/>
                  </a:moveTo>
                  <a:lnTo>
                    <a:pt x="2000" y="824"/>
                  </a:lnTo>
                  <a:lnTo>
                    <a:pt x="2124" y="824"/>
                  </a:lnTo>
                  <a:lnTo>
                    <a:pt x="2124" y="700"/>
                  </a:lnTo>
                  <a:close/>
                  <a:moveTo>
                    <a:pt x="1500" y="100"/>
                  </a:moveTo>
                  <a:lnTo>
                    <a:pt x="1500" y="224"/>
                  </a:lnTo>
                  <a:lnTo>
                    <a:pt x="1624" y="224"/>
                  </a:lnTo>
                  <a:lnTo>
                    <a:pt x="1624" y="1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AE4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9" name="SFT trainable flame color 20"/>
            <p:cNvSpPr/>
            <p:nvPr/>
          </p:nvSpPr>
          <p:spPr>
            <a:xfrm>
              <a:off x="12549043" y="5508163"/>
              <a:ext cx="93635" cy="57059"/>
            </a:xfrm>
            <a:custGeom>
              <a:avLst/>
              <a:gdLst/>
              <a:ahLst/>
              <a:cxnLst/>
              <a:rect l="l" t="t" r="r" b="b"/>
              <a:pathLst>
                <a:path w="1024" h="624">
                  <a:moveTo>
                    <a:pt x="200" y="500"/>
                  </a:moveTo>
                  <a:lnTo>
                    <a:pt x="200" y="624"/>
                  </a:lnTo>
                  <a:lnTo>
                    <a:pt x="324" y="624"/>
                  </a:lnTo>
                  <a:lnTo>
                    <a:pt x="324" y="500"/>
                  </a:lnTo>
                  <a:close/>
                  <a:moveTo>
                    <a:pt x="800" y="300"/>
                  </a:moveTo>
                  <a:lnTo>
                    <a:pt x="800" y="424"/>
                  </a:lnTo>
                  <a:lnTo>
                    <a:pt x="924" y="424"/>
                  </a:lnTo>
                  <a:lnTo>
                    <a:pt x="924" y="300"/>
                  </a:lnTo>
                  <a:close/>
                  <a:moveTo>
                    <a:pt x="900" y="100"/>
                  </a:moveTo>
                  <a:lnTo>
                    <a:pt x="900" y="224"/>
                  </a:lnTo>
                  <a:lnTo>
                    <a:pt x="1024" y="224"/>
                  </a:lnTo>
                  <a:lnTo>
                    <a:pt x="1024" y="100"/>
                  </a:lnTo>
                  <a:close/>
                  <a:moveTo>
                    <a:pt x="0" y="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4F1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0" name="SFT trainable flame color 21"/>
            <p:cNvSpPr/>
            <p:nvPr/>
          </p:nvSpPr>
          <p:spPr>
            <a:xfrm>
              <a:off x="12549043" y="5425867"/>
              <a:ext cx="102779" cy="93635"/>
            </a:xfrm>
            <a:custGeom>
              <a:avLst/>
              <a:gdLst/>
              <a:ahLst/>
              <a:cxnLst/>
              <a:rect l="l" t="t" r="r" b="b"/>
              <a:pathLst>
                <a:path w="1124" h="1024">
                  <a:moveTo>
                    <a:pt x="500" y="0"/>
                  </a:moveTo>
                  <a:lnTo>
                    <a:pt x="500" y="74"/>
                  </a:lnTo>
                  <a:lnTo>
                    <a:pt x="400" y="100"/>
                  </a:lnTo>
                  <a:lnTo>
                    <a:pt x="400" y="174"/>
                  </a:lnTo>
                  <a:lnTo>
                    <a:pt x="300" y="200"/>
                  </a:lnTo>
                  <a:lnTo>
                    <a:pt x="274" y="300"/>
                  </a:lnTo>
                  <a:lnTo>
                    <a:pt x="200" y="300"/>
                  </a:lnTo>
                  <a:lnTo>
                    <a:pt x="200" y="474"/>
                  </a:lnTo>
                  <a:lnTo>
                    <a:pt x="100" y="500"/>
                  </a:lnTo>
                  <a:lnTo>
                    <a:pt x="74" y="600"/>
                  </a:lnTo>
                  <a:lnTo>
                    <a:pt x="0" y="600"/>
                  </a:lnTo>
                  <a:lnTo>
                    <a:pt x="0" y="924"/>
                  </a:lnTo>
                  <a:lnTo>
                    <a:pt x="124" y="924"/>
                  </a:lnTo>
                  <a:lnTo>
                    <a:pt x="124" y="750"/>
                  </a:lnTo>
                  <a:lnTo>
                    <a:pt x="224" y="724"/>
                  </a:lnTo>
                  <a:lnTo>
                    <a:pt x="250" y="624"/>
                  </a:lnTo>
                  <a:lnTo>
                    <a:pt x="324" y="624"/>
                  </a:lnTo>
                  <a:lnTo>
                    <a:pt x="324" y="450"/>
                  </a:lnTo>
                  <a:lnTo>
                    <a:pt x="350" y="424"/>
                  </a:lnTo>
                  <a:lnTo>
                    <a:pt x="574" y="424"/>
                  </a:lnTo>
                  <a:lnTo>
                    <a:pt x="600" y="524"/>
                  </a:lnTo>
                  <a:lnTo>
                    <a:pt x="674" y="524"/>
                  </a:lnTo>
                  <a:lnTo>
                    <a:pt x="700" y="624"/>
                  </a:lnTo>
                  <a:lnTo>
                    <a:pt x="800" y="650"/>
                  </a:lnTo>
                  <a:lnTo>
                    <a:pt x="800" y="824"/>
                  </a:lnTo>
                  <a:lnTo>
                    <a:pt x="900" y="850"/>
                  </a:lnTo>
                  <a:lnTo>
                    <a:pt x="900" y="1024"/>
                  </a:lnTo>
                  <a:lnTo>
                    <a:pt x="1024" y="1024"/>
                  </a:lnTo>
                  <a:lnTo>
                    <a:pt x="1024" y="950"/>
                  </a:lnTo>
                  <a:lnTo>
                    <a:pt x="1124" y="924"/>
                  </a:lnTo>
                  <a:lnTo>
                    <a:pt x="1124" y="700"/>
                  </a:lnTo>
                  <a:lnTo>
                    <a:pt x="1050" y="700"/>
                  </a:lnTo>
                  <a:lnTo>
                    <a:pt x="1024" y="600"/>
                  </a:lnTo>
                  <a:lnTo>
                    <a:pt x="924" y="574"/>
                  </a:lnTo>
                  <a:lnTo>
                    <a:pt x="924" y="500"/>
                  </a:lnTo>
                  <a:lnTo>
                    <a:pt x="750" y="500"/>
                  </a:lnTo>
                  <a:lnTo>
                    <a:pt x="724" y="474"/>
                  </a:lnTo>
                  <a:lnTo>
                    <a:pt x="724" y="300"/>
                  </a:lnTo>
                  <a:lnTo>
                    <a:pt x="624" y="27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FCF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21" name="Synthetic chain of thought steps"/>
          <p:cNvSpPr/>
          <p:nvPr/>
        </p:nvSpPr>
        <p:spPr>
          <a:xfrm>
            <a:off x="12920472" y="4370832"/>
            <a:ext cx="4636008" cy="1289304"/>
          </a:xfrm>
          <a:prstGeom prst="roundRect">
            <a:avLst>
              <a:gd name="adj" fmla="val 17021"/>
            </a:avLst>
          </a:prstGeom>
          <a:solidFill>
            <a:srgbClr val="F6F6F6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Document icon"/>
          <p:cNvSpPr/>
          <p:nvPr/>
        </p:nvSpPr>
        <p:spPr>
          <a:xfrm>
            <a:off x="13011912" y="4443984"/>
            <a:ext cx="393192" cy="521208"/>
          </a:xfrm>
          <a:custGeom>
            <a:avLst/>
            <a:gdLst/>
            <a:ahLst/>
            <a:cxnLst/>
            <a:rect l="l" t="t" r="r" b="b"/>
            <a:pathLst>
              <a:path w="4300" h="5700">
                <a:moveTo>
                  <a:pt x="300" y="0"/>
                </a:moveTo>
                <a:lnTo>
                  <a:pt x="2709" y="0"/>
                </a:lnTo>
                <a:lnTo>
                  <a:pt x="4300" y="1539"/>
                </a:lnTo>
                <a:lnTo>
                  <a:pt x="4300" y="5400"/>
                </a:lnTo>
                <a:lnTo>
                  <a:pt x="4000" y="5700"/>
                </a:lnTo>
                <a:lnTo>
                  <a:pt x="300" y="5700"/>
                </a:lnTo>
                <a:lnTo>
                  <a:pt x="0" y="5400"/>
                </a:lnTo>
                <a:lnTo>
                  <a:pt x="0" y="300"/>
                </a:lnTo>
                <a:close/>
              </a:path>
            </a:pathLst>
          </a:custGeom>
          <a:solidFill>
            <a:srgbClr val="1B86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Document fold"/>
          <p:cNvSpPr/>
          <p:nvPr/>
        </p:nvSpPr>
        <p:spPr>
          <a:xfrm>
            <a:off x="13259623" y="4471416"/>
            <a:ext cx="118049" cy="113294"/>
          </a:xfrm>
          <a:custGeom>
            <a:avLst/>
            <a:gdLst/>
            <a:ahLst/>
            <a:cxnLst/>
            <a:rect l="l" t="t" r="r" b="b"/>
            <a:pathLst>
              <a:path w="1291" h="1239">
                <a:moveTo>
                  <a:pt x="0" y="0"/>
                </a:moveTo>
                <a:lnTo>
                  <a:pt x="0" y="1239"/>
                </a:lnTo>
                <a:lnTo>
                  <a:pt x="1291" y="1239"/>
                </a:lnTo>
                <a:close/>
              </a:path>
            </a:pathLst>
          </a:custGeom>
          <a:solidFill>
            <a:srgbClr val="ADD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4" name="Document text line"/>
          <p:cNvCxnSpPr/>
          <p:nvPr/>
        </p:nvCxnSpPr>
        <p:spPr>
          <a:xfrm>
            <a:off x="13078755" y="4668103"/>
            <a:ext cx="243779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5" name="Document text line"/>
          <p:cNvCxnSpPr/>
          <p:nvPr/>
        </p:nvCxnSpPr>
        <p:spPr>
          <a:xfrm>
            <a:off x="13078755" y="4741073"/>
            <a:ext cx="243779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6" name="Document text line"/>
          <p:cNvCxnSpPr/>
          <p:nvPr/>
        </p:nvCxnSpPr>
        <p:spPr>
          <a:xfrm>
            <a:off x="13078755" y="4814042"/>
            <a:ext cx="192664" cy="0"/>
          </a:xfrm>
          <a:prstGeom prst="line">
            <a:avLst/>
          </a:prstGeom>
          <a:ln w="164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7" name="Reasoning ellipsis"/>
          <p:cNvSpPr/>
          <p:nvPr/>
        </p:nvSpPr>
        <p:spPr>
          <a:xfrm>
            <a:off x="13450824" y="4626864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asoning ellipsis"/>
          <p:cNvSpPr/>
          <p:nvPr/>
        </p:nvSpPr>
        <p:spPr>
          <a:xfrm>
            <a:off x="13450824" y="4718304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asoning ellipsis"/>
          <p:cNvSpPr/>
          <p:nvPr/>
        </p:nvSpPr>
        <p:spPr>
          <a:xfrm>
            <a:off x="13450824" y="4809744"/>
            <a:ext cx="36576" cy="36576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(1): Retrieval result speculation"/>
          <p:cNvSpPr txBox="1"/>
          <p:nvPr/>
        </p:nvSpPr>
        <p:spPr>
          <a:xfrm>
            <a:off x="13533120" y="4453128"/>
            <a:ext cx="2944682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(1): Retrieval result speculation</a:t>
            </a:r>
          </a:p>
        </p:txBody>
      </p:sp>
      <p:sp>
        <p:nvSpPr>
          <p:cNvPr id="731" name="(2): Quick verification for negative samples"/>
          <p:cNvSpPr txBox="1"/>
          <p:nvPr/>
        </p:nvSpPr>
        <p:spPr>
          <a:xfrm>
            <a:off x="13533120" y="4727448"/>
            <a:ext cx="4020002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(2): Quick verification for negative samples</a:t>
            </a:r>
          </a:p>
        </p:txBody>
      </p:sp>
      <p:sp>
        <p:nvSpPr>
          <p:cNvPr id="732" name="(3): Refined verification for positive samples"/>
          <p:cNvSpPr txBox="1"/>
          <p:nvPr/>
        </p:nvSpPr>
        <p:spPr>
          <a:xfrm>
            <a:off x="13011912" y="5010912"/>
            <a:ext cx="4125258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(3): Refined verification for positive samples</a:t>
            </a:r>
          </a:p>
        </p:txBody>
      </p:sp>
      <p:sp>
        <p:nvSpPr>
          <p:cNvPr id="733" name="(4): Retrieval result generation"/>
          <p:cNvSpPr txBox="1"/>
          <p:nvPr/>
        </p:nvSpPr>
        <p:spPr>
          <a:xfrm>
            <a:off x="13011912" y="5285232"/>
            <a:ext cx="2874659" cy="26919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5" b="0" i="0">
                <a:solidFill>
                  <a:srgbClr val="000000"/>
                </a:solidFill>
                <a:latin typeface="Arial"/>
              </a:rPr>
              <a:t>(4): Retrieval result generation</a:t>
            </a:r>
          </a:p>
        </p:txBody>
      </p:sp>
      <p:sp>
        <p:nvSpPr>
          <p:cNvPr id="734" name="Stage 3: RL with Curriculum Reward for Enhancement"/>
          <p:cNvSpPr txBox="1"/>
          <p:nvPr/>
        </p:nvSpPr>
        <p:spPr>
          <a:xfrm>
            <a:off x="9564624" y="6254496"/>
            <a:ext cx="6549661" cy="3464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31" b="0" i="0">
                <a:solidFill>
                  <a:srgbClr val="000000"/>
                </a:solidFill>
                <a:latin typeface="Arial"/>
              </a:rPr>
              <a:t>Stage 3: RL with Curriculum Reward for Enhancement</a:t>
            </a:r>
          </a:p>
        </p:txBody>
      </p:sp>
      <p:cxnSp>
        <p:nvCxnSpPr>
          <p:cNvPr id="735" name="Flow connector"/>
          <p:cNvCxnSpPr/>
          <p:nvPr/>
        </p:nvCxnSpPr>
        <p:spPr>
          <a:xfrm>
            <a:off x="10058400" y="7580376"/>
            <a:ext cx="292608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6" name="Arrowhead"/>
          <p:cNvSpPr/>
          <p:nvPr/>
        </p:nvSpPr>
        <p:spPr>
          <a:xfrm>
            <a:off x="10268712" y="7539228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7" name="Flow connector"/>
          <p:cNvCxnSpPr/>
          <p:nvPr/>
        </p:nvCxnSpPr>
        <p:spPr>
          <a:xfrm>
            <a:off x="11082528" y="7580376"/>
            <a:ext cx="265176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8" name="Arrowhead"/>
          <p:cNvSpPr/>
          <p:nvPr/>
        </p:nvSpPr>
        <p:spPr>
          <a:xfrm>
            <a:off x="11265408" y="7539228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9" name="Flow connector"/>
          <p:cNvCxnSpPr/>
          <p:nvPr/>
        </p:nvCxnSpPr>
        <p:spPr>
          <a:xfrm>
            <a:off x="14859000" y="7580376"/>
            <a:ext cx="338328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0" name="Arrowhead"/>
          <p:cNvSpPr/>
          <p:nvPr/>
        </p:nvSpPr>
        <p:spPr>
          <a:xfrm>
            <a:off x="15115032" y="7539228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1" name="Flow connector"/>
          <p:cNvCxnSpPr/>
          <p:nvPr/>
        </p:nvCxnSpPr>
        <p:spPr>
          <a:xfrm>
            <a:off x="15928848" y="7580376"/>
            <a:ext cx="265176" cy="0"/>
          </a:xfrm>
          <a:prstGeom prst="line">
            <a:avLst/>
          </a:prstGeom>
          <a:ln w="274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2" name="Arrowhead"/>
          <p:cNvSpPr/>
          <p:nvPr/>
        </p:nvSpPr>
        <p:spPr>
          <a:xfrm>
            <a:off x="16111728" y="7539228"/>
            <a:ext cx="82296" cy="82296"/>
          </a:xfrm>
          <a:custGeom>
            <a:avLst/>
            <a:gdLst/>
            <a:ahLst/>
            <a:cxnLst/>
            <a:rect l="l" t="t" r="r" b="b"/>
            <a:pathLst>
              <a:path w="900" h="900">
                <a:moveTo>
                  <a:pt x="900" y="450"/>
                </a:moveTo>
                <a:lnTo>
                  <a:pt x="0" y="0"/>
                </a:lnTo>
                <a:lnTo>
                  <a:pt x="0" y="9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3" name="GRPO optimize loop"/>
          <p:cNvCxnSpPr/>
          <p:nvPr/>
        </p:nvCxnSpPr>
        <p:spPr>
          <a:xfrm>
            <a:off x="17108424" y="7552944"/>
            <a:ext cx="347472" cy="0"/>
          </a:xfrm>
          <a:prstGeom prst="line">
            <a:avLst/>
          </a:prstGeom>
          <a:ln w="338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GRPO optimize loop"/>
          <p:cNvCxnSpPr/>
          <p:nvPr/>
        </p:nvCxnSpPr>
        <p:spPr>
          <a:xfrm>
            <a:off x="17455896" y="7552944"/>
            <a:ext cx="0" cy="1335024"/>
          </a:xfrm>
          <a:prstGeom prst="line">
            <a:avLst/>
          </a:prstGeom>
          <a:ln w="338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GRPO optimize loop"/>
          <p:cNvCxnSpPr/>
          <p:nvPr/>
        </p:nvCxnSpPr>
        <p:spPr>
          <a:xfrm flipH="1">
            <a:off x="9838944" y="8887968"/>
            <a:ext cx="7616952" cy="0"/>
          </a:xfrm>
          <a:prstGeom prst="line">
            <a:avLst/>
          </a:prstGeom>
          <a:ln w="338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GRPO optimize loop"/>
          <p:cNvCxnSpPr/>
          <p:nvPr/>
        </p:nvCxnSpPr>
        <p:spPr>
          <a:xfrm flipV="1">
            <a:off x="9838944" y="8430768"/>
            <a:ext cx="0" cy="457200"/>
          </a:xfrm>
          <a:prstGeom prst="line">
            <a:avLst/>
          </a:prstGeom>
          <a:ln w="33832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7" name="Arrowhead"/>
          <p:cNvSpPr/>
          <p:nvPr/>
        </p:nvSpPr>
        <p:spPr>
          <a:xfrm>
            <a:off x="9789566" y="8430768"/>
            <a:ext cx="98755" cy="100584"/>
          </a:xfrm>
          <a:custGeom>
            <a:avLst/>
            <a:gdLst/>
            <a:ahLst/>
            <a:cxnLst/>
            <a:rect l="l" t="t" r="r" b="b"/>
            <a:pathLst>
              <a:path w="1080" h="1100">
                <a:moveTo>
                  <a:pt x="540" y="0"/>
                </a:moveTo>
                <a:lnTo>
                  <a:pt x="0" y="1100"/>
                </a:lnTo>
                <a:lnTo>
                  <a:pt x="1080" y="11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L trainable LLM"/>
          <p:cNvSpPr/>
          <p:nvPr/>
        </p:nvSpPr>
        <p:spPr>
          <a:xfrm>
            <a:off x="9637776" y="6775704"/>
            <a:ext cx="420624" cy="1655064"/>
          </a:xfrm>
          <a:prstGeom prst="roundRect">
            <a:avLst>
              <a:gd name="adj" fmla="val 19565"/>
            </a:avLst>
          </a:prstGeom>
          <a:solidFill>
            <a:srgbClr val="FDF3E7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LLM"/>
          <p:cNvSpPr txBox="1"/>
          <p:nvPr/>
        </p:nvSpPr>
        <p:spPr>
          <a:xfrm rot="16200000">
            <a:off x="9208008" y="7400239"/>
            <a:ext cx="1280160" cy="3968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20" b="0" i="0">
                <a:solidFill>
                  <a:srgbClr val="000000"/>
                </a:solidFill>
                <a:latin typeface="Arial"/>
              </a:rPr>
              <a:t>LLM</a:t>
            </a:r>
          </a:p>
        </p:txBody>
      </p:sp>
      <p:grpSp>
        <p:nvGrpSpPr>
          <p:cNvPr id="750" name="RL trainable flame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51" name="RL trainable flame color 0"/>
            <p:cNvSpPr/>
            <p:nvPr/>
          </p:nvSpPr>
          <p:spPr>
            <a:xfrm>
              <a:off x="9732691" y="8141635"/>
              <a:ext cx="212507" cy="139355"/>
            </a:xfrm>
            <a:custGeom>
              <a:avLst/>
              <a:gdLst/>
              <a:ahLst/>
              <a:cxnLst/>
              <a:rect l="l" t="t" r="r" b="b"/>
              <a:pathLst>
                <a:path w="2324" h="1524">
                  <a:moveTo>
                    <a:pt x="0" y="1000"/>
                  </a:moveTo>
                  <a:lnTo>
                    <a:pt x="0" y="1224"/>
                  </a:lnTo>
                  <a:lnTo>
                    <a:pt x="100" y="1250"/>
                  </a:lnTo>
                  <a:lnTo>
                    <a:pt x="100" y="1424"/>
                  </a:lnTo>
                  <a:lnTo>
                    <a:pt x="174" y="1424"/>
                  </a:lnTo>
                  <a:lnTo>
                    <a:pt x="200" y="1524"/>
                  </a:lnTo>
                  <a:lnTo>
                    <a:pt x="324" y="1524"/>
                  </a:lnTo>
                  <a:lnTo>
                    <a:pt x="324" y="1400"/>
                  </a:lnTo>
                  <a:lnTo>
                    <a:pt x="224" y="1374"/>
                  </a:lnTo>
                  <a:lnTo>
                    <a:pt x="224" y="1200"/>
                  </a:lnTo>
                  <a:lnTo>
                    <a:pt x="124" y="1174"/>
                  </a:lnTo>
                  <a:lnTo>
                    <a:pt x="124" y="1000"/>
                  </a:lnTo>
                  <a:close/>
                  <a:moveTo>
                    <a:pt x="2324" y="700"/>
                  </a:moveTo>
                  <a:lnTo>
                    <a:pt x="2200" y="700"/>
                  </a:lnTo>
                  <a:lnTo>
                    <a:pt x="2200" y="774"/>
                  </a:lnTo>
                  <a:lnTo>
                    <a:pt x="2100" y="800"/>
                  </a:lnTo>
                  <a:lnTo>
                    <a:pt x="2100" y="1524"/>
                  </a:lnTo>
                  <a:lnTo>
                    <a:pt x="2224" y="1524"/>
                  </a:lnTo>
                  <a:lnTo>
                    <a:pt x="2224" y="1450"/>
                  </a:lnTo>
                  <a:lnTo>
                    <a:pt x="2324" y="1424"/>
                  </a:lnTo>
                  <a:close/>
                  <a:moveTo>
                    <a:pt x="1800" y="0"/>
                  </a:moveTo>
                  <a:lnTo>
                    <a:pt x="1800" y="324"/>
                  </a:lnTo>
                  <a:lnTo>
                    <a:pt x="1924" y="32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F01B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2" name="RL trainable flame color 2"/>
            <p:cNvSpPr/>
            <p:nvPr/>
          </p:nvSpPr>
          <p:spPr>
            <a:xfrm>
              <a:off x="9796699" y="8297083"/>
              <a:ext cx="93635" cy="38771"/>
            </a:xfrm>
            <a:custGeom>
              <a:avLst/>
              <a:gdLst/>
              <a:ahLst/>
              <a:cxnLst/>
              <a:rect l="l" t="t" r="r" b="b"/>
              <a:pathLst>
                <a:path w="1024" h="424">
                  <a:moveTo>
                    <a:pt x="0" y="100"/>
                  </a:moveTo>
                  <a:lnTo>
                    <a:pt x="0" y="224"/>
                  </a:lnTo>
                  <a:lnTo>
                    <a:pt x="100" y="250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200"/>
                  </a:lnTo>
                  <a:lnTo>
                    <a:pt x="150" y="200"/>
                  </a:lnTo>
                  <a:lnTo>
                    <a:pt x="124" y="100"/>
                  </a:lnTo>
                  <a:close/>
                  <a:moveTo>
                    <a:pt x="1024" y="0"/>
                  </a:moveTo>
                  <a:lnTo>
                    <a:pt x="900" y="0"/>
                  </a:lnTo>
                  <a:lnTo>
                    <a:pt x="900" y="174"/>
                  </a:lnTo>
                  <a:lnTo>
                    <a:pt x="800" y="200"/>
                  </a:lnTo>
                  <a:lnTo>
                    <a:pt x="774" y="300"/>
                  </a:lnTo>
                  <a:lnTo>
                    <a:pt x="700" y="300"/>
                  </a:lnTo>
                  <a:lnTo>
                    <a:pt x="700" y="424"/>
                  </a:lnTo>
                  <a:lnTo>
                    <a:pt x="824" y="424"/>
                  </a:lnTo>
                  <a:lnTo>
                    <a:pt x="824" y="350"/>
                  </a:lnTo>
                  <a:lnTo>
                    <a:pt x="924" y="324"/>
                  </a:lnTo>
                  <a:lnTo>
                    <a:pt x="950" y="224"/>
                  </a:lnTo>
                  <a:lnTo>
                    <a:pt x="1024" y="224"/>
                  </a:lnTo>
                  <a:close/>
                </a:path>
              </a:pathLst>
            </a:custGeom>
            <a:solidFill>
              <a:srgbClr val="FCE5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3" name="RL trainable flame color 3"/>
            <p:cNvSpPr/>
            <p:nvPr/>
          </p:nvSpPr>
          <p:spPr>
            <a:xfrm>
              <a:off x="9732691" y="8068483"/>
              <a:ext cx="221651" cy="249083"/>
            </a:xfrm>
            <a:custGeom>
              <a:avLst/>
              <a:gdLst/>
              <a:ahLst/>
              <a:cxnLst/>
              <a:rect l="l" t="t" r="r" b="b"/>
              <a:pathLst>
                <a:path w="2424" h="2724">
                  <a:moveTo>
                    <a:pt x="200" y="2600"/>
                  </a:moveTo>
                  <a:lnTo>
                    <a:pt x="200" y="2724"/>
                  </a:lnTo>
                  <a:lnTo>
                    <a:pt x="324" y="2724"/>
                  </a:lnTo>
                  <a:lnTo>
                    <a:pt x="324" y="26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2200" y="2200"/>
                  </a:moveTo>
                  <a:lnTo>
                    <a:pt x="2200" y="2324"/>
                  </a:lnTo>
                  <a:lnTo>
                    <a:pt x="2324" y="2324"/>
                  </a:lnTo>
                  <a:lnTo>
                    <a:pt x="2324" y="22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2300" y="2000"/>
                  </a:moveTo>
                  <a:lnTo>
                    <a:pt x="2300" y="2124"/>
                  </a:lnTo>
                  <a:lnTo>
                    <a:pt x="2424" y="2124"/>
                  </a:lnTo>
                  <a:lnTo>
                    <a:pt x="2424" y="2000"/>
                  </a:lnTo>
                  <a:close/>
                  <a:moveTo>
                    <a:pt x="500" y="1500"/>
                  </a:moveTo>
                  <a:lnTo>
                    <a:pt x="500" y="1624"/>
                  </a:lnTo>
                  <a:lnTo>
                    <a:pt x="624" y="1624"/>
                  </a:lnTo>
                  <a:lnTo>
                    <a:pt x="624" y="1500"/>
                  </a:lnTo>
                  <a:close/>
                  <a:moveTo>
                    <a:pt x="300" y="1500"/>
                  </a:moveTo>
                  <a:lnTo>
                    <a:pt x="300" y="1624"/>
                  </a:lnTo>
                  <a:lnTo>
                    <a:pt x="424" y="1624"/>
                  </a:lnTo>
                  <a:lnTo>
                    <a:pt x="424" y="15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2100" y="1300"/>
                  </a:moveTo>
                  <a:lnTo>
                    <a:pt x="2100" y="1424"/>
                  </a:lnTo>
                  <a:lnTo>
                    <a:pt x="2324" y="1424"/>
                  </a:lnTo>
                  <a:lnTo>
                    <a:pt x="2324" y="1300"/>
                  </a:lnTo>
                  <a:close/>
                  <a:moveTo>
                    <a:pt x="100" y="1300"/>
                  </a:moveTo>
                  <a:lnTo>
                    <a:pt x="100" y="1424"/>
                  </a:lnTo>
                  <a:lnTo>
                    <a:pt x="224" y="1424"/>
                  </a:lnTo>
                  <a:lnTo>
                    <a:pt x="224" y="13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100" y="900"/>
                  </a:moveTo>
                  <a:lnTo>
                    <a:pt x="100" y="1124"/>
                  </a:lnTo>
                  <a:lnTo>
                    <a:pt x="224" y="1124"/>
                  </a:lnTo>
                  <a:lnTo>
                    <a:pt x="224" y="900"/>
                  </a:lnTo>
                  <a:close/>
                  <a:moveTo>
                    <a:pt x="300" y="700"/>
                  </a:moveTo>
                  <a:lnTo>
                    <a:pt x="300" y="824"/>
                  </a:lnTo>
                  <a:lnTo>
                    <a:pt x="424" y="824"/>
                  </a:lnTo>
                  <a:lnTo>
                    <a:pt x="424" y="700"/>
                  </a:lnTo>
                  <a:close/>
                  <a:moveTo>
                    <a:pt x="1800" y="600"/>
                  </a:moveTo>
                  <a:lnTo>
                    <a:pt x="1800" y="724"/>
                  </a:lnTo>
                  <a:lnTo>
                    <a:pt x="1924" y="724"/>
                  </a:lnTo>
                  <a:lnTo>
                    <a:pt x="1924" y="60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F69B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4" name="RL trainable flame color 4"/>
            <p:cNvSpPr/>
            <p:nvPr/>
          </p:nvSpPr>
          <p:spPr>
            <a:xfrm>
              <a:off x="9750979" y="8105059"/>
              <a:ext cx="166787" cy="221651"/>
            </a:xfrm>
            <a:custGeom>
              <a:avLst/>
              <a:gdLst/>
              <a:ahLst/>
              <a:cxnLst/>
              <a:rect l="l" t="t" r="r" b="b"/>
              <a:pathLst>
                <a:path w="1824" h="2424">
                  <a:moveTo>
                    <a:pt x="200" y="2300"/>
                  </a:moveTo>
                  <a:lnTo>
                    <a:pt x="200" y="2424"/>
                  </a:lnTo>
                  <a:lnTo>
                    <a:pt x="324" y="2424"/>
                  </a:lnTo>
                  <a:lnTo>
                    <a:pt x="324" y="2300"/>
                  </a:lnTo>
                  <a:close/>
                  <a:moveTo>
                    <a:pt x="1400" y="1100"/>
                  </a:moveTo>
                  <a:lnTo>
                    <a:pt x="1400" y="1424"/>
                  </a:lnTo>
                  <a:lnTo>
                    <a:pt x="1474" y="1424"/>
                  </a:lnTo>
                  <a:lnTo>
                    <a:pt x="1500" y="1524"/>
                  </a:lnTo>
                  <a:lnTo>
                    <a:pt x="1824" y="1524"/>
                  </a:lnTo>
                  <a:lnTo>
                    <a:pt x="1824" y="1400"/>
                  </a:lnTo>
                  <a:lnTo>
                    <a:pt x="1750" y="1400"/>
                  </a:lnTo>
                  <a:lnTo>
                    <a:pt x="1724" y="1300"/>
                  </a:lnTo>
                  <a:lnTo>
                    <a:pt x="1550" y="1300"/>
                  </a:lnTo>
                  <a:lnTo>
                    <a:pt x="1524" y="1274"/>
                  </a:lnTo>
                  <a:lnTo>
                    <a:pt x="1524" y="1100"/>
                  </a:lnTo>
                  <a:close/>
                  <a:moveTo>
                    <a:pt x="0" y="1424"/>
                  </a:moveTo>
                  <a:lnTo>
                    <a:pt x="74" y="1424"/>
                  </a:lnTo>
                  <a:lnTo>
                    <a:pt x="100" y="1524"/>
                  </a:lnTo>
                  <a:lnTo>
                    <a:pt x="200" y="1550"/>
                  </a:lnTo>
                  <a:lnTo>
                    <a:pt x="200" y="1624"/>
                  </a:lnTo>
                  <a:lnTo>
                    <a:pt x="424" y="1624"/>
                  </a:lnTo>
                  <a:lnTo>
                    <a:pt x="424" y="1550"/>
                  </a:lnTo>
                  <a:lnTo>
                    <a:pt x="524" y="1524"/>
                  </a:lnTo>
                  <a:lnTo>
                    <a:pt x="550" y="1424"/>
                  </a:lnTo>
                  <a:lnTo>
                    <a:pt x="624" y="1424"/>
                  </a:lnTo>
                  <a:lnTo>
                    <a:pt x="624" y="1250"/>
                  </a:lnTo>
                  <a:lnTo>
                    <a:pt x="724" y="1224"/>
                  </a:lnTo>
                  <a:lnTo>
                    <a:pt x="724" y="1100"/>
                  </a:lnTo>
                  <a:lnTo>
                    <a:pt x="500" y="1100"/>
                  </a:lnTo>
                  <a:lnTo>
                    <a:pt x="500" y="1274"/>
                  </a:lnTo>
                  <a:lnTo>
                    <a:pt x="474" y="1300"/>
                  </a:lnTo>
                  <a:lnTo>
                    <a:pt x="250" y="1300"/>
                  </a:lnTo>
                  <a:lnTo>
                    <a:pt x="224" y="1200"/>
                  </a:lnTo>
                  <a:lnTo>
                    <a:pt x="124" y="1174"/>
                  </a:lnTo>
                  <a:lnTo>
                    <a:pt x="124" y="1100"/>
                  </a:lnTo>
                  <a:lnTo>
                    <a:pt x="0" y="1100"/>
                  </a:lnTo>
                  <a:close/>
                  <a:moveTo>
                    <a:pt x="1024" y="200"/>
                  </a:moveTo>
                  <a:lnTo>
                    <a:pt x="900" y="200"/>
                  </a:lnTo>
                  <a:lnTo>
                    <a:pt x="874" y="300"/>
                  </a:lnTo>
                  <a:lnTo>
                    <a:pt x="700" y="300"/>
                  </a:lnTo>
                  <a:lnTo>
                    <a:pt x="700" y="474"/>
                  </a:lnTo>
                  <a:lnTo>
                    <a:pt x="600" y="500"/>
                  </a:lnTo>
                  <a:lnTo>
                    <a:pt x="600" y="1024"/>
                  </a:lnTo>
                  <a:lnTo>
                    <a:pt x="724" y="1024"/>
                  </a:lnTo>
                  <a:lnTo>
                    <a:pt x="724" y="750"/>
                  </a:lnTo>
                  <a:lnTo>
                    <a:pt x="824" y="724"/>
                  </a:lnTo>
                  <a:lnTo>
                    <a:pt x="824" y="550"/>
                  </a:lnTo>
                  <a:lnTo>
                    <a:pt x="924" y="524"/>
                  </a:lnTo>
                  <a:lnTo>
                    <a:pt x="950" y="424"/>
                  </a:lnTo>
                  <a:lnTo>
                    <a:pt x="1024" y="424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074" y="124"/>
                  </a:lnTo>
                  <a:lnTo>
                    <a:pt x="1100" y="224"/>
                  </a:lnTo>
                  <a:lnTo>
                    <a:pt x="1174" y="224"/>
                  </a:lnTo>
                  <a:lnTo>
                    <a:pt x="1200" y="324"/>
                  </a:lnTo>
                  <a:lnTo>
                    <a:pt x="1300" y="350"/>
                  </a:lnTo>
                  <a:lnTo>
                    <a:pt x="1300" y="624"/>
                  </a:lnTo>
                  <a:lnTo>
                    <a:pt x="1400" y="650"/>
                  </a:lnTo>
                  <a:lnTo>
                    <a:pt x="1374" y="700"/>
                  </a:lnTo>
                  <a:lnTo>
                    <a:pt x="1300" y="700"/>
                  </a:lnTo>
                  <a:lnTo>
                    <a:pt x="1300" y="924"/>
                  </a:lnTo>
                  <a:lnTo>
                    <a:pt x="1374" y="924"/>
                  </a:lnTo>
                  <a:lnTo>
                    <a:pt x="1400" y="1024"/>
                  </a:lnTo>
                  <a:lnTo>
                    <a:pt x="1524" y="1024"/>
                  </a:lnTo>
                  <a:lnTo>
                    <a:pt x="1524" y="300"/>
                  </a:lnTo>
                  <a:lnTo>
                    <a:pt x="1424" y="274"/>
                  </a:lnTo>
                  <a:lnTo>
                    <a:pt x="1424" y="100"/>
                  </a:lnTo>
                  <a:lnTo>
                    <a:pt x="1300" y="100"/>
                  </a:lnTo>
                  <a:lnTo>
                    <a:pt x="1300" y="174"/>
                  </a:lnTo>
                  <a:lnTo>
                    <a:pt x="1250" y="200"/>
                  </a:lnTo>
                  <a:lnTo>
                    <a:pt x="1224" y="100"/>
                  </a:lnTo>
                  <a:lnTo>
                    <a:pt x="1124" y="7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783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5" name="RL trainable flame color 5"/>
            <p:cNvSpPr/>
            <p:nvPr/>
          </p:nvSpPr>
          <p:spPr>
            <a:xfrm>
              <a:off x="9805843" y="8260507"/>
              <a:ext cx="75347" cy="84491"/>
            </a:xfrm>
            <a:custGeom>
              <a:avLst/>
              <a:gdLst/>
              <a:ahLst/>
              <a:cxnLst/>
              <a:rect l="l" t="t" r="r" b="b"/>
              <a:pathLst>
                <a:path w="824" h="924"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500" y="700"/>
                  </a:moveTo>
                  <a:lnTo>
                    <a:pt x="500" y="924"/>
                  </a:lnTo>
                  <a:lnTo>
                    <a:pt x="624" y="924"/>
                  </a:lnTo>
                  <a:lnTo>
                    <a:pt x="624" y="700"/>
                  </a:lnTo>
                  <a:close/>
                  <a:moveTo>
                    <a:pt x="100" y="6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600"/>
                  </a:lnTo>
                  <a:close/>
                  <a:moveTo>
                    <a:pt x="200" y="0"/>
                  </a:moveTo>
                  <a:lnTo>
                    <a:pt x="200" y="74"/>
                  </a:lnTo>
                  <a:lnTo>
                    <a:pt x="100" y="100"/>
                  </a:lnTo>
                  <a:lnTo>
                    <a:pt x="100" y="274"/>
                  </a:lnTo>
                  <a:lnTo>
                    <a:pt x="0" y="300"/>
                  </a:lnTo>
                  <a:lnTo>
                    <a:pt x="0" y="524"/>
                  </a:lnTo>
                  <a:lnTo>
                    <a:pt x="124" y="52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50" y="224"/>
                  </a:lnTo>
                  <a:lnTo>
                    <a:pt x="424" y="224"/>
                  </a:lnTo>
                  <a:lnTo>
                    <a:pt x="424" y="150"/>
                  </a:lnTo>
                  <a:lnTo>
                    <a:pt x="474" y="124"/>
                  </a:lnTo>
                  <a:lnTo>
                    <a:pt x="500" y="224"/>
                  </a:lnTo>
                  <a:lnTo>
                    <a:pt x="600" y="250"/>
                  </a:lnTo>
                  <a:lnTo>
                    <a:pt x="600" y="624"/>
                  </a:lnTo>
                  <a:lnTo>
                    <a:pt x="724" y="624"/>
                  </a:lnTo>
                  <a:lnTo>
                    <a:pt x="724" y="450"/>
                  </a:lnTo>
                  <a:lnTo>
                    <a:pt x="824" y="424"/>
                  </a:lnTo>
                  <a:lnTo>
                    <a:pt x="824" y="300"/>
                  </a:lnTo>
                  <a:lnTo>
                    <a:pt x="750" y="300"/>
                  </a:lnTo>
                  <a:lnTo>
                    <a:pt x="724" y="200"/>
                  </a:lnTo>
                  <a:lnTo>
                    <a:pt x="624" y="17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EF9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6" name="RL trainable flame color 6"/>
            <p:cNvSpPr/>
            <p:nvPr/>
          </p:nvSpPr>
          <p:spPr>
            <a:xfrm>
              <a:off x="9723547" y="8059339"/>
              <a:ext cx="194219" cy="285659"/>
            </a:xfrm>
            <a:custGeom>
              <a:avLst/>
              <a:gdLst/>
              <a:ahLst/>
              <a:cxnLst/>
              <a:rect l="l" t="t" r="r" b="b"/>
              <a:pathLst>
                <a:path w="2124" h="3124">
                  <a:moveTo>
                    <a:pt x="800" y="3000"/>
                  </a:moveTo>
                  <a:lnTo>
                    <a:pt x="800" y="3124"/>
                  </a:lnTo>
                  <a:lnTo>
                    <a:pt x="924" y="3124"/>
                  </a:lnTo>
                  <a:lnTo>
                    <a:pt x="924" y="3000"/>
                  </a:lnTo>
                  <a:close/>
                  <a:moveTo>
                    <a:pt x="1800" y="2900"/>
                  </a:moveTo>
                  <a:lnTo>
                    <a:pt x="1800" y="3024"/>
                  </a:lnTo>
                  <a:lnTo>
                    <a:pt x="1924" y="3024"/>
                  </a:lnTo>
                  <a:lnTo>
                    <a:pt x="1924" y="2900"/>
                  </a:lnTo>
                  <a:close/>
                  <a:moveTo>
                    <a:pt x="2000" y="2800"/>
                  </a:moveTo>
                  <a:lnTo>
                    <a:pt x="2000" y="2924"/>
                  </a:lnTo>
                  <a:lnTo>
                    <a:pt x="2124" y="2924"/>
                  </a:lnTo>
                  <a:lnTo>
                    <a:pt x="2124" y="2800"/>
                  </a:lnTo>
                  <a:close/>
                  <a:moveTo>
                    <a:pt x="400" y="2800"/>
                  </a:moveTo>
                  <a:lnTo>
                    <a:pt x="400" y="2924"/>
                  </a:lnTo>
                  <a:lnTo>
                    <a:pt x="524" y="2924"/>
                  </a:lnTo>
                  <a:lnTo>
                    <a:pt x="524" y="2800"/>
                  </a:lnTo>
                  <a:close/>
                  <a:moveTo>
                    <a:pt x="200" y="2400"/>
                  </a:moveTo>
                  <a:lnTo>
                    <a:pt x="200" y="2524"/>
                  </a:lnTo>
                  <a:lnTo>
                    <a:pt x="324" y="2524"/>
                  </a:lnTo>
                  <a:lnTo>
                    <a:pt x="324" y="2400"/>
                  </a:lnTo>
                  <a:close/>
                  <a:moveTo>
                    <a:pt x="0" y="1900"/>
                  </a:moveTo>
                  <a:lnTo>
                    <a:pt x="0" y="2124"/>
                  </a:lnTo>
                  <a:lnTo>
                    <a:pt x="124" y="2124"/>
                  </a:lnTo>
                  <a:lnTo>
                    <a:pt x="124" y="1900"/>
                  </a:lnTo>
                  <a:close/>
                  <a:moveTo>
                    <a:pt x="2000" y="1400"/>
                  </a:moveTo>
                  <a:lnTo>
                    <a:pt x="20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2000" y="9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900"/>
                  </a:lnTo>
                  <a:close/>
                  <a:moveTo>
                    <a:pt x="800" y="800"/>
                  </a:moveTo>
                  <a:lnTo>
                    <a:pt x="800" y="924"/>
                  </a:lnTo>
                  <a:lnTo>
                    <a:pt x="924" y="924"/>
                  </a:lnTo>
                  <a:lnTo>
                    <a:pt x="924" y="800"/>
                  </a:lnTo>
                  <a:close/>
                  <a:moveTo>
                    <a:pt x="524" y="700"/>
                  </a:moveTo>
                  <a:lnTo>
                    <a:pt x="400" y="700"/>
                  </a:lnTo>
                  <a:lnTo>
                    <a:pt x="400" y="774"/>
                  </a:lnTo>
                  <a:lnTo>
                    <a:pt x="300" y="800"/>
                  </a:lnTo>
                  <a:lnTo>
                    <a:pt x="274" y="900"/>
                  </a:lnTo>
                  <a:lnTo>
                    <a:pt x="200" y="900"/>
                  </a:lnTo>
                  <a:lnTo>
                    <a:pt x="200" y="1024"/>
                  </a:lnTo>
                  <a:lnTo>
                    <a:pt x="324" y="1024"/>
                  </a:lnTo>
                  <a:lnTo>
                    <a:pt x="350" y="924"/>
                  </a:lnTo>
                  <a:lnTo>
                    <a:pt x="400" y="950"/>
                  </a:lnTo>
                  <a:lnTo>
                    <a:pt x="400" y="1024"/>
                  </a:lnTo>
                  <a:lnTo>
                    <a:pt x="524" y="1024"/>
                  </a:lnTo>
                  <a:lnTo>
                    <a:pt x="524" y="900"/>
                  </a:lnTo>
                  <a:lnTo>
                    <a:pt x="424" y="874"/>
                  </a:lnTo>
                  <a:lnTo>
                    <a:pt x="450" y="824"/>
                  </a:lnTo>
                  <a:lnTo>
                    <a:pt x="524" y="824"/>
                  </a:lnTo>
                  <a:close/>
                  <a:moveTo>
                    <a:pt x="1100" y="500"/>
                  </a:moveTo>
                  <a:lnTo>
                    <a:pt x="1100" y="624"/>
                  </a:lnTo>
                  <a:lnTo>
                    <a:pt x="1224" y="624"/>
                  </a:lnTo>
                  <a:lnTo>
                    <a:pt x="12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674" y="424"/>
                  </a:lnTo>
                  <a:lnTo>
                    <a:pt x="1700" y="524"/>
                  </a:lnTo>
                  <a:lnTo>
                    <a:pt x="1774" y="524"/>
                  </a:lnTo>
                  <a:lnTo>
                    <a:pt x="1800" y="624"/>
                  </a:lnTo>
                  <a:lnTo>
                    <a:pt x="1900" y="650"/>
                  </a:lnTo>
                  <a:lnTo>
                    <a:pt x="1900" y="724"/>
                  </a:lnTo>
                  <a:lnTo>
                    <a:pt x="2024" y="724"/>
                  </a:lnTo>
                  <a:lnTo>
                    <a:pt x="2024" y="600"/>
                  </a:lnTo>
                  <a:lnTo>
                    <a:pt x="1950" y="600"/>
                  </a:lnTo>
                  <a:lnTo>
                    <a:pt x="1924" y="500"/>
                  </a:lnTo>
                  <a:lnTo>
                    <a:pt x="1850" y="500"/>
                  </a:lnTo>
                  <a:lnTo>
                    <a:pt x="1824" y="400"/>
                  </a:lnTo>
                  <a:lnTo>
                    <a:pt x="1724" y="374"/>
                  </a:lnTo>
                  <a:lnTo>
                    <a:pt x="1724" y="3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ACAC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7" name="RL trainable flame color 7"/>
            <p:cNvSpPr/>
            <p:nvPr/>
          </p:nvSpPr>
          <p:spPr>
            <a:xfrm>
              <a:off x="9769267" y="8251363"/>
              <a:ext cx="148499" cy="84491"/>
            </a:xfrm>
            <a:custGeom>
              <a:avLst/>
              <a:gdLst/>
              <a:ahLst/>
              <a:cxnLst/>
              <a:rect l="l" t="t" r="r" b="b"/>
              <a:pathLst>
                <a:path w="1624" h="924">
                  <a:moveTo>
                    <a:pt x="1524" y="500"/>
                  </a:moveTo>
                  <a:lnTo>
                    <a:pt x="1400" y="500"/>
                  </a:lnTo>
                  <a:lnTo>
                    <a:pt x="1400" y="574"/>
                  </a:lnTo>
                  <a:lnTo>
                    <a:pt x="1300" y="600"/>
                  </a:lnTo>
                  <a:lnTo>
                    <a:pt x="1300" y="824"/>
                  </a:lnTo>
                  <a:lnTo>
                    <a:pt x="1424" y="824"/>
                  </a:lnTo>
                  <a:lnTo>
                    <a:pt x="1424" y="650"/>
                  </a:lnTo>
                  <a:lnTo>
                    <a:pt x="1524" y="624"/>
                  </a:lnTo>
                  <a:close/>
                  <a:moveTo>
                    <a:pt x="100" y="500"/>
                  </a:moveTo>
                  <a:lnTo>
                    <a:pt x="100" y="724"/>
                  </a:lnTo>
                  <a:lnTo>
                    <a:pt x="174" y="724"/>
                  </a:lnTo>
                  <a:lnTo>
                    <a:pt x="200" y="824"/>
                  </a:lnTo>
                  <a:lnTo>
                    <a:pt x="300" y="850"/>
                  </a:lnTo>
                  <a:lnTo>
                    <a:pt x="300" y="924"/>
                  </a:lnTo>
                  <a:lnTo>
                    <a:pt x="424" y="924"/>
                  </a:lnTo>
                  <a:lnTo>
                    <a:pt x="424" y="800"/>
                  </a:lnTo>
                  <a:lnTo>
                    <a:pt x="350" y="800"/>
                  </a:lnTo>
                  <a:lnTo>
                    <a:pt x="324" y="700"/>
                  </a:lnTo>
                  <a:lnTo>
                    <a:pt x="224" y="674"/>
                  </a:lnTo>
                  <a:lnTo>
                    <a:pt x="224" y="500"/>
                  </a:lnTo>
                  <a:close/>
                  <a:moveTo>
                    <a:pt x="1500" y="300"/>
                  </a:moveTo>
                  <a:lnTo>
                    <a:pt x="1500" y="424"/>
                  </a:lnTo>
                  <a:lnTo>
                    <a:pt x="1624" y="424"/>
                  </a:lnTo>
                  <a:lnTo>
                    <a:pt x="1624" y="300"/>
                  </a:lnTo>
                  <a:close/>
                  <a:moveTo>
                    <a:pt x="1400" y="100"/>
                  </a:moveTo>
                  <a:lnTo>
                    <a:pt x="1400" y="224"/>
                  </a:lnTo>
                  <a:lnTo>
                    <a:pt x="1524" y="224"/>
                  </a:lnTo>
                  <a:lnTo>
                    <a:pt x="1524" y="1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24" y="200"/>
                  </a:lnTo>
                  <a:lnTo>
                    <a:pt x="124" y="17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AA4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8" name="RL trainable flame color 8"/>
            <p:cNvSpPr/>
            <p:nvPr/>
          </p:nvSpPr>
          <p:spPr>
            <a:xfrm>
              <a:off x="9805843" y="8233075"/>
              <a:ext cx="75347" cy="111923"/>
            </a:xfrm>
            <a:custGeom>
              <a:avLst/>
              <a:gdLst/>
              <a:ahLst/>
              <a:cxnLst/>
              <a:rect l="l" t="t" r="r" b="b"/>
              <a:pathLst>
                <a:path w="824" h="1224">
                  <a:moveTo>
                    <a:pt x="100" y="1100"/>
                  </a:moveTo>
                  <a:lnTo>
                    <a:pt x="100" y="1224"/>
                  </a:lnTo>
                  <a:lnTo>
                    <a:pt x="224" y="1224"/>
                  </a:lnTo>
                  <a:lnTo>
                    <a:pt x="224" y="11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0" y="800"/>
                  </a:moveTo>
                  <a:lnTo>
                    <a:pt x="0" y="924"/>
                  </a:lnTo>
                  <a:lnTo>
                    <a:pt x="124" y="924"/>
                  </a:lnTo>
                  <a:lnTo>
                    <a:pt x="124" y="800"/>
                  </a:lnTo>
                  <a:close/>
                  <a:moveTo>
                    <a:pt x="700" y="700"/>
                  </a:moveTo>
                  <a:lnTo>
                    <a:pt x="700" y="824"/>
                  </a:lnTo>
                  <a:lnTo>
                    <a:pt x="824" y="824"/>
                  </a:lnTo>
                  <a:lnTo>
                    <a:pt x="824" y="700"/>
                  </a:lnTo>
                  <a:close/>
                  <a:moveTo>
                    <a:pt x="0" y="300"/>
                  </a:moveTo>
                  <a:lnTo>
                    <a:pt x="0" y="624"/>
                  </a:lnTo>
                  <a:lnTo>
                    <a:pt x="124" y="624"/>
                  </a:lnTo>
                  <a:lnTo>
                    <a:pt x="124" y="450"/>
                  </a:lnTo>
                  <a:lnTo>
                    <a:pt x="224" y="424"/>
                  </a:lnTo>
                  <a:lnTo>
                    <a:pt x="250" y="324"/>
                  </a:lnTo>
                  <a:lnTo>
                    <a:pt x="574" y="324"/>
                  </a:lnTo>
                  <a:lnTo>
                    <a:pt x="600" y="350"/>
                  </a:lnTo>
                  <a:lnTo>
                    <a:pt x="600" y="524"/>
                  </a:lnTo>
                  <a:lnTo>
                    <a:pt x="674" y="524"/>
                  </a:lnTo>
                  <a:lnTo>
                    <a:pt x="700" y="624"/>
                  </a:lnTo>
                  <a:lnTo>
                    <a:pt x="824" y="624"/>
                  </a:lnTo>
                  <a:lnTo>
                    <a:pt x="824" y="400"/>
                  </a:lnTo>
                  <a:lnTo>
                    <a:pt x="724" y="374"/>
                  </a:lnTo>
                  <a:lnTo>
                    <a:pt x="724" y="200"/>
                  </a:lnTo>
                  <a:lnTo>
                    <a:pt x="650" y="200"/>
                  </a:lnTo>
                  <a:lnTo>
                    <a:pt x="624" y="100"/>
                  </a:lnTo>
                  <a:lnTo>
                    <a:pt x="524" y="74"/>
                  </a:lnTo>
                  <a:lnTo>
                    <a:pt x="524" y="0"/>
                  </a:lnTo>
                  <a:lnTo>
                    <a:pt x="200" y="0"/>
                  </a:lnTo>
                  <a:lnTo>
                    <a:pt x="200" y="174"/>
                  </a:lnTo>
                  <a:lnTo>
                    <a:pt x="100" y="200"/>
                  </a:lnTo>
                  <a:lnTo>
                    <a:pt x="74" y="300"/>
                  </a:lnTo>
                  <a:close/>
                </a:path>
              </a:pathLst>
            </a:custGeom>
            <a:solidFill>
              <a:srgbClr val="FEE36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9" name="RL trainable flame color 9"/>
            <p:cNvSpPr/>
            <p:nvPr/>
          </p:nvSpPr>
          <p:spPr>
            <a:xfrm>
              <a:off x="9750979" y="8077627"/>
              <a:ext cx="203363" cy="221651"/>
            </a:xfrm>
            <a:custGeom>
              <a:avLst/>
              <a:gdLst/>
              <a:ahLst/>
              <a:cxnLst/>
              <a:rect l="l" t="t" r="r" b="b"/>
              <a:pathLst>
                <a:path w="2224" h="2424">
                  <a:moveTo>
                    <a:pt x="2024" y="2200"/>
                  </a:moveTo>
                  <a:lnTo>
                    <a:pt x="1900" y="2200"/>
                  </a:lnTo>
                  <a:lnTo>
                    <a:pt x="1900" y="2274"/>
                  </a:lnTo>
                  <a:lnTo>
                    <a:pt x="1800" y="2300"/>
                  </a:lnTo>
                  <a:lnTo>
                    <a:pt x="1800" y="2424"/>
                  </a:lnTo>
                  <a:lnTo>
                    <a:pt x="1924" y="2424"/>
                  </a:lnTo>
                  <a:lnTo>
                    <a:pt x="1924" y="2350"/>
                  </a:lnTo>
                  <a:lnTo>
                    <a:pt x="2024" y="2324"/>
                  </a:lnTo>
                  <a:close/>
                  <a:moveTo>
                    <a:pt x="2100" y="1800"/>
                  </a:moveTo>
                  <a:lnTo>
                    <a:pt x="2100" y="1924"/>
                  </a:lnTo>
                  <a:lnTo>
                    <a:pt x="2224" y="1924"/>
                  </a:lnTo>
                  <a:lnTo>
                    <a:pt x="2224" y="1800"/>
                  </a:lnTo>
                  <a:close/>
                  <a:moveTo>
                    <a:pt x="2100" y="1600"/>
                  </a:moveTo>
                  <a:lnTo>
                    <a:pt x="2100" y="1724"/>
                  </a:lnTo>
                  <a:lnTo>
                    <a:pt x="2224" y="1724"/>
                  </a:lnTo>
                  <a:lnTo>
                    <a:pt x="2224" y="1600"/>
                  </a:lnTo>
                  <a:close/>
                  <a:moveTo>
                    <a:pt x="1800" y="1300"/>
                  </a:moveTo>
                  <a:lnTo>
                    <a:pt x="1800" y="1424"/>
                  </a:lnTo>
                  <a:lnTo>
                    <a:pt x="1924" y="1424"/>
                  </a:lnTo>
                  <a:lnTo>
                    <a:pt x="1924" y="1300"/>
                  </a:lnTo>
                  <a:close/>
                  <a:moveTo>
                    <a:pt x="0" y="12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200"/>
                  </a:lnTo>
                  <a:close/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0" y="700"/>
                  </a:moveTo>
                  <a:lnTo>
                    <a:pt x="0" y="824"/>
                  </a:lnTo>
                  <a:lnTo>
                    <a:pt x="124" y="824"/>
                  </a:lnTo>
                  <a:lnTo>
                    <a:pt x="124" y="700"/>
                  </a:lnTo>
                  <a:close/>
                  <a:moveTo>
                    <a:pt x="600" y="500"/>
                  </a:moveTo>
                  <a:lnTo>
                    <a:pt x="600" y="624"/>
                  </a:lnTo>
                  <a:lnTo>
                    <a:pt x="724" y="624"/>
                  </a:lnTo>
                  <a:lnTo>
                    <a:pt x="724" y="500"/>
                  </a:lnTo>
                  <a:close/>
                  <a:moveTo>
                    <a:pt x="800" y="400"/>
                  </a:moveTo>
                  <a:lnTo>
                    <a:pt x="800" y="524"/>
                  </a:lnTo>
                  <a:lnTo>
                    <a:pt x="924" y="524"/>
                  </a:lnTo>
                  <a:lnTo>
                    <a:pt x="924" y="4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974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0" name="RL trainable flame color 10"/>
            <p:cNvSpPr/>
            <p:nvPr/>
          </p:nvSpPr>
          <p:spPr>
            <a:xfrm>
              <a:off x="9741835" y="8159923"/>
              <a:ext cx="194219" cy="157643"/>
            </a:xfrm>
            <a:custGeom>
              <a:avLst/>
              <a:gdLst/>
              <a:ahLst/>
              <a:cxnLst/>
              <a:rect l="l" t="t" r="r" b="b"/>
              <a:pathLst>
                <a:path w="2124" h="1724">
                  <a:moveTo>
                    <a:pt x="1800" y="1600"/>
                  </a:moveTo>
                  <a:lnTo>
                    <a:pt x="1800" y="1724"/>
                  </a:lnTo>
                  <a:lnTo>
                    <a:pt x="1924" y="1724"/>
                  </a:lnTo>
                  <a:lnTo>
                    <a:pt x="1924" y="1600"/>
                  </a:lnTo>
                  <a:close/>
                  <a:moveTo>
                    <a:pt x="300" y="1600"/>
                  </a:moveTo>
                  <a:lnTo>
                    <a:pt x="300" y="1724"/>
                  </a:lnTo>
                  <a:lnTo>
                    <a:pt x="424" y="1724"/>
                  </a:lnTo>
                  <a:lnTo>
                    <a:pt x="424" y="1600"/>
                  </a:lnTo>
                  <a:close/>
                  <a:moveTo>
                    <a:pt x="200" y="1300"/>
                  </a:moveTo>
                  <a:lnTo>
                    <a:pt x="200" y="1524"/>
                  </a:lnTo>
                  <a:lnTo>
                    <a:pt x="324" y="1524"/>
                  </a:lnTo>
                  <a:lnTo>
                    <a:pt x="324" y="1300"/>
                  </a:lnTo>
                  <a:close/>
                  <a:moveTo>
                    <a:pt x="1900" y="700"/>
                  </a:moveTo>
                  <a:lnTo>
                    <a:pt x="1900" y="874"/>
                  </a:lnTo>
                  <a:lnTo>
                    <a:pt x="1800" y="900"/>
                  </a:lnTo>
                  <a:lnTo>
                    <a:pt x="1800" y="1024"/>
                  </a:lnTo>
                  <a:lnTo>
                    <a:pt x="1874" y="1024"/>
                  </a:lnTo>
                  <a:lnTo>
                    <a:pt x="1900" y="1074"/>
                  </a:lnTo>
                  <a:lnTo>
                    <a:pt x="1800" y="1100"/>
                  </a:lnTo>
                  <a:lnTo>
                    <a:pt x="1800" y="1224"/>
                  </a:lnTo>
                  <a:lnTo>
                    <a:pt x="1900" y="1250"/>
                  </a:lnTo>
                  <a:lnTo>
                    <a:pt x="1900" y="1424"/>
                  </a:lnTo>
                  <a:lnTo>
                    <a:pt x="2024" y="1424"/>
                  </a:lnTo>
                  <a:lnTo>
                    <a:pt x="2024" y="700"/>
                  </a:lnTo>
                  <a:close/>
                  <a:moveTo>
                    <a:pt x="2000" y="500"/>
                  </a:moveTo>
                  <a:lnTo>
                    <a:pt x="2000" y="624"/>
                  </a:lnTo>
                  <a:lnTo>
                    <a:pt x="2124" y="624"/>
                  </a:lnTo>
                  <a:lnTo>
                    <a:pt x="2124" y="500"/>
                  </a:lnTo>
                  <a:close/>
                  <a:moveTo>
                    <a:pt x="500" y="500"/>
                  </a:moveTo>
                  <a:lnTo>
                    <a:pt x="500" y="624"/>
                  </a:lnTo>
                  <a:lnTo>
                    <a:pt x="624" y="624"/>
                  </a:lnTo>
                  <a:lnTo>
                    <a:pt x="624" y="500"/>
                  </a:lnTo>
                  <a:close/>
                  <a:moveTo>
                    <a:pt x="0" y="500"/>
                  </a:moveTo>
                  <a:lnTo>
                    <a:pt x="0" y="1024"/>
                  </a:lnTo>
                  <a:lnTo>
                    <a:pt x="100" y="1050"/>
                  </a:lnTo>
                  <a:lnTo>
                    <a:pt x="100" y="1224"/>
                  </a:lnTo>
                  <a:lnTo>
                    <a:pt x="224" y="1224"/>
                  </a:lnTo>
                  <a:lnTo>
                    <a:pt x="224" y="800"/>
                  </a:lnTo>
                  <a:lnTo>
                    <a:pt x="124" y="774"/>
                  </a:lnTo>
                  <a:lnTo>
                    <a:pt x="124" y="500"/>
                  </a:lnTo>
                  <a:close/>
                  <a:moveTo>
                    <a:pt x="1600" y="0"/>
                  </a:moveTo>
                  <a:lnTo>
                    <a:pt x="1600" y="224"/>
                  </a:lnTo>
                  <a:lnTo>
                    <a:pt x="1724" y="224"/>
                  </a:lnTo>
                  <a:lnTo>
                    <a:pt x="1724" y="0"/>
                  </a:lnTo>
                  <a:close/>
                  <a:moveTo>
                    <a:pt x="600" y="0"/>
                  </a:moveTo>
                  <a:lnTo>
                    <a:pt x="6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A59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1" name="RL trainable flame color 11"/>
            <p:cNvSpPr/>
            <p:nvPr/>
          </p:nvSpPr>
          <p:spPr>
            <a:xfrm>
              <a:off x="9787555" y="8114203"/>
              <a:ext cx="121067" cy="221651"/>
            </a:xfrm>
            <a:custGeom>
              <a:avLst/>
              <a:gdLst/>
              <a:ahLst/>
              <a:cxnLst/>
              <a:rect l="l" t="t" r="r" b="b"/>
              <a:pathLst>
                <a:path w="1324" h="2424">
                  <a:moveTo>
                    <a:pt x="0" y="2300"/>
                  </a:moveTo>
                  <a:lnTo>
                    <a:pt x="0" y="2424"/>
                  </a:lnTo>
                  <a:lnTo>
                    <a:pt x="124" y="2424"/>
                  </a:lnTo>
                  <a:lnTo>
                    <a:pt x="124" y="2300"/>
                  </a:lnTo>
                  <a:close/>
                  <a:moveTo>
                    <a:pt x="1200" y="2200"/>
                  </a:moveTo>
                  <a:lnTo>
                    <a:pt x="1200" y="2324"/>
                  </a:lnTo>
                  <a:lnTo>
                    <a:pt x="1324" y="2324"/>
                  </a:lnTo>
                  <a:lnTo>
                    <a:pt x="1324" y="2200"/>
                  </a:lnTo>
                  <a:close/>
                  <a:moveTo>
                    <a:pt x="600" y="0"/>
                  </a:moveTo>
                  <a:lnTo>
                    <a:pt x="600" y="274"/>
                  </a:lnTo>
                  <a:lnTo>
                    <a:pt x="500" y="300"/>
                  </a:lnTo>
                  <a:lnTo>
                    <a:pt x="474" y="400"/>
                  </a:lnTo>
                  <a:lnTo>
                    <a:pt x="400" y="400"/>
                  </a:lnTo>
                  <a:lnTo>
                    <a:pt x="400" y="574"/>
                  </a:lnTo>
                  <a:lnTo>
                    <a:pt x="300" y="600"/>
                  </a:lnTo>
                  <a:lnTo>
                    <a:pt x="300" y="874"/>
                  </a:lnTo>
                  <a:lnTo>
                    <a:pt x="200" y="900"/>
                  </a:lnTo>
                  <a:lnTo>
                    <a:pt x="200" y="1024"/>
                  </a:lnTo>
                  <a:lnTo>
                    <a:pt x="274" y="1024"/>
                  </a:lnTo>
                  <a:lnTo>
                    <a:pt x="300" y="1074"/>
                  </a:lnTo>
                  <a:lnTo>
                    <a:pt x="200" y="1100"/>
                  </a:lnTo>
                  <a:lnTo>
                    <a:pt x="200" y="1274"/>
                  </a:lnTo>
                  <a:lnTo>
                    <a:pt x="100" y="1300"/>
                  </a:lnTo>
                  <a:lnTo>
                    <a:pt x="100" y="1524"/>
                  </a:lnTo>
                  <a:lnTo>
                    <a:pt x="224" y="1524"/>
                  </a:lnTo>
                  <a:lnTo>
                    <a:pt x="224" y="1450"/>
                  </a:lnTo>
                  <a:lnTo>
                    <a:pt x="324" y="1424"/>
                  </a:lnTo>
                  <a:lnTo>
                    <a:pt x="324" y="1250"/>
                  </a:lnTo>
                  <a:lnTo>
                    <a:pt x="424" y="1224"/>
                  </a:lnTo>
                  <a:lnTo>
                    <a:pt x="424" y="1150"/>
                  </a:lnTo>
                  <a:lnTo>
                    <a:pt x="524" y="1124"/>
                  </a:lnTo>
                  <a:lnTo>
                    <a:pt x="524" y="1050"/>
                  </a:lnTo>
                  <a:lnTo>
                    <a:pt x="624" y="1024"/>
                  </a:lnTo>
                  <a:lnTo>
                    <a:pt x="650" y="924"/>
                  </a:lnTo>
                  <a:lnTo>
                    <a:pt x="700" y="950"/>
                  </a:lnTo>
                  <a:lnTo>
                    <a:pt x="700" y="1224"/>
                  </a:lnTo>
                  <a:lnTo>
                    <a:pt x="800" y="1250"/>
                  </a:lnTo>
                  <a:lnTo>
                    <a:pt x="800" y="1424"/>
                  </a:lnTo>
                  <a:lnTo>
                    <a:pt x="974" y="1424"/>
                  </a:lnTo>
                  <a:lnTo>
                    <a:pt x="1000" y="1524"/>
                  </a:lnTo>
                  <a:lnTo>
                    <a:pt x="1124" y="1524"/>
                  </a:lnTo>
                  <a:lnTo>
                    <a:pt x="1124" y="1300"/>
                  </a:lnTo>
                  <a:lnTo>
                    <a:pt x="1024" y="1274"/>
                  </a:lnTo>
                  <a:lnTo>
                    <a:pt x="1024" y="800"/>
                  </a:lnTo>
                  <a:lnTo>
                    <a:pt x="924" y="774"/>
                  </a:lnTo>
                  <a:lnTo>
                    <a:pt x="924" y="650"/>
                  </a:lnTo>
                  <a:lnTo>
                    <a:pt x="1024" y="624"/>
                  </a:lnTo>
                  <a:lnTo>
                    <a:pt x="1024" y="500"/>
                  </a:lnTo>
                  <a:lnTo>
                    <a:pt x="924" y="474"/>
                  </a:lnTo>
                  <a:lnTo>
                    <a:pt x="924" y="200"/>
                  </a:lnTo>
                  <a:lnTo>
                    <a:pt x="850" y="200"/>
                  </a:lnTo>
                  <a:lnTo>
                    <a:pt x="824" y="100"/>
                  </a:lnTo>
                  <a:lnTo>
                    <a:pt x="724" y="7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FAE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2" name="RL trainable flame color 12"/>
            <p:cNvSpPr/>
            <p:nvPr/>
          </p:nvSpPr>
          <p:spPr>
            <a:xfrm>
              <a:off x="9814987" y="8269651"/>
              <a:ext cx="57059" cy="75347"/>
            </a:xfrm>
            <a:custGeom>
              <a:avLst/>
              <a:gdLst/>
              <a:ahLst/>
              <a:cxnLst/>
              <a:rect l="l" t="t" r="r" b="b"/>
              <a:pathLst>
                <a:path w="624" h="824"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300" y="0"/>
                  </a:moveTo>
                  <a:lnTo>
                    <a:pt x="274" y="100"/>
                  </a:lnTo>
                  <a:lnTo>
                    <a:pt x="100" y="100"/>
                  </a:lnTo>
                  <a:lnTo>
                    <a:pt x="100" y="174"/>
                  </a:lnTo>
                  <a:lnTo>
                    <a:pt x="0" y="200"/>
                  </a:lnTo>
                  <a:lnTo>
                    <a:pt x="0" y="524"/>
                  </a:lnTo>
                  <a:lnTo>
                    <a:pt x="100" y="550"/>
                  </a:lnTo>
                  <a:lnTo>
                    <a:pt x="100" y="724"/>
                  </a:lnTo>
                  <a:lnTo>
                    <a:pt x="174" y="724"/>
                  </a:lnTo>
                  <a:lnTo>
                    <a:pt x="200" y="824"/>
                  </a:lnTo>
                  <a:lnTo>
                    <a:pt x="424" y="824"/>
                  </a:lnTo>
                  <a:lnTo>
                    <a:pt x="424" y="650"/>
                  </a:lnTo>
                  <a:lnTo>
                    <a:pt x="524" y="624"/>
                  </a:lnTo>
                  <a:lnTo>
                    <a:pt x="524" y="100"/>
                  </a:lnTo>
                  <a:lnTo>
                    <a:pt x="450" y="100"/>
                  </a:lnTo>
                  <a:lnTo>
                    <a:pt x="424" y="0"/>
                  </a:lnTo>
                  <a:close/>
                  <a:moveTo>
                    <a:pt x="124" y="450"/>
                  </a:moveTo>
                  <a:lnTo>
                    <a:pt x="224" y="424"/>
                  </a:lnTo>
                  <a:lnTo>
                    <a:pt x="250" y="324"/>
                  </a:lnTo>
                  <a:lnTo>
                    <a:pt x="374" y="324"/>
                  </a:lnTo>
                  <a:lnTo>
                    <a:pt x="400" y="350"/>
                  </a:lnTo>
                  <a:lnTo>
                    <a:pt x="400" y="474"/>
                  </a:lnTo>
                  <a:lnTo>
                    <a:pt x="374" y="500"/>
                  </a:lnTo>
                  <a:lnTo>
                    <a:pt x="150" y="500"/>
                  </a:lnTo>
                  <a:close/>
                </a:path>
              </a:pathLst>
            </a:custGeom>
            <a:solidFill>
              <a:srgbClr val="FCFD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3" name="RL trainable flame color 13"/>
            <p:cNvSpPr/>
            <p:nvPr/>
          </p:nvSpPr>
          <p:spPr>
            <a:xfrm>
              <a:off x="9732691" y="8068483"/>
              <a:ext cx="203363" cy="249083"/>
            </a:xfrm>
            <a:custGeom>
              <a:avLst/>
              <a:gdLst/>
              <a:ahLst/>
              <a:cxnLst/>
              <a:rect l="l" t="t" r="r" b="b"/>
              <a:pathLst>
                <a:path w="2224" h="2724">
                  <a:moveTo>
                    <a:pt x="300" y="2500"/>
                  </a:moveTo>
                  <a:lnTo>
                    <a:pt x="300" y="2724"/>
                  </a:lnTo>
                  <a:lnTo>
                    <a:pt x="424" y="2724"/>
                  </a:lnTo>
                  <a:lnTo>
                    <a:pt x="424" y="2500"/>
                  </a:lnTo>
                  <a:close/>
                  <a:moveTo>
                    <a:pt x="200" y="2300"/>
                  </a:moveTo>
                  <a:lnTo>
                    <a:pt x="200" y="2424"/>
                  </a:lnTo>
                  <a:lnTo>
                    <a:pt x="324" y="2424"/>
                  </a:lnTo>
                  <a:lnTo>
                    <a:pt x="324" y="2300"/>
                  </a:lnTo>
                  <a:close/>
                  <a:moveTo>
                    <a:pt x="1900" y="2000"/>
                  </a:moveTo>
                  <a:lnTo>
                    <a:pt x="1900" y="2124"/>
                  </a:lnTo>
                  <a:lnTo>
                    <a:pt x="2024" y="2124"/>
                  </a:lnTo>
                  <a:lnTo>
                    <a:pt x="2024" y="20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400" y="1600"/>
                  </a:moveTo>
                  <a:lnTo>
                    <a:pt x="400" y="1724"/>
                  </a:lnTo>
                  <a:lnTo>
                    <a:pt x="724" y="1724"/>
                  </a:lnTo>
                  <a:lnTo>
                    <a:pt x="724" y="1600"/>
                  </a:lnTo>
                  <a:close/>
                  <a:moveTo>
                    <a:pt x="1800" y="1100"/>
                  </a:moveTo>
                  <a:lnTo>
                    <a:pt x="1800" y="1174"/>
                  </a:lnTo>
                  <a:lnTo>
                    <a:pt x="1700" y="1200"/>
                  </a:lnTo>
                  <a:lnTo>
                    <a:pt x="1700" y="1524"/>
                  </a:lnTo>
                  <a:lnTo>
                    <a:pt x="1874" y="1524"/>
                  </a:lnTo>
                  <a:lnTo>
                    <a:pt x="1900" y="1574"/>
                  </a:lnTo>
                  <a:lnTo>
                    <a:pt x="1800" y="1600"/>
                  </a:lnTo>
                  <a:lnTo>
                    <a:pt x="1800" y="1724"/>
                  </a:lnTo>
                  <a:lnTo>
                    <a:pt x="1874" y="1724"/>
                  </a:lnTo>
                  <a:lnTo>
                    <a:pt x="1900" y="1824"/>
                  </a:lnTo>
                  <a:lnTo>
                    <a:pt x="2024" y="1824"/>
                  </a:lnTo>
                  <a:lnTo>
                    <a:pt x="2024" y="1750"/>
                  </a:lnTo>
                  <a:lnTo>
                    <a:pt x="2124" y="1724"/>
                  </a:lnTo>
                  <a:lnTo>
                    <a:pt x="2124" y="1550"/>
                  </a:lnTo>
                  <a:lnTo>
                    <a:pt x="2224" y="1524"/>
                  </a:lnTo>
                  <a:lnTo>
                    <a:pt x="2224" y="1400"/>
                  </a:lnTo>
                  <a:lnTo>
                    <a:pt x="2100" y="1400"/>
                  </a:lnTo>
                  <a:lnTo>
                    <a:pt x="2074" y="1500"/>
                  </a:lnTo>
                  <a:lnTo>
                    <a:pt x="1950" y="1500"/>
                  </a:lnTo>
                  <a:lnTo>
                    <a:pt x="1924" y="1474"/>
                  </a:lnTo>
                  <a:lnTo>
                    <a:pt x="1924" y="1100"/>
                  </a:lnTo>
                  <a:close/>
                  <a:moveTo>
                    <a:pt x="700" y="1100"/>
                  </a:moveTo>
                  <a:lnTo>
                    <a:pt x="700" y="1174"/>
                  </a:lnTo>
                  <a:lnTo>
                    <a:pt x="600" y="1200"/>
                  </a:lnTo>
                  <a:lnTo>
                    <a:pt x="600" y="1524"/>
                  </a:lnTo>
                  <a:lnTo>
                    <a:pt x="824" y="1524"/>
                  </a:lnTo>
                  <a:lnTo>
                    <a:pt x="824" y="1100"/>
                  </a:lnTo>
                  <a:close/>
                  <a:moveTo>
                    <a:pt x="924" y="700"/>
                  </a:moveTo>
                  <a:lnTo>
                    <a:pt x="800" y="700"/>
                  </a:lnTo>
                  <a:lnTo>
                    <a:pt x="800" y="874"/>
                  </a:lnTo>
                  <a:lnTo>
                    <a:pt x="700" y="900"/>
                  </a:lnTo>
                  <a:lnTo>
                    <a:pt x="700" y="1024"/>
                  </a:lnTo>
                  <a:lnTo>
                    <a:pt x="824" y="1024"/>
                  </a:lnTo>
                  <a:lnTo>
                    <a:pt x="824" y="950"/>
                  </a:lnTo>
                  <a:lnTo>
                    <a:pt x="924" y="924"/>
                  </a:lnTo>
                  <a:close/>
                  <a:moveTo>
                    <a:pt x="1224" y="400"/>
                  </a:moveTo>
                  <a:lnTo>
                    <a:pt x="1100" y="400"/>
                  </a:lnTo>
                  <a:lnTo>
                    <a:pt x="1100" y="574"/>
                  </a:lnTo>
                  <a:lnTo>
                    <a:pt x="1000" y="600"/>
                  </a:lnTo>
                  <a:lnTo>
                    <a:pt x="1000" y="724"/>
                  </a:lnTo>
                  <a:lnTo>
                    <a:pt x="1124" y="724"/>
                  </a:lnTo>
                  <a:lnTo>
                    <a:pt x="1124" y="650"/>
                  </a:lnTo>
                  <a:lnTo>
                    <a:pt x="1224" y="624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74" y="224"/>
                  </a:lnTo>
                  <a:lnTo>
                    <a:pt x="1300" y="324"/>
                  </a:lnTo>
                  <a:lnTo>
                    <a:pt x="1374" y="324"/>
                  </a:lnTo>
                  <a:lnTo>
                    <a:pt x="1400" y="424"/>
                  </a:lnTo>
                  <a:lnTo>
                    <a:pt x="1474" y="424"/>
                  </a:lnTo>
                  <a:lnTo>
                    <a:pt x="1500" y="524"/>
                  </a:lnTo>
                  <a:lnTo>
                    <a:pt x="1600" y="550"/>
                  </a:lnTo>
                  <a:lnTo>
                    <a:pt x="1600" y="724"/>
                  </a:lnTo>
                  <a:lnTo>
                    <a:pt x="1700" y="750"/>
                  </a:lnTo>
                  <a:lnTo>
                    <a:pt x="1700" y="1024"/>
                  </a:lnTo>
                  <a:lnTo>
                    <a:pt x="1824" y="1024"/>
                  </a:lnTo>
                  <a:lnTo>
                    <a:pt x="1824" y="850"/>
                  </a:lnTo>
                  <a:lnTo>
                    <a:pt x="1924" y="824"/>
                  </a:lnTo>
                  <a:lnTo>
                    <a:pt x="1924" y="700"/>
                  </a:lnTo>
                  <a:lnTo>
                    <a:pt x="1850" y="700"/>
                  </a:lnTo>
                  <a:lnTo>
                    <a:pt x="1824" y="600"/>
                  </a:lnTo>
                  <a:lnTo>
                    <a:pt x="1724" y="574"/>
                  </a:lnTo>
                  <a:lnTo>
                    <a:pt x="1724" y="400"/>
                  </a:lnTo>
                  <a:lnTo>
                    <a:pt x="1650" y="400"/>
                  </a:lnTo>
                  <a:lnTo>
                    <a:pt x="1624" y="300"/>
                  </a:lnTo>
                  <a:lnTo>
                    <a:pt x="1450" y="300"/>
                  </a:lnTo>
                  <a:lnTo>
                    <a:pt x="1424" y="200"/>
                  </a:lnTo>
                  <a:lnTo>
                    <a:pt x="1350" y="200"/>
                  </a:lnTo>
                  <a:lnTo>
                    <a:pt x="1324" y="100"/>
                  </a:lnTo>
                  <a:lnTo>
                    <a:pt x="1224" y="7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748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4" name="RL trainable flame color 14"/>
            <p:cNvSpPr/>
            <p:nvPr/>
          </p:nvSpPr>
          <p:spPr>
            <a:xfrm>
              <a:off x="9750979" y="8059339"/>
              <a:ext cx="203363" cy="285659"/>
            </a:xfrm>
            <a:custGeom>
              <a:avLst/>
              <a:gdLst/>
              <a:ahLst/>
              <a:cxnLst/>
              <a:rect l="l" t="t" r="r" b="b"/>
              <a:pathLst>
                <a:path w="2224" h="3124">
                  <a:moveTo>
                    <a:pt x="600" y="3000"/>
                  </a:moveTo>
                  <a:lnTo>
                    <a:pt x="600" y="3124"/>
                  </a:lnTo>
                  <a:lnTo>
                    <a:pt x="724" y="3124"/>
                  </a:lnTo>
                  <a:lnTo>
                    <a:pt x="724" y="3000"/>
                  </a:lnTo>
                  <a:close/>
                  <a:moveTo>
                    <a:pt x="1400" y="2900"/>
                  </a:moveTo>
                  <a:lnTo>
                    <a:pt x="1400" y="3024"/>
                  </a:lnTo>
                  <a:lnTo>
                    <a:pt x="1524" y="3024"/>
                  </a:lnTo>
                  <a:lnTo>
                    <a:pt x="1524" y="2900"/>
                  </a:lnTo>
                  <a:close/>
                  <a:moveTo>
                    <a:pt x="300" y="2900"/>
                  </a:moveTo>
                  <a:lnTo>
                    <a:pt x="300" y="3024"/>
                  </a:lnTo>
                  <a:lnTo>
                    <a:pt x="424" y="3024"/>
                  </a:lnTo>
                  <a:lnTo>
                    <a:pt x="424" y="2900"/>
                  </a:lnTo>
                  <a:close/>
                  <a:moveTo>
                    <a:pt x="1800" y="2700"/>
                  </a:moveTo>
                  <a:lnTo>
                    <a:pt x="1800" y="2824"/>
                  </a:lnTo>
                  <a:lnTo>
                    <a:pt x="1924" y="2824"/>
                  </a:lnTo>
                  <a:lnTo>
                    <a:pt x="1924" y="2700"/>
                  </a:lnTo>
                  <a:close/>
                  <a:moveTo>
                    <a:pt x="0" y="2600"/>
                  </a:moveTo>
                  <a:lnTo>
                    <a:pt x="0" y="2724"/>
                  </a:lnTo>
                  <a:lnTo>
                    <a:pt x="124" y="2724"/>
                  </a:lnTo>
                  <a:lnTo>
                    <a:pt x="124" y="2600"/>
                  </a:lnTo>
                  <a:close/>
                  <a:moveTo>
                    <a:pt x="2100" y="1700"/>
                  </a:moveTo>
                  <a:lnTo>
                    <a:pt x="2100" y="1824"/>
                  </a:lnTo>
                  <a:lnTo>
                    <a:pt x="2224" y="1824"/>
                  </a:lnTo>
                  <a:lnTo>
                    <a:pt x="2224" y="1700"/>
                  </a:lnTo>
                  <a:close/>
                  <a:moveTo>
                    <a:pt x="0" y="13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30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EFC7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5" name="RL trainable flame color 15"/>
            <p:cNvSpPr/>
            <p:nvPr/>
          </p:nvSpPr>
          <p:spPr>
            <a:xfrm>
              <a:off x="9787555" y="8287939"/>
              <a:ext cx="111923" cy="38771"/>
            </a:xfrm>
            <a:custGeom>
              <a:avLst/>
              <a:gdLst/>
              <a:ahLst/>
              <a:cxnLst/>
              <a:rect l="l" t="t" r="r" b="b"/>
              <a:pathLst>
                <a:path w="1224" h="424">
                  <a:moveTo>
                    <a:pt x="1000" y="3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300"/>
                  </a:lnTo>
                  <a:close/>
                  <a:moveTo>
                    <a:pt x="0" y="100"/>
                  </a:moveTo>
                  <a:lnTo>
                    <a:pt x="0" y="324"/>
                  </a:lnTo>
                  <a:lnTo>
                    <a:pt x="74" y="324"/>
                  </a:lnTo>
                  <a:lnTo>
                    <a:pt x="100" y="424"/>
                  </a:lnTo>
                  <a:lnTo>
                    <a:pt x="224" y="424"/>
                  </a:lnTo>
                  <a:lnTo>
                    <a:pt x="224" y="300"/>
                  </a:lnTo>
                  <a:lnTo>
                    <a:pt x="124" y="274"/>
                  </a:lnTo>
                  <a:lnTo>
                    <a:pt x="124" y="1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FBCE0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6" name="RL trainable flame color 16"/>
            <p:cNvSpPr/>
            <p:nvPr/>
          </p:nvSpPr>
          <p:spPr>
            <a:xfrm>
              <a:off x="9760123" y="8242219"/>
              <a:ext cx="157643" cy="84491"/>
            </a:xfrm>
            <a:custGeom>
              <a:avLst/>
              <a:gdLst/>
              <a:ahLst/>
              <a:cxnLst/>
              <a:rect l="l" t="t" r="r" b="b"/>
              <a:pathLst>
                <a:path w="1724" h="924"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1724" y="500"/>
                  </a:moveTo>
                  <a:lnTo>
                    <a:pt x="1600" y="500"/>
                  </a:lnTo>
                  <a:lnTo>
                    <a:pt x="1600" y="674"/>
                  </a:lnTo>
                  <a:lnTo>
                    <a:pt x="1500" y="700"/>
                  </a:lnTo>
                  <a:lnTo>
                    <a:pt x="1500" y="824"/>
                  </a:lnTo>
                  <a:lnTo>
                    <a:pt x="1624" y="824"/>
                  </a:lnTo>
                  <a:lnTo>
                    <a:pt x="1624" y="750"/>
                  </a:lnTo>
                  <a:lnTo>
                    <a:pt x="1724" y="724"/>
                  </a:lnTo>
                  <a:close/>
                  <a:moveTo>
                    <a:pt x="100" y="500"/>
                  </a:moveTo>
                  <a:lnTo>
                    <a:pt x="100" y="724"/>
                  </a:lnTo>
                  <a:lnTo>
                    <a:pt x="224" y="724"/>
                  </a:lnTo>
                  <a:lnTo>
                    <a:pt x="2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724" y="424"/>
                  </a:lnTo>
                  <a:lnTo>
                    <a:pt x="1724" y="3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27F0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7" name="RL trainable flame color 17"/>
            <p:cNvSpPr/>
            <p:nvPr/>
          </p:nvSpPr>
          <p:spPr>
            <a:xfrm>
              <a:off x="9732691" y="8086771"/>
              <a:ext cx="221651" cy="194219"/>
            </a:xfrm>
            <a:custGeom>
              <a:avLst/>
              <a:gdLst/>
              <a:ahLst/>
              <a:cxnLst/>
              <a:rect l="l" t="t" r="r" b="b"/>
              <a:pathLst>
                <a:path w="2424" h="2124">
                  <a:moveTo>
                    <a:pt x="100" y="2000"/>
                  </a:moveTo>
                  <a:lnTo>
                    <a:pt x="100" y="2124"/>
                  </a:lnTo>
                  <a:lnTo>
                    <a:pt x="224" y="2124"/>
                  </a:lnTo>
                  <a:lnTo>
                    <a:pt x="224" y="2000"/>
                  </a:lnTo>
                  <a:close/>
                  <a:moveTo>
                    <a:pt x="0" y="1800"/>
                  </a:moveTo>
                  <a:lnTo>
                    <a:pt x="0" y="1924"/>
                  </a:lnTo>
                  <a:lnTo>
                    <a:pt x="124" y="1924"/>
                  </a:lnTo>
                  <a:lnTo>
                    <a:pt x="124" y="1800"/>
                  </a:lnTo>
                  <a:close/>
                  <a:moveTo>
                    <a:pt x="2300" y="1600"/>
                  </a:moveTo>
                  <a:lnTo>
                    <a:pt x="2300" y="1724"/>
                  </a:lnTo>
                  <a:lnTo>
                    <a:pt x="2424" y="1724"/>
                  </a:lnTo>
                  <a:lnTo>
                    <a:pt x="2424" y="16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1600" y="1200"/>
                  </a:moveTo>
                  <a:lnTo>
                    <a:pt x="1600" y="1324"/>
                  </a:lnTo>
                  <a:lnTo>
                    <a:pt x="1700" y="1350"/>
                  </a:lnTo>
                  <a:lnTo>
                    <a:pt x="1700" y="1524"/>
                  </a:lnTo>
                  <a:lnTo>
                    <a:pt x="1824" y="1524"/>
                  </a:lnTo>
                  <a:lnTo>
                    <a:pt x="1824" y="1450"/>
                  </a:lnTo>
                  <a:lnTo>
                    <a:pt x="1924" y="1424"/>
                  </a:lnTo>
                  <a:lnTo>
                    <a:pt x="1950" y="1324"/>
                  </a:lnTo>
                  <a:lnTo>
                    <a:pt x="2024" y="1324"/>
                  </a:lnTo>
                  <a:lnTo>
                    <a:pt x="2024" y="1200"/>
                  </a:lnTo>
                  <a:lnTo>
                    <a:pt x="1900" y="1200"/>
                  </a:lnTo>
                  <a:lnTo>
                    <a:pt x="1874" y="1300"/>
                  </a:lnTo>
                  <a:lnTo>
                    <a:pt x="1750" y="1300"/>
                  </a:lnTo>
                  <a:lnTo>
                    <a:pt x="1724" y="1200"/>
                  </a:lnTo>
                  <a:close/>
                  <a:moveTo>
                    <a:pt x="100" y="1200"/>
                  </a:moveTo>
                  <a:lnTo>
                    <a:pt x="100" y="1324"/>
                  </a:lnTo>
                  <a:lnTo>
                    <a:pt x="224" y="1324"/>
                  </a:lnTo>
                  <a:lnTo>
                    <a:pt x="224" y="12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200" y="700"/>
                  </a:moveTo>
                  <a:lnTo>
                    <a:pt x="200" y="824"/>
                  </a:lnTo>
                  <a:lnTo>
                    <a:pt x="324" y="824"/>
                  </a:lnTo>
                  <a:lnTo>
                    <a:pt x="324" y="7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1700" y="300"/>
                  </a:moveTo>
                  <a:lnTo>
                    <a:pt x="1700" y="424"/>
                  </a:lnTo>
                  <a:lnTo>
                    <a:pt x="1824" y="424"/>
                  </a:lnTo>
                  <a:lnTo>
                    <a:pt x="1824" y="3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74" y="224"/>
                  </a:lnTo>
                  <a:lnTo>
                    <a:pt x="1300" y="324"/>
                  </a:lnTo>
                  <a:lnTo>
                    <a:pt x="1400" y="350"/>
                  </a:lnTo>
                  <a:lnTo>
                    <a:pt x="1400" y="424"/>
                  </a:lnTo>
                  <a:lnTo>
                    <a:pt x="1524" y="424"/>
                  </a:lnTo>
                  <a:lnTo>
                    <a:pt x="1524" y="200"/>
                  </a:lnTo>
                  <a:lnTo>
                    <a:pt x="1424" y="174"/>
                  </a:lnTo>
                  <a:lnTo>
                    <a:pt x="1450" y="124"/>
                  </a:lnTo>
                  <a:lnTo>
                    <a:pt x="1524" y="124"/>
                  </a:lnTo>
                  <a:lnTo>
                    <a:pt x="1524" y="0"/>
                  </a:lnTo>
                  <a:lnTo>
                    <a:pt x="1400" y="0"/>
                  </a:lnTo>
                  <a:lnTo>
                    <a:pt x="1374" y="100"/>
                  </a:lnTo>
                  <a:lnTo>
                    <a:pt x="1324" y="7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F55E4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8" name="RL trainable flame color 18"/>
            <p:cNvSpPr/>
            <p:nvPr/>
          </p:nvSpPr>
          <p:spPr>
            <a:xfrm>
              <a:off x="9778411" y="8242219"/>
              <a:ext cx="130211" cy="93635"/>
            </a:xfrm>
            <a:custGeom>
              <a:avLst/>
              <a:gdLst/>
              <a:ahLst/>
              <a:cxnLst/>
              <a:rect l="l" t="t" r="r" b="b"/>
              <a:pathLst>
                <a:path w="1424" h="1024">
                  <a:moveTo>
                    <a:pt x="1000" y="900"/>
                  </a:moveTo>
                  <a:lnTo>
                    <a:pt x="1000" y="1024"/>
                  </a:lnTo>
                  <a:lnTo>
                    <a:pt x="1124" y="1024"/>
                  </a:lnTo>
                  <a:lnTo>
                    <a:pt x="1124" y="900"/>
                  </a:lnTo>
                  <a:close/>
                  <a:moveTo>
                    <a:pt x="1300" y="300"/>
                  </a:moveTo>
                  <a:lnTo>
                    <a:pt x="1300" y="374"/>
                  </a:lnTo>
                  <a:lnTo>
                    <a:pt x="1200" y="400"/>
                  </a:lnTo>
                  <a:lnTo>
                    <a:pt x="1200" y="524"/>
                  </a:lnTo>
                  <a:lnTo>
                    <a:pt x="1274" y="524"/>
                  </a:lnTo>
                  <a:lnTo>
                    <a:pt x="1300" y="624"/>
                  </a:lnTo>
                  <a:lnTo>
                    <a:pt x="1424" y="624"/>
                  </a:lnTo>
                  <a:lnTo>
                    <a:pt x="1424" y="300"/>
                  </a:lnTo>
                  <a:close/>
                  <a:moveTo>
                    <a:pt x="1200" y="0"/>
                  </a:moveTo>
                  <a:lnTo>
                    <a:pt x="1200" y="224"/>
                  </a:lnTo>
                  <a:lnTo>
                    <a:pt x="1424" y="224"/>
                  </a:lnTo>
                  <a:lnTo>
                    <a:pt x="1424" y="0"/>
                  </a:lnTo>
                  <a:close/>
                  <a:moveTo>
                    <a:pt x="100" y="0"/>
                  </a:moveTo>
                  <a:lnTo>
                    <a:pt x="100" y="74"/>
                  </a:lnTo>
                  <a:lnTo>
                    <a:pt x="0" y="100"/>
                  </a:lnTo>
                  <a:lnTo>
                    <a:pt x="0" y="324"/>
                  </a:lnTo>
                  <a:lnTo>
                    <a:pt x="100" y="350"/>
                  </a:lnTo>
                  <a:lnTo>
                    <a:pt x="74" y="400"/>
                  </a:lnTo>
                  <a:lnTo>
                    <a:pt x="0" y="400"/>
                  </a:lnTo>
                  <a:lnTo>
                    <a:pt x="0" y="624"/>
                  </a:lnTo>
                  <a:lnTo>
                    <a:pt x="224" y="6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FFB5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9" name="RL trainable flame color 19"/>
            <p:cNvSpPr/>
            <p:nvPr/>
          </p:nvSpPr>
          <p:spPr>
            <a:xfrm>
              <a:off x="9723547" y="8068483"/>
              <a:ext cx="230795" cy="267371"/>
            </a:xfrm>
            <a:custGeom>
              <a:avLst/>
              <a:gdLst/>
              <a:ahLst/>
              <a:cxnLst/>
              <a:rect l="l" t="t" r="r" b="b"/>
              <a:pathLst>
                <a:path w="2524" h="2924">
                  <a:moveTo>
                    <a:pt x="500" y="2800"/>
                  </a:moveTo>
                  <a:lnTo>
                    <a:pt x="500" y="2924"/>
                  </a:lnTo>
                  <a:lnTo>
                    <a:pt x="624" y="2924"/>
                  </a:lnTo>
                  <a:lnTo>
                    <a:pt x="624" y="2800"/>
                  </a:lnTo>
                  <a:close/>
                  <a:moveTo>
                    <a:pt x="2100" y="2500"/>
                  </a:moveTo>
                  <a:lnTo>
                    <a:pt x="2100" y="2624"/>
                  </a:lnTo>
                  <a:lnTo>
                    <a:pt x="2224" y="2624"/>
                  </a:lnTo>
                  <a:lnTo>
                    <a:pt x="2224" y="2500"/>
                  </a:lnTo>
                  <a:close/>
                  <a:moveTo>
                    <a:pt x="200" y="2500"/>
                  </a:moveTo>
                  <a:lnTo>
                    <a:pt x="200" y="2624"/>
                  </a:lnTo>
                  <a:lnTo>
                    <a:pt x="324" y="2624"/>
                  </a:lnTo>
                  <a:lnTo>
                    <a:pt x="324" y="2500"/>
                  </a:lnTo>
                  <a:close/>
                  <a:moveTo>
                    <a:pt x="100" y="2200"/>
                  </a:moveTo>
                  <a:lnTo>
                    <a:pt x="100" y="2324"/>
                  </a:lnTo>
                  <a:lnTo>
                    <a:pt x="224" y="2324"/>
                  </a:lnTo>
                  <a:lnTo>
                    <a:pt x="224" y="2200"/>
                  </a:lnTo>
                  <a:close/>
                  <a:moveTo>
                    <a:pt x="2400" y="2100"/>
                  </a:moveTo>
                  <a:lnTo>
                    <a:pt x="2400" y="2224"/>
                  </a:lnTo>
                  <a:lnTo>
                    <a:pt x="2524" y="2224"/>
                  </a:lnTo>
                  <a:lnTo>
                    <a:pt x="2524" y="21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2400" y="1500"/>
                  </a:moveTo>
                  <a:lnTo>
                    <a:pt x="2400" y="1624"/>
                  </a:lnTo>
                  <a:lnTo>
                    <a:pt x="2524" y="1624"/>
                  </a:lnTo>
                  <a:lnTo>
                    <a:pt x="2524" y="1500"/>
                  </a:lnTo>
                  <a:close/>
                  <a:moveTo>
                    <a:pt x="100" y="1400"/>
                  </a:moveTo>
                  <a:lnTo>
                    <a:pt x="100" y="1524"/>
                  </a:lnTo>
                  <a:lnTo>
                    <a:pt x="224" y="1524"/>
                  </a:lnTo>
                  <a:lnTo>
                    <a:pt x="224" y="1400"/>
                  </a:lnTo>
                  <a:close/>
                  <a:moveTo>
                    <a:pt x="2200" y="1200"/>
                  </a:moveTo>
                  <a:lnTo>
                    <a:pt x="2200" y="1324"/>
                  </a:lnTo>
                  <a:lnTo>
                    <a:pt x="2324" y="1324"/>
                  </a:lnTo>
                  <a:lnTo>
                    <a:pt x="2324" y="1200"/>
                  </a:lnTo>
                  <a:close/>
                  <a:moveTo>
                    <a:pt x="2000" y="1100"/>
                  </a:moveTo>
                  <a:lnTo>
                    <a:pt x="2000" y="1224"/>
                  </a:lnTo>
                  <a:lnTo>
                    <a:pt x="2124" y="1224"/>
                  </a:lnTo>
                  <a:lnTo>
                    <a:pt x="2124" y="1100"/>
                  </a:lnTo>
                  <a:close/>
                  <a:moveTo>
                    <a:pt x="200" y="1100"/>
                  </a:moveTo>
                  <a:lnTo>
                    <a:pt x="200" y="1224"/>
                  </a:lnTo>
                  <a:lnTo>
                    <a:pt x="324" y="1224"/>
                  </a:lnTo>
                  <a:lnTo>
                    <a:pt x="324" y="1100"/>
                  </a:lnTo>
                  <a:close/>
                  <a:moveTo>
                    <a:pt x="700" y="900"/>
                  </a:moveTo>
                  <a:lnTo>
                    <a:pt x="700" y="1024"/>
                  </a:lnTo>
                  <a:lnTo>
                    <a:pt x="824" y="1024"/>
                  </a:lnTo>
                  <a:lnTo>
                    <a:pt x="824" y="900"/>
                  </a:lnTo>
                  <a:close/>
                  <a:moveTo>
                    <a:pt x="2000" y="700"/>
                  </a:moveTo>
                  <a:lnTo>
                    <a:pt x="2000" y="824"/>
                  </a:lnTo>
                  <a:lnTo>
                    <a:pt x="2124" y="824"/>
                  </a:lnTo>
                  <a:lnTo>
                    <a:pt x="2124" y="700"/>
                  </a:lnTo>
                  <a:close/>
                  <a:moveTo>
                    <a:pt x="1500" y="100"/>
                  </a:moveTo>
                  <a:lnTo>
                    <a:pt x="1500" y="224"/>
                  </a:lnTo>
                  <a:lnTo>
                    <a:pt x="1624" y="224"/>
                  </a:lnTo>
                  <a:lnTo>
                    <a:pt x="1624" y="10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AE4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0" name="RL trainable flame color 20"/>
            <p:cNvSpPr/>
            <p:nvPr/>
          </p:nvSpPr>
          <p:spPr>
            <a:xfrm>
              <a:off x="9796699" y="8278795"/>
              <a:ext cx="93635" cy="57059"/>
            </a:xfrm>
            <a:custGeom>
              <a:avLst/>
              <a:gdLst/>
              <a:ahLst/>
              <a:cxnLst/>
              <a:rect l="l" t="t" r="r" b="b"/>
              <a:pathLst>
                <a:path w="1024" h="624">
                  <a:moveTo>
                    <a:pt x="200" y="500"/>
                  </a:moveTo>
                  <a:lnTo>
                    <a:pt x="200" y="624"/>
                  </a:lnTo>
                  <a:lnTo>
                    <a:pt x="324" y="624"/>
                  </a:lnTo>
                  <a:lnTo>
                    <a:pt x="324" y="500"/>
                  </a:lnTo>
                  <a:close/>
                  <a:moveTo>
                    <a:pt x="800" y="300"/>
                  </a:moveTo>
                  <a:lnTo>
                    <a:pt x="800" y="424"/>
                  </a:lnTo>
                  <a:lnTo>
                    <a:pt x="924" y="424"/>
                  </a:lnTo>
                  <a:lnTo>
                    <a:pt x="924" y="300"/>
                  </a:lnTo>
                  <a:close/>
                  <a:moveTo>
                    <a:pt x="900" y="100"/>
                  </a:moveTo>
                  <a:lnTo>
                    <a:pt x="900" y="224"/>
                  </a:lnTo>
                  <a:lnTo>
                    <a:pt x="1024" y="224"/>
                  </a:lnTo>
                  <a:lnTo>
                    <a:pt x="1024" y="100"/>
                  </a:lnTo>
                  <a:close/>
                  <a:moveTo>
                    <a:pt x="0" y="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F4F1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1" name="RL trainable flame color 21"/>
            <p:cNvSpPr/>
            <p:nvPr/>
          </p:nvSpPr>
          <p:spPr>
            <a:xfrm>
              <a:off x="9796699" y="8196499"/>
              <a:ext cx="102779" cy="93635"/>
            </a:xfrm>
            <a:custGeom>
              <a:avLst/>
              <a:gdLst/>
              <a:ahLst/>
              <a:cxnLst/>
              <a:rect l="l" t="t" r="r" b="b"/>
              <a:pathLst>
                <a:path w="1124" h="1024">
                  <a:moveTo>
                    <a:pt x="500" y="0"/>
                  </a:moveTo>
                  <a:lnTo>
                    <a:pt x="500" y="74"/>
                  </a:lnTo>
                  <a:lnTo>
                    <a:pt x="400" y="100"/>
                  </a:lnTo>
                  <a:lnTo>
                    <a:pt x="400" y="174"/>
                  </a:lnTo>
                  <a:lnTo>
                    <a:pt x="300" y="200"/>
                  </a:lnTo>
                  <a:lnTo>
                    <a:pt x="274" y="300"/>
                  </a:lnTo>
                  <a:lnTo>
                    <a:pt x="200" y="300"/>
                  </a:lnTo>
                  <a:lnTo>
                    <a:pt x="200" y="474"/>
                  </a:lnTo>
                  <a:lnTo>
                    <a:pt x="100" y="500"/>
                  </a:lnTo>
                  <a:lnTo>
                    <a:pt x="74" y="600"/>
                  </a:lnTo>
                  <a:lnTo>
                    <a:pt x="0" y="600"/>
                  </a:lnTo>
                  <a:lnTo>
                    <a:pt x="0" y="924"/>
                  </a:lnTo>
                  <a:lnTo>
                    <a:pt x="124" y="924"/>
                  </a:lnTo>
                  <a:lnTo>
                    <a:pt x="124" y="750"/>
                  </a:lnTo>
                  <a:lnTo>
                    <a:pt x="224" y="724"/>
                  </a:lnTo>
                  <a:lnTo>
                    <a:pt x="250" y="624"/>
                  </a:lnTo>
                  <a:lnTo>
                    <a:pt x="324" y="624"/>
                  </a:lnTo>
                  <a:lnTo>
                    <a:pt x="324" y="450"/>
                  </a:lnTo>
                  <a:lnTo>
                    <a:pt x="350" y="424"/>
                  </a:lnTo>
                  <a:lnTo>
                    <a:pt x="574" y="424"/>
                  </a:lnTo>
                  <a:lnTo>
                    <a:pt x="600" y="524"/>
                  </a:lnTo>
                  <a:lnTo>
                    <a:pt x="674" y="524"/>
                  </a:lnTo>
                  <a:lnTo>
                    <a:pt x="700" y="624"/>
                  </a:lnTo>
                  <a:lnTo>
                    <a:pt x="800" y="650"/>
                  </a:lnTo>
                  <a:lnTo>
                    <a:pt x="800" y="824"/>
                  </a:lnTo>
                  <a:lnTo>
                    <a:pt x="900" y="850"/>
                  </a:lnTo>
                  <a:lnTo>
                    <a:pt x="900" y="1024"/>
                  </a:lnTo>
                  <a:lnTo>
                    <a:pt x="1024" y="1024"/>
                  </a:lnTo>
                  <a:lnTo>
                    <a:pt x="1024" y="950"/>
                  </a:lnTo>
                  <a:lnTo>
                    <a:pt x="1124" y="924"/>
                  </a:lnTo>
                  <a:lnTo>
                    <a:pt x="1124" y="700"/>
                  </a:lnTo>
                  <a:lnTo>
                    <a:pt x="1050" y="700"/>
                  </a:lnTo>
                  <a:lnTo>
                    <a:pt x="1024" y="600"/>
                  </a:lnTo>
                  <a:lnTo>
                    <a:pt x="924" y="574"/>
                  </a:lnTo>
                  <a:lnTo>
                    <a:pt x="924" y="500"/>
                  </a:lnTo>
                  <a:lnTo>
                    <a:pt x="750" y="500"/>
                  </a:lnTo>
                  <a:lnTo>
                    <a:pt x="724" y="474"/>
                  </a:lnTo>
                  <a:lnTo>
                    <a:pt x="724" y="300"/>
                  </a:lnTo>
                  <a:lnTo>
                    <a:pt x="624" y="27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FFCF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72" name="Rollout frame"/>
          <p:cNvSpPr/>
          <p:nvPr/>
        </p:nvSpPr>
        <p:spPr>
          <a:xfrm>
            <a:off x="10351008" y="6775704"/>
            <a:ext cx="731520" cy="1673352"/>
          </a:xfrm>
          <a:prstGeom prst="rect">
            <a:avLst/>
          </a:prstGeom>
          <a:noFill/>
          <a:ln w="32004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ollout 1"/>
          <p:cNvSpPr/>
          <p:nvPr/>
        </p:nvSpPr>
        <p:spPr>
          <a:xfrm>
            <a:off x="10415016" y="6867144"/>
            <a:ext cx="576072" cy="329184"/>
          </a:xfrm>
          <a:prstGeom prst="roundRect">
            <a:avLst>
              <a:gd name="adj" fmla="val 19444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o"/>
          <p:cNvSpPr txBox="1"/>
          <p:nvPr/>
        </p:nvSpPr>
        <p:spPr>
          <a:xfrm>
            <a:off x="10597896" y="6848856"/>
            <a:ext cx="1828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o</a:t>
            </a:r>
          </a:p>
        </p:txBody>
      </p:sp>
      <p:sp>
        <p:nvSpPr>
          <p:cNvPr id="775" name="1"/>
          <p:cNvSpPr txBox="1"/>
          <p:nvPr/>
        </p:nvSpPr>
        <p:spPr>
          <a:xfrm>
            <a:off x="10725912" y="6966814"/>
            <a:ext cx="1554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776" name="Rollout 2"/>
          <p:cNvSpPr/>
          <p:nvPr/>
        </p:nvSpPr>
        <p:spPr>
          <a:xfrm>
            <a:off x="10415016" y="7296912"/>
            <a:ext cx="576072" cy="329184"/>
          </a:xfrm>
          <a:prstGeom prst="roundRect">
            <a:avLst>
              <a:gd name="adj" fmla="val 19444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o"/>
          <p:cNvSpPr txBox="1"/>
          <p:nvPr/>
        </p:nvSpPr>
        <p:spPr>
          <a:xfrm>
            <a:off x="10597896" y="7278624"/>
            <a:ext cx="1828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o</a:t>
            </a:r>
          </a:p>
        </p:txBody>
      </p:sp>
      <p:sp>
        <p:nvSpPr>
          <p:cNvPr id="778" name="2"/>
          <p:cNvSpPr txBox="1"/>
          <p:nvPr/>
        </p:nvSpPr>
        <p:spPr>
          <a:xfrm>
            <a:off x="10725912" y="7396582"/>
            <a:ext cx="1554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779" name="Rollout G"/>
          <p:cNvSpPr/>
          <p:nvPr/>
        </p:nvSpPr>
        <p:spPr>
          <a:xfrm>
            <a:off x="10415016" y="8001000"/>
            <a:ext cx="576072" cy="329184"/>
          </a:xfrm>
          <a:prstGeom prst="roundRect">
            <a:avLst>
              <a:gd name="adj" fmla="val 19444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o"/>
          <p:cNvSpPr txBox="1"/>
          <p:nvPr/>
        </p:nvSpPr>
        <p:spPr>
          <a:xfrm>
            <a:off x="10597896" y="7982712"/>
            <a:ext cx="18288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o</a:t>
            </a:r>
          </a:p>
        </p:txBody>
      </p:sp>
      <p:sp>
        <p:nvSpPr>
          <p:cNvPr id="781" name="G"/>
          <p:cNvSpPr txBox="1"/>
          <p:nvPr/>
        </p:nvSpPr>
        <p:spPr>
          <a:xfrm>
            <a:off x="10725912" y="8100670"/>
            <a:ext cx="204211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G</a:t>
            </a:r>
          </a:p>
        </p:txBody>
      </p:sp>
      <p:sp>
        <p:nvSpPr>
          <p:cNvPr id="782" name="Ellipsis dot"/>
          <p:cNvSpPr/>
          <p:nvPr/>
        </p:nvSpPr>
        <p:spPr>
          <a:xfrm>
            <a:off x="10570464" y="7792974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Ellipsis dot"/>
          <p:cNvSpPr/>
          <p:nvPr/>
        </p:nvSpPr>
        <p:spPr>
          <a:xfrm>
            <a:off x="10694822" y="7792974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Ellipsis dot"/>
          <p:cNvSpPr/>
          <p:nvPr/>
        </p:nvSpPr>
        <p:spPr>
          <a:xfrm>
            <a:off x="10819181" y="7792974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ollout"/>
          <p:cNvSpPr txBox="1"/>
          <p:nvPr/>
        </p:nvSpPr>
        <p:spPr>
          <a:xfrm>
            <a:off x="10259568" y="8476488"/>
            <a:ext cx="914400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000000"/>
                </a:solidFill>
                <a:latin typeface="Arial"/>
              </a:rPr>
              <a:t>Rollout</a:t>
            </a:r>
          </a:p>
        </p:txBody>
      </p:sp>
      <p:sp>
        <p:nvSpPr>
          <p:cNvPr id="786" name="Reward calculation"/>
          <p:cNvSpPr/>
          <p:nvPr/>
        </p:nvSpPr>
        <p:spPr>
          <a:xfrm>
            <a:off x="11347704" y="6766560"/>
            <a:ext cx="3511296" cy="1682496"/>
          </a:xfrm>
          <a:prstGeom prst="roundRect">
            <a:avLst>
              <a:gd name="adj" fmla="val 17391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ward Calculation"/>
          <p:cNvSpPr txBox="1"/>
          <p:nvPr/>
        </p:nvSpPr>
        <p:spPr>
          <a:xfrm>
            <a:off x="11466576" y="6803136"/>
            <a:ext cx="3273552" cy="31601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43" b="1" i="0">
                <a:solidFill>
                  <a:srgbClr val="000000"/>
                </a:solidFill>
                <a:latin typeface="Arial"/>
              </a:rPr>
              <a:t>Reward Calculation</a:t>
            </a:r>
          </a:p>
        </p:txBody>
      </p:sp>
      <p:sp>
        <p:nvSpPr>
          <p:cNvPr id="788" name="Format"/>
          <p:cNvSpPr txBox="1"/>
          <p:nvPr/>
        </p:nvSpPr>
        <p:spPr>
          <a:xfrm>
            <a:off x="11567160" y="7159752"/>
            <a:ext cx="726262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Format</a:t>
            </a:r>
          </a:p>
        </p:txBody>
      </p:sp>
      <p:sp>
        <p:nvSpPr>
          <p:cNvPr id="789" name="Result"/>
          <p:cNvSpPr txBox="1"/>
          <p:nvPr/>
        </p:nvSpPr>
        <p:spPr>
          <a:xfrm>
            <a:off x="12755880" y="7159752"/>
            <a:ext cx="654810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Result</a:t>
            </a:r>
          </a:p>
        </p:txBody>
      </p:sp>
      <p:sp>
        <p:nvSpPr>
          <p:cNvPr id="790" name="Efficiency"/>
          <p:cNvSpPr txBox="1"/>
          <p:nvPr/>
        </p:nvSpPr>
        <p:spPr>
          <a:xfrm>
            <a:off x="13844016" y="7159752"/>
            <a:ext cx="961406" cy="27505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91" b="0" i="0">
                <a:solidFill>
                  <a:srgbClr val="000000"/>
                </a:solidFill>
                <a:latin typeface="Arial"/>
              </a:rPr>
              <a:t>Efficiency</a:t>
            </a:r>
          </a:p>
        </p:txBody>
      </p:sp>
      <p:grpSp>
        <p:nvGrpSpPr>
          <p:cNvPr id="791" name="Format reward illustrati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792" name="Format reward illustration color 0"/>
            <p:cNvSpPr/>
            <p:nvPr/>
          </p:nvSpPr>
          <p:spPr>
            <a:xfrm>
              <a:off x="11863243" y="7528987"/>
              <a:ext cx="358811" cy="578267"/>
            </a:xfrm>
            <a:custGeom>
              <a:avLst/>
              <a:gdLst/>
              <a:ahLst/>
              <a:cxnLst/>
              <a:rect l="l" t="t" r="r" b="b"/>
              <a:pathLst>
                <a:path w="3924" h="6324">
                  <a:moveTo>
                    <a:pt x="3800" y="6200"/>
                  </a:moveTo>
                  <a:lnTo>
                    <a:pt x="3800" y="6324"/>
                  </a:lnTo>
                  <a:lnTo>
                    <a:pt x="3924" y="6324"/>
                  </a:lnTo>
                  <a:lnTo>
                    <a:pt x="3924" y="6200"/>
                  </a:lnTo>
                  <a:close/>
                  <a:moveTo>
                    <a:pt x="2400" y="5800"/>
                  </a:moveTo>
                  <a:lnTo>
                    <a:pt x="2400" y="5924"/>
                  </a:lnTo>
                  <a:lnTo>
                    <a:pt x="2524" y="5924"/>
                  </a:lnTo>
                  <a:lnTo>
                    <a:pt x="2524" y="5800"/>
                  </a:lnTo>
                  <a:close/>
                  <a:moveTo>
                    <a:pt x="1400" y="4700"/>
                  </a:moveTo>
                  <a:lnTo>
                    <a:pt x="1400" y="4824"/>
                  </a:lnTo>
                  <a:lnTo>
                    <a:pt x="1524" y="4824"/>
                  </a:lnTo>
                  <a:lnTo>
                    <a:pt x="1524" y="4700"/>
                  </a:lnTo>
                  <a:close/>
                  <a:moveTo>
                    <a:pt x="2224" y="4300"/>
                  </a:moveTo>
                  <a:lnTo>
                    <a:pt x="2100" y="4300"/>
                  </a:lnTo>
                  <a:lnTo>
                    <a:pt x="2100" y="4374"/>
                  </a:lnTo>
                  <a:lnTo>
                    <a:pt x="2000" y="4400"/>
                  </a:lnTo>
                  <a:lnTo>
                    <a:pt x="2000" y="4474"/>
                  </a:lnTo>
                  <a:lnTo>
                    <a:pt x="1900" y="4500"/>
                  </a:lnTo>
                  <a:lnTo>
                    <a:pt x="1900" y="4574"/>
                  </a:lnTo>
                  <a:lnTo>
                    <a:pt x="1800" y="4600"/>
                  </a:lnTo>
                  <a:lnTo>
                    <a:pt x="1800" y="4674"/>
                  </a:lnTo>
                  <a:lnTo>
                    <a:pt x="1700" y="4700"/>
                  </a:lnTo>
                  <a:lnTo>
                    <a:pt x="1674" y="4800"/>
                  </a:lnTo>
                  <a:lnTo>
                    <a:pt x="1600" y="4800"/>
                  </a:lnTo>
                  <a:lnTo>
                    <a:pt x="1600" y="4924"/>
                  </a:lnTo>
                  <a:lnTo>
                    <a:pt x="1824" y="4924"/>
                  </a:lnTo>
                  <a:lnTo>
                    <a:pt x="1824" y="4850"/>
                  </a:lnTo>
                  <a:lnTo>
                    <a:pt x="1924" y="4824"/>
                  </a:lnTo>
                  <a:lnTo>
                    <a:pt x="1924" y="4650"/>
                  </a:lnTo>
                  <a:lnTo>
                    <a:pt x="2024" y="4624"/>
                  </a:lnTo>
                  <a:lnTo>
                    <a:pt x="2024" y="4550"/>
                  </a:lnTo>
                  <a:lnTo>
                    <a:pt x="2124" y="4524"/>
                  </a:lnTo>
                  <a:lnTo>
                    <a:pt x="2150" y="4424"/>
                  </a:lnTo>
                  <a:lnTo>
                    <a:pt x="2224" y="4424"/>
                  </a:lnTo>
                  <a:close/>
                  <a:moveTo>
                    <a:pt x="1100" y="4300"/>
                  </a:moveTo>
                  <a:lnTo>
                    <a:pt x="1100" y="4424"/>
                  </a:lnTo>
                  <a:lnTo>
                    <a:pt x="1224" y="4424"/>
                  </a:lnTo>
                  <a:lnTo>
                    <a:pt x="1224" y="4300"/>
                  </a:lnTo>
                  <a:close/>
                  <a:moveTo>
                    <a:pt x="1100" y="4100"/>
                  </a:moveTo>
                  <a:lnTo>
                    <a:pt x="1100" y="4224"/>
                  </a:lnTo>
                  <a:lnTo>
                    <a:pt x="1274" y="4224"/>
                  </a:lnTo>
                  <a:lnTo>
                    <a:pt x="1300" y="4324"/>
                  </a:lnTo>
                  <a:lnTo>
                    <a:pt x="1424" y="4324"/>
                  </a:lnTo>
                  <a:lnTo>
                    <a:pt x="1424" y="4200"/>
                  </a:lnTo>
                  <a:lnTo>
                    <a:pt x="1350" y="4200"/>
                  </a:lnTo>
                  <a:lnTo>
                    <a:pt x="1324" y="4100"/>
                  </a:lnTo>
                  <a:close/>
                  <a:moveTo>
                    <a:pt x="0" y="4000"/>
                  </a:moveTo>
                  <a:lnTo>
                    <a:pt x="0" y="4124"/>
                  </a:lnTo>
                  <a:lnTo>
                    <a:pt x="124" y="4124"/>
                  </a:lnTo>
                  <a:lnTo>
                    <a:pt x="124" y="4000"/>
                  </a:lnTo>
                  <a:close/>
                  <a:moveTo>
                    <a:pt x="100" y="3800"/>
                  </a:moveTo>
                  <a:lnTo>
                    <a:pt x="100" y="3924"/>
                  </a:lnTo>
                  <a:lnTo>
                    <a:pt x="224" y="3924"/>
                  </a:lnTo>
                  <a:lnTo>
                    <a:pt x="224" y="3800"/>
                  </a:lnTo>
                  <a:close/>
                  <a:moveTo>
                    <a:pt x="2524" y="3600"/>
                  </a:moveTo>
                  <a:lnTo>
                    <a:pt x="2300" y="3600"/>
                  </a:lnTo>
                  <a:lnTo>
                    <a:pt x="2300" y="3674"/>
                  </a:lnTo>
                  <a:lnTo>
                    <a:pt x="2200" y="3700"/>
                  </a:lnTo>
                  <a:lnTo>
                    <a:pt x="2200" y="3774"/>
                  </a:lnTo>
                  <a:lnTo>
                    <a:pt x="2100" y="3800"/>
                  </a:lnTo>
                  <a:lnTo>
                    <a:pt x="2074" y="3900"/>
                  </a:lnTo>
                  <a:lnTo>
                    <a:pt x="2000" y="3900"/>
                  </a:lnTo>
                  <a:lnTo>
                    <a:pt x="2000" y="4074"/>
                  </a:lnTo>
                  <a:lnTo>
                    <a:pt x="1900" y="4100"/>
                  </a:lnTo>
                  <a:lnTo>
                    <a:pt x="1874" y="4200"/>
                  </a:lnTo>
                  <a:lnTo>
                    <a:pt x="1800" y="4200"/>
                  </a:lnTo>
                  <a:lnTo>
                    <a:pt x="1800" y="4374"/>
                  </a:lnTo>
                  <a:lnTo>
                    <a:pt x="1700" y="4400"/>
                  </a:lnTo>
                  <a:lnTo>
                    <a:pt x="1674" y="4500"/>
                  </a:lnTo>
                  <a:lnTo>
                    <a:pt x="1624" y="4474"/>
                  </a:lnTo>
                  <a:lnTo>
                    <a:pt x="1624" y="4400"/>
                  </a:lnTo>
                  <a:lnTo>
                    <a:pt x="1500" y="4400"/>
                  </a:lnTo>
                  <a:lnTo>
                    <a:pt x="1500" y="4524"/>
                  </a:lnTo>
                  <a:lnTo>
                    <a:pt x="1574" y="4524"/>
                  </a:lnTo>
                  <a:lnTo>
                    <a:pt x="1600" y="4624"/>
                  </a:lnTo>
                  <a:lnTo>
                    <a:pt x="1724" y="4624"/>
                  </a:lnTo>
                  <a:lnTo>
                    <a:pt x="1724" y="4550"/>
                  </a:lnTo>
                  <a:lnTo>
                    <a:pt x="1824" y="4524"/>
                  </a:lnTo>
                  <a:lnTo>
                    <a:pt x="1824" y="4450"/>
                  </a:lnTo>
                  <a:lnTo>
                    <a:pt x="1924" y="4424"/>
                  </a:lnTo>
                  <a:lnTo>
                    <a:pt x="1950" y="4324"/>
                  </a:lnTo>
                  <a:lnTo>
                    <a:pt x="2024" y="4324"/>
                  </a:lnTo>
                  <a:lnTo>
                    <a:pt x="2024" y="4150"/>
                  </a:lnTo>
                  <a:lnTo>
                    <a:pt x="2124" y="4124"/>
                  </a:lnTo>
                  <a:lnTo>
                    <a:pt x="2124" y="3950"/>
                  </a:lnTo>
                  <a:lnTo>
                    <a:pt x="2224" y="3924"/>
                  </a:lnTo>
                  <a:lnTo>
                    <a:pt x="2250" y="3824"/>
                  </a:lnTo>
                  <a:lnTo>
                    <a:pt x="2374" y="3824"/>
                  </a:lnTo>
                  <a:lnTo>
                    <a:pt x="2400" y="3850"/>
                  </a:lnTo>
                  <a:lnTo>
                    <a:pt x="2400" y="3974"/>
                  </a:lnTo>
                  <a:lnTo>
                    <a:pt x="2300" y="4000"/>
                  </a:lnTo>
                  <a:lnTo>
                    <a:pt x="2274" y="4100"/>
                  </a:lnTo>
                  <a:lnTo>
                    <a:pt x="2200" y="4100"/>
                  </a:lnTo>
                  <a:lnTo>
                    <a:pt x="2200" y="4224"/>
                  </a:lnTo>
                  <a:lnTo>
                    <a:pt x="2324" y="4224"/>
                  </a:lnTo>
                  <a:lnTo>
                    <a:pt x="2324" y="4150"/>
                  </a:lnTo>
                  <a:lnTo>
                    <a:pt x="2424" y="4124"/>
                  </a:lnTo>
                  <a:lnTo>
                    <a:pt x="2450" y="4024"/>
                  </a:lnTo>
                  <a:lnTo>
                    <a:pt x="2524" y="4024"/>
                  </a:lnTo>
                  <a:close/>
                  <a:moveTo>
                    <a:pt x="1100" y="2500"/>
                  </a:moveTo>
                  <a:lnTo>
                    <a:pt x="1100" y="2624"/>
                  </a:lnTo>
                  <a:lnTo>
                    <a:pt x="1224" y="2624"/>
                  </a:lnTo>
                  <a:lnTo>
                    <a:pt x="1224" y="250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0F37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3" name="Format reward illustration color 2"/>
            <p:cNvSpPr/>
            <p:nvPr/>
          </p:nvSpPr>
          <p:spPr>
            <a:xfrm>
              <a:off x="11607211" y="7519843"/>
              <a:ext cx="651419" cy="706283"/>
            </a:xfrm>
            <a:custGeom>
              <a:avLst/>
              <a:gdLst/>
              <a:ahLst/>
              <a:cxnLst/>
              <a:rect l="l" t="t" r="r" b="b"/>
              <a:pathLst>
                <a:path w="7124" h="7724">
                  <a:moveTo>
                    <a:pt x="6800" y="7600"/>
                  </a:moveTo>
                  <a:lnTo>
                    <a:pt x="6800" y="7724"/>
                  </a:lnTo>
                  <a:lnTo>
                    <a:pt x="6924" y="7724"/>
                  </a:lnTo>
                  <a:lnTo>
                    <a:pt x="6924" y="7600"/>
                  </a:lnTo>
                  <a:close/>
                  <a:moveTo>
                    <a:pt x="6500" y="7500"/>
                  </a:moveTo>
                  <a:lnTo>
                    <a:pt x="6500" y="7624"/>
                  </a:lnTo>
                  <a:lnTo>
                    <a:pt x="6624" y="7624"/>
                  </a:lnTo>
                  <a:lnTo>
                    <a:pt x="6624" y="7500"/>
                  </a:lnTo>
                  <a:close/>
                  <a:moveTo>
                    <a:pt x="6100" y="7100"/>
                  </a:moveTo>
                  <a:lnTo>
                    <a:pt x="6100" y="7224"/>
                  </a:lnTo>
                  <a:lnTo>
                    <a:pt x="6224" y="7224"/>
                  </a:lnTo>
                  <a:lnTo>
                    <a:pt x="6224" y="7100"/>
                  </a:lnTo>
                  <a:close/>
                  <a:moveTo>
                    <a:pt x="5800" y="7000"/>
                  </a:moveTo>
                  <a:lnTo>
                    <a:pt x="5800" y="7224"/>
                  </a:lnTo>
                  <a:lnTo>
                    <a:pt x="5924" y="7224"/>
                  </a:lnTo>
                  <a:lnTo>
                    <a:pt x="5924" y="7000"/>
                  </a:lnTo>
                  <a:close/>
                  <a:moveTo>
                    <a:pt x="7000" y="6600"/>
                  </a:moveTo>
                  <a:lnTo>
                    <a:pt x="7000" y="6724"/>
                  </a:lnTo>
                  <a:lnTo>
                    <a:pt x="7124" y="6724"/>
                  </a:lnTo>
                  <a:lnTo>
                    <a:pt x="7124" y="6600"/>
                  </a:lnTo>
                  <a:close/>
                  <a:moveTo>
                    <a:pt x="2800" y="6500"/>
                  </a:moveTo>
                  <a:lnTo>
                    <a:pt x="2800" y="6624"/>
                  </a:lnTo>
                  <a:lnTo>
                    <a:pt x="3224" y="6624"/>
                  </a:lnTo>
                  <a:lnTo>
                    <a:pt x="3224" y="6500"/>
                  </a:lnTo>
                  <a:close/>
                  <a:moveTo>
                    <a:pt x="2400" y="6500"/>
                  </a:moveTo>
                  <a:lnTo>
                    <a:pt x="2400" y="6624"/>
                  </a:lnTo>
                  <a:lnTo>
                    <a:pt x="2524" y="6624"/>
                  </a:lnTo>
                  <a:lnTo>
                    <a:pt x="2524" y="6500"/>
                  </a:lnTo>
                  <a:close/>
                  <a:moveTo>
                    <a:pt x="1700" y="6500"/>
                  </a:moveTo>
                  <a:lnTo>
                    <a:pt x="1700" y="6624"/>
                  </a:lnTo>
                  <a:lnTo>
                    <a:pt x="1824" y="6624"/>
                  </a:lnTo>
                  <a:lnTo>
                    <a:pt x="1824" y="6500"/>
                  </a:lnTo>
                  <a:close/>
                  <a:moveTo>
                    <a:pt x="900" y="6300"/>
                  </a:moveTo>
                  <a:lnTo>
                    <a:pt x="900" y="6424"/>
                  </a:lnTo>
                  <a:lnTo>
                    <a:pt x="1024" y="6424"/>
                  </a:lnTo>
                  <a:lnTo>
                    <a:pt x="1024" y="6300"/>
                  </a:lnTo>
                  <a:close/>
                  <a:moveTo>
                    <a:pt x="4800" y="6200"/>
                  </a:moveTo>
                  <a:lnTo>
                    <a:pt x="4800" y="6324"/>
                  </a:lnTo>
                  <a:lnTo>
                    <a:pt x="4924" y="6324"/>
                  </a:lnTo>
                  <a:lnTo>
                    <a:pt x="4924" y="6200"/>
                  </a:lnTo>
                  <a:close/>
                  <a:moveTo>
                    <a:pt x="4400" y="6200"/>
                  </a:moveTo>
                  <a:lnTo>
                    <a:pt x="4400" y="6324"/>
                  </a:lnTo>
                  <a:lnTo>
                    <a:pt x="4724" y="6324"/>
                  </a:lnTo>
                  <a:lnTo>
                    <a:pt x="4724" y="6200"/>
                  </a:lnTo>
                  <a:close/>
                  <a:moveTo>
                    <a:pt x="5400" y="6100"/>
                  </a:moveTo>
                  <a:lnTo>
                    <a:pt x="5400" y="6224"/>
                  </a:lnTo>
                  <a:lnTo>
                    <a:pt x="5524" y="6224"/>
                  </a:lnTo>
                  <a:lnTo>
                    <a:pt x="5524" y="6100"/>
                  </a:lnTo>
                  <a:close/>
                  <a:moveTo>
                    <a:pt x="6500" y="6000"/>
                  </a:moveTo>
                  <a:lnTo>
                    <a:pt x="6500" y="6124"/>
                  </a:lnTo>
                  <a:lnTo>
                    <a:pt x="6624" y="6124"/>
                  </a:lnTo>
                  <a:lnTo>
                    <a:pt x="6624" y="6000"/>
                  </a:lnTo>
                  <a:close/>
                  <a:moveTo>
                    <a:pt x="3500" y="5900"/>
                  </a:moveTo>
                  <a:lnTo>
                    <a:pt x="3500" y="6024"/>
                  </a:lnTo>
                  <a:lnTo>
                    <a:pt x="3624" y="6024"/>
                  </a:lnTo>
                  <a:lnTo>
                    <a:pt x="3624" y="5900"/>
                  </a:lnTo>
                  <a:close/>
                  <a:moveTo>
                    <a:pt x="0" y="5900"/>
                  </a:moveTo>
                  <a:lnTo>
                    <a:pt x="0" y="6024"/>
                  </a:lnTo>
                  <a:lnTo>
                    <a:pt x="124" y="6024"/>
                  </a:lnTo>
                  <a:lnTo>
                    <a:pt x="124" y="5900"/>
                  </a:lnTo>
                  <a:close/>
                  <a:moveTo>
                    <a:pt x="1100" y="5800"/>
                  </a:moveTo>
                  <a:lnTo>
                    <a:pt x="1100" y="5924"/>
                  </a:lnTo>
                  <a:lnTo>
                    <a:pt x="1324" y="5924"/>
                  </a:lnTo>
                  <a:lnTo>
                    <a:pt x="1324" y="5800"/>
                  </a:lnTo>
                  <a:close/>
                  <a:moveTo>
                    <a:pt x="4300" y="5400"/>
                  </a:moveTo>
                  <a:lnTo>
                    <a:pt x="4300" y="5524"/>
                  </a:lnTo>
                  <a:lnTo>
                    <a:pt x="4424" y="5524"/>
                  </a:lnTo>
                  <a:lnTo>
                    <a:pt x="4424" y="5400"/>
                  </a:lnTo>
                  <a:close/>
                  <a:moveTo>
                    <a:pt x="0" y="5300"/>
                  </a:moveTo>
                  <a:lnTo>
                    <a:pt x="0" y="5424"/>
                  </a:lnTo>
                  <a:lnTo>
                    <a:pt x="124" y="5424"/>
                  </a:lnTo>
                  <a:lnTo>
                    <a:pt x="124" y="5300"/>
                  </a:lnTo>
                  <a:close/>
                  <a:moveTo>
                    <a:pt x="5300" y="5200"/>
                  </a:moveTo>
                  <a:lnTo>
                    <a:pt x="5300" y="5324"/>
                  </a:lnTo>
                  <a:lnTo>
                    <a:pt x="5424" y="5324"/>
                  </a:lnTo>
                  <a:lnTo>
                    <a:pt x="5424" y="5200"/>
                  </a:lnTo>
                  <a:close/>
                  <a:moveTo>
                    <a:pt x="5500" y="5000"/>
                  </a:moveTo>
                  <a:lnTo>
                    <a:pt x="5500" y="5124"/>
                  </a:lnTo>
                  <a:lnTo>
                    <a:pt x="5624" y="5124"/>
                  </a:lnTo>
                  <a:lnTo>
                    <a:pt x="5624" y="5000"/>
                  </a:lnTo>
                  <a:close/>
                  <a:moveTo>
                    <a:pt x="4600" y="4900"/>
                  </a:moveTo>
                  <a:lnTo>
                    <a:pt x="4600" y="5024"/>
                  </a:lnTo>
                  <a:lnTo>
                    <a:pt x="4724" y="5024"/>
                  </a:lnTo>
                  <a:lnTo>
                    <a:pt x="4724" y="4900"/>
                  </a:lnTo>
                  <a:close/>
                  <a:moveTo>
                    <a:pt x="6400" y="4800"/>
                  </a:moveTo>
                  <a:lnTo>
                    <a:pt x="6400" y="4924"/>
                  </a:lnTo>
                  <a:lnTo>
                    <a:pt x="6524" y="4924"/>
                  </a:lnTo>
                  <a:lnTo>
                    <a:pt x="6524" y="4800"/>
                  </a:lnTo>
                  <a:close/>
                  <a:moveTo>
                    <a:pt x="4100" y="4800"/>
                  </a:moveTo>
                  <a:lnTo>
                    <a:pt x="4100" y="4924"/>
                  </a:lnTo>
                  <a:lnTo>
                    <a:pt x="4174" y="4924"/>
                  </a:lnTo>
                  <a:lnTo>
                    <a:pt x="4200" y="5024"/>
                  </a:lnTo>
                  <a:lnTo>
                    <a:pt x="4324" y="5024"/>
                  </a:lnTo>
                  <a:lnTo>
                    <a:pt x="4324" y="4900"/>
                  </a:lnTo>
                  <a:lnTo>
                    <a:pt x="4250" y="4900"/>
                  </a:lnTo>
                  <a:lnTo>
                    <a:pt x="4224" y="4800"/>
                  </a:lnTo>
                  <a:close/>
                  <a:moveTo>
                    <a:pt x="1700" y="4800"/>
                  </a:moveTo>
                  <a:lnTo>
                    <a:pt x="1700" y="4924"/>
                  </a:lnTo>
                  <a:lnTo>
                    <a:pt x="1824" y="4924"/>
                  </a:lnTo>
                  <a:lnTo>
                    <a:pt x="1824" y="4800"/>
                  </a:lnTo>
                  <a:close/>
                  <a:moveTo>
                    <a:pt x="4400" y="4400"/>
                  </a:moveTo>
                  <a:lnTo>
                    <a:pt x="4400" y="4524"/>
                  </a:lnTo>
                  <a:lnTo>
                    <a:pt x="4524" y="4524"/>
                  </a:lnTo>
                  <a:lnTo>
                    <a:pt x="4524" y="4400"/>
                  </a:lnTo>
                  <a:close/>
                  <a:moveTo>
                    <a:pt x="3800" y="4100"/>
                  </a:moveTo>
                  <a:lnTo>
                    <a:pt x="3800" y="4224"/>
                  </a:lnTo>
                  <a:lnTo>
                    <a:pt x="3924" y="4224"/>
                  </a:lnTo>
                  <a:lnTo>
                    <a:pt x="3924" y="4100"/>
                  </a:lnTo>
                  <a:close/>
                  <a:moveTo>
                    <a:pt x="3400" y="4100"/>
                  </a:moveTo>
                  <a:lnTo>
                    <a:pt x="3400" y="4524"/>
                  </a:lnTo>
                  <a:lnTo>
                    <a:pt x="3524" y="4524"/>
                  </a:lnTo>
                  <a:lnTo>
                    <a:pt x="3524" y="4100"/>
                  </a:lnTo>
                  <a:close/>
                  <a:moveTo>
                    <a:pt x="1300" y="4100"/>
                  </a:moveTo>
                  <a:lnTo>
                    <a:pt x="1300" y="4224"/>
                  </a:lnTo>
                  <a:lnTo>
                    <a:pt x="1824" y="4224"/>
                  </a:lnTo>
                  <a:lnTo>
                    <a:pt x="1824" y="4100"/>
                  </a:lnTo>
                  <a:close/>
                  <a:moveTo>
                    <a:pt x="4700" y="4000"/>
                  </a:moveTo>
                  <a:lnTo>
                    <a:pt x="4700" y="4124"/>
                  </a:lnTo>
                  <a:lnTo>
                    <a:pt x="4824" y="4124"/>
                  </a:lnTo>
                  <a:lnTo>
                    <a:pt x="4824" y="4000"/>
                  </a:lnTo>
                  <a:close/>
                  <a:moveTo>
                    <a:pt x="0" y="4000"/>
                  </a:moveTo>
                  <a:lnTo>
                    <a:pt x="0" y="4324"/>
                  </a:lnTo>
                  <a:lnTo>
                    <a:pt x="124" y="4324"/>
                  </a:lnTo>
                  <a:lnTo>
                    <a:pt x="124" y="4000"/>
                  </a:lnTo>
                  <a:close/>
                  <a:moveTo>
                    <a:pt x="900" y="3500"/>
                  </a:moveTo>
                  <a:lnTo>
                    <a:pt x="900" y="3624"/>
                  </a:lnTo>
                  <a:lnTo>
                    <a:pt x="1024" y="3624"/>
                  </a:lnTo>
                  <a:lnTo>
                    <a:pt x="1024" y="3500"/>
                  </a:lnTo>
                  <a:close/>
                  <a:moveTo>
                    <a:pt x="3924" y="3400"/>
                  </a:moveTo>
                  <a:lnTo>
                    <a:pt x="3800" y="3400"/>
                  </a:lnTo>
                  <a:lnTo>
                    <a:pt x="3800" y="3474"/>
                  </a:lnTo>
                  <a:lnTo>
                    <a:pt x="3700" y="3500"/>
                  </a:lnTo>
                  <a:lnTo>
                    <a:pt x="3700" y="3624"/>
                  </a:lnTo>
                  <a:lnTo>
                    <a:pt x="3824" y="3624"/>
                  </a:lnTo>
                  <a:lnTo>
                    <a:pt x="3824" y="3550"/>
                  </a:lnTo>
                  <a:lnTo>
                    <a:pt x="3924" y="3524"/>
                  </a:lnTo>
                  <a:close/>
                  <a:moveTo>
                    <a:pt x="5000" y="3200"/>
                  </a:moveTo>
                  <a:lnTo>
                    <a:pt x="5000" y="3324"/>
                  </a:lnTo>
                  <a:lnTo>
                    <a:pt x="5124" y="3324"/>
                  </a:lnTo>
                  <a:lnTo>
                    <a:pt x="5124" y="3200"/>
                  </a:lnTo>
                  <a:close/>
                  <a:moveTo>
                    <a:pt x="6100" y="3100"/>
                  </a:moveTo>
                  <a:lnTo>
                    <a:pt x="6100" y="3224"/>
                  </a:lnTo>
                  <a:lnTo>
                    <a:pt x="6224" y="3224"/>
                  </a:lnTo>
                  <a:lnTo>
                    <a:pt x="6224" y="3100"/>
                  </a:lnTo>
                  <a:close/>
                  <a:moveTo>
                    <a:pt x="0" y="27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2700"/>
                  </a:lnTo>
                  <a:close/>
                  <a:moveTo>
                    <a:pt x="3600" y="2600"/>
                  </a:moveTo>
                  <a:lnTo>
                    <a:pt x="3600" y="2724"/>
                  </a:lnTo>
                  <a:lnTo>
                    <a:pt x="3724" y="2724"/>
                  </a:lnTo>
                  <a:lnTo>
                    <a:pt x="3724" y="2600"/>
                  </a:lnTo>
                  <a:close/>
                  <a:moveTo>
                    <a:pt x="3800" y="2500"/>
                  </a:moveTo>
                  <a:lnTo>
                    <a:pt x="3800" y="2624"/>
                  </a:lnTo>
                  <a:lnTo>
                    <a:pt x="3924" y="2624"/>
                  </a:lnTo>
                  <a:lnTo>
                    <a:pt x="3924" y="2500"/>
                  </a:lnTo>
                  <a:close/>
                  <a:moveTo>
                    <a:pt x="2400" y="2500"/>
                  </a:moveTo>
                  <a:lnTo>
                    <a:pt x="2400" y="2624"/>
                  </a:lnTo>
                  <a:lnTo>
                    <a:pt x="2824" y="2624"/>
                  </a:lnTo>
                  <a:lnTo>
                    <a:pt x="2824" y="2500"/>
                  </a:lnTo>
                  <a:close/>
                  <a:moveTo>
                    <a:pt x="0" y="2500"/>
                  </a:moveTo>
                  <a:lnTo>
                    <a:pt x="0" y="2624"/>
                  </a:lnTo>
                  <a:lnTo>
                    <a:pt x="124" y="2624"/>
                  </a:lnTo>
                  <a:lnTo>
                    <a:pt x="124" y="2500"/>
                  </a:lnTo>
                  <a:close/>
                  <a:moveTo>
                    <a:pt x="5800" y="2400"/>
                  </a:moveTo>
                  <a:lnTo>
                    <a:pt x="5800" y="2724"/>
                  </a:lnTo>
                  <a:lnTo>
                    <a:pt x="5924" y="2724"/>
                  </a:lnTo>
                  <a:lnTo>
                    <a:pt x="5924" y="2400"/>
                  </a:lnTo>
                  <a:close/>
                  <a:moveTo>
                    <a:pt x="5000" y="2400"/>
                  </a:moveTo>
                  <a:lnTo>
                    <a:pt x="5000" y="2524"/>
                  </a:lnTo>
                  <a:lnTo>
                    <a:pt x="5124" y="2524"/>
                  </a:lnTo>
                  <a:lnTo>
                    <a:pt x="5124" y="2400"/>
                  </a:lnTo>
                  <a:close/>
                  <a:moveTo>
                    <a:pt x="0" y="2100"/>
                  </a:moveTo>
                  <a:lnTo>
                    <a:pt x="0" y="2324"/>
                  </a:lnTo>
                  <a:lnTo>
                    <a:pt x="124" y="2324"/>
                  </a:lnTo>
                  <a:lnTo>
                    <a:pt x="124" y="2100"/>
                  </a:lnTo>
                  <a:close/>
                  <a:moveTo>
                    <a:pt x="900" y="1800"/>
                  </a:moveTo>
                  <a:lnTo>
                    <a:pt x="900" y="1924"/>
                  </a:lnTo>
                  <a:lnTo>
                    <a:pt x="1024" y="1924"/>
                  </a:lnTo>
                  <a:lnTo>
                    <a:pt x="1024" y="1800"/>
                  </a:lnTo>
                  <a:close/>
                  <a:moveTo>
                    <a:pt x="0" y="1800"/>
                  </a:moveTo>
                  <a:lnTo>
                    <a:pt x="0" y="1924"/>
                  </a:lnTo>
                  <a:lnTo>
                    <a:pt x="124" y="1924"/>
                  </a:lnTo>
                  <a:lnTo>
                    <a:pt x="124" y="1800"/>
                  </a:lnTo>
                  <a:close/>
                  <a:moveTo>
                    <a:pt x="5800" y="1700"/>
                  </a:moveTo>
                  <a:lnTo>
                    <a:pt x="5800" y="1824"/>
                  </a:lnTo>
                  <a:lnTo>
                    <a:pt x="5924" y="1824"/>
                  </a:lnTo>
                  <a:lnTo>
                    <a:pt x="5924" y="1700"/>
                  </a:lnTo>
                  <a:close/>
                  <a:moveTo>
                    <a:pt x="4800" y="1600"/>
                  </a:moveTo>
                  <a:lnTo>
                    <a:pt x="4800" y="1724"/>
                  </a:lnTo>
                  <a:lnTo>
                    <a:pt x="5124" y="1724"/>
                  </a:lnTo>
                  <a:lnTo>
                    <a:pt x="5124" y="16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2800" y="1300"/>
                  </a:moveTo>
                  <a:lnTo>
                    <a:pt x="2800" y="1424"/>
                  </a:lnTo>
                  <a:lnTo>
                    <a:pt x="2924" y="1424"/>
                  </a:lnTo>
                  <a:lnTo>
                    <a:pt x="2924" y="1300"/>
                  </a:lnTo>
                  <a:close/>
                  <a:moveTo>
                    <a:pt x="2400" y="1300"/>
                  </a:moveTo>
                  <a:lnTo>
                    <a:pt x="2400" y="1424"/>
                  </a:lnTo>
                  <a:lnTo>
                    <a:pt x="2624" y="1424"/>
                  </a:lnTo>
                  <a:lnTo>
                    <a:pt x="2624" y="1300"/>
                  </a:lnTo>
                  <a:close/>
                  <a:moveTo>
                    <a:pt x="1500" y="1300"/>
                  </a:moveTo>
                  <a:lnTo>
                    <a:pt x="1500" y="1424"/>
                  </a:lnTo>
                  <a:lnTo>
                    <a:pt x="1824" y="1424"/>
                  </a:lnTo>
                  <a:lnTo>
                    <a:pt x="1824" y="1300"/>
                  </a:lnTo>
                  <a:close/>
                  <a:moveTo>
                    <a:pt x="1000" y="1300"/>
                  </a:moveTo>
                  <a:lnTo>
                    <a:pt x="1000" y="1424"/>
                  </a:lnTo>
                  <a:lnTo>
                    <a:pt x="1224" y="1424"/>
                  </a:lnTo>
                  <a:lnTo>
                    <a:pt x="1224" y="1300"/>
                  </a:lnTo>
                  <a:close/>
                  <a:moveTo>
                    <a:pt x="5600" y="1200"/>
                  </a:moveTo>
                  <a:lnTo>
                    <a:pt x="5600" y="1324"/>
                  </a:lnTo>
                  <a:lnTo>
                    <a:pt x="5724" y="1324"/>
                  </a:lnTo>
                  <a:lnTo>
                    <a:pt x="5724" y="1200"/>
                  </a:lnTo>
                  <a:close/>
                  <a:moveTo>
                    <a:pt x="4600" y="1200"/>
                  </a:moveTo>
                  <a:lnTo>
                    <a:pt x="4600" y="1524"/>
                  </a:lnTo>
                  <a:lnTo>
                    <a:pt x="4724" y="1524"/>
                  </a:lnTo>
                  <a:lnTo>
                    <a:pt x="4724" y="1200"/>
                  </a:lnTo>
                  <a:close/>
                  <a:moveTo>
                    <a:pt x="3500" y="1000"/>
                  </a:moveTo>
                  <a:lnTo>
                    <a:pt x="3500" y="1124"/>
                  </a:lnTo>
                  <a:lnTo>
                    <a:pt x="3624" y="1124"/>
                  </a:lnTo>
                  <a:lnTo>
                    <a:pt x="3624" y="1000"/>
                  </a:lnTo>
                  <a:close/>
                  <a:moveTo>
                    <a:pt x="2500" y="1000"/>
                  </a:moveTo>
                  <a:lnTo>
                    <a:pt x="2500" y="1124"/>
                  </a:lnTo>
                  <a:lnTo>
                    <a:pt x="3424" y="1124"/>
                  </a:lnTo>
                  <a:lnTo>
                    <a:pt x="3424" y="1000"/>
                  </a:lnTo>
                  <a:close/>
                  <a:moveTo>
                    <a:pt x="2200" y="1000"/>
                  </a:moveTo>
                  <a:lnTo>
                    <a:pt x="2200" y="1124"/>
                  </a:lnTo>
                  <a:lnTo>
                    <a:pt x="2324" y="1124"/>
                  </a:lnTo>
                  <a:lnTo>
                    <a:pt x="2324" y="1000"/>
                  </a:lnTo>
                  <a:close/>
                  <a:moveTo>
                    <a:pt x="1900" y="1000"/>
                  </a:moveTo>
                  <a:lnTo>
                    <a:pt x="1900" y="1124"/>
                  </a:lnTo>
                  <a:lnTo>
                    <a:pt x="2124" y="1124"/>
                  </a:lnTo>
                  <a:lnTo>
                    <a:pt x="2124" y="1000"/>
                  </a:lnTo>
                  <a:close/>
                  <a:moveTo>
                    <a:pt x="1200" y="1000"/>
                  </a:moveTo>
                  <a:lnTo>
                    <a:pt x="1200" y="1124"/>
                  </a:lnTo>
                  <a:lnTo>
                    <a:pt x="1424" y="1124"/>
                  </a:lnTo>
                  <a:lnTo>
                    <a:pt x="1424" y="1000"/>
                  </a:lnTo>
                  <a:close/>
                  <a:moveTo>
                    <a:pt x="0" y="1000"/>
                  </a:moveTo>
                  <a:lnTo>
                    <a:pt x="0" y="1224"/>
                  </a:lnTo>
                  <a:lnTo>
                    <a:pt x="124" y="1224"/>
                  </a:lnTo>
                  <a:lnTo>
                    <a:pt x="124" y="1000"/>
                  </a:lnTo>
                  <a:close/>
                  <a:moveTo>
                    <a:pt x="5700" y="900"/>
                  </a:moveTo>
                  <a:lnTo>
                    <a:pt x="5700" y="1024"/>
                  </a:lnTo>
                  <a:lnTo>
                    <a:pt x="5824" y="1024"/>
                  </a:lnTo>
                  <a:lnTo>
                    <a:pt x="5824" y="900"/>
                  </a:lnTo>
                  <a:close/>
                  <a:moveTo>
                    <a:pt x="0" y="600"/>
                  </a:moveTo>
                  <a:lnTo>
                    <a:pt x="0" y="724"/>
                  </a:lnTo>
                  <a:lnTo>
                    <a:pt x="124" y="724"/>
                  </a:lnTo>
                  <a:lnTo>
                    <a:pt x="124" y="600"/>
                  </a:lnTo>
                  <a:close/>
                  <a:moveTo>
                    <a:pt x="4600" y="500"/>
                  </a:moveTo>
                  <a:lnTo>
                    <a:pt x="4600" y="924"/>
                  </a:lnTo>
                  <a:lnTo>
                    <a:pt x="4724" y="924"/>
                  </a:lnTo>
                  <a:lnTo>
                    <a:pt x="4724" y="500"/>
                  </a:lnTo>
                  <a:close/>
                  <a:moveTo>
                    <a:pt x="4600" y="300"/>
                  </a:moveTo>
                  <a:lnTo>
                    <a:pt x="4600" y="424"/>
                  </a:lnTo>
                  <a:lnTo>
                    <a:pt x="4724" y="424"/>
                  </a:lnTo>
                  <a:lnTo>
                    <a:pt x="4724" y="30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98918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4" name="Format reward illustration color 3"/>
            <p:cNvSpPr/>
            <p:nvPr/>
          </p:nvSpPr>
          <p:spPr>
            <a:xfrm>
              <a:off x="11881531" y="7766731"/>
              <a:ext cx="377099" cy="431963"/>
            </a:xfrm>
            <a:custGeom>
              <a:avLst/>
              <a:gdLst/>
              <a:ahLst/>
              <a:cxnLst/>
              <a:rect l="l" t="t" r="r" b="b"/>
              <a:pathLst>
                <a:path w="4124" h="4724">
                  <a:moveTo>
                    <a:pt x="3000" y="3700"/>
                  </a:moveTo>
                  <a:lnTo>
                    <a:pt x="3000" y="3924"/>
                  </a:lnTo>
                  <a:lnTo>
                    <a:pt x="3074" y="3924"/>
                  </a:lnTo>
                  <a:lnTo>
                    <a:pt x="3100" y="4024"/>
                  </a:lnTo>
                  <a:lnTo>
                    <a:pt x="3274" y="4024"/>
                  </a:lnTo>
                  <a:lnTo>
                    <a:pt x="3300" y="4050"/>
                  </a:lnTo>
                  <a:lnTo>
                    <a:pt x="3300" y="4224"/>
                  </a:lnTo>
                  <a:lnTo>
                    <a:pt x="3574" y="4224"/>
                  </a:lnTo>
                  <a:lnTo>
                    <a:pt x="3600" y="4250"/>
                  </a:lnTo>
                  <a:lnTo>
                    <a:pt x="3574" y="4300"/>
                  </a:lnTo>
                  <a:lnTo>
                    <a:pt x="3500" y="4300"/>
                  </a:lnTo>
                  <a:lnTo>
                    <a:pt x="3500" y="4524"/>
                  </a:lnTo>
                  <a:lnTo>
                    <a:pt x="3574" y="4524"/>
                  </a:lnTo>
                  <a:lnTo>
                    <a:pt x="3600" y="4624"/>
                  </a:lnTo>
                  <a:lnTo>
                    <a:pt x="3774" y="4624"/>
                  </a:lnTo>
                  <a:lnTo>
                    <a:pt x="3800" y="4724"/>
                  </a:lnTo>
                  <a:lnTo>
                    <a:pt x="3924" y="4724"/>
                  </a:lnTo>
                  <a:lnTo>
                    <a:pt x="3924" y="4600"/>
                  </a:lnTo>
                  <a:lnTo>
                    <a:pt x="3850" y="4600"/>
                  </a:lnTo>
                  <a:lnTo>
                    <a:pt x="3824" y="4550"/>
                  </a:lnTo>
                  <a:lnTo>
                    <a:pt x="3850" y="4524"/>
                  </a:lnTo>
                  <a:lnTo>
                    <a:pt x="4124" y="4524"/>
                  </a:lnTo>
                  <a:lnTo>
                    <a:pt x="4124" y="4400"/>
                  </a:lnTo>
                  <a:lnTo>
                    <a:pt x="4024" y="4374"/>
                  </a:lnTo>
                  <a:lnTo>
                    <a:pt x="4024" y="4200"/>
                  </a:lnTo>
                  <a:lnTo>
                    <a:pt x="3900" y="4200"/>
                  </a:lnTo>
                  <a:lnTo>
                    <a:pt x="3900" y="4374"/>
                  </a:lnTo>
                  <a:lnTo>
                    <a:pt x="3874" y="4400"/>
                  </a:lnTo>
                  <a:lnTo>
                    <a:pt x="3824" y="4374"/>
                  </a:lnTo>
                  <a:lnTo>
                    <a:pt x="3824" y="4300"/>
                  </a:lnTo>
                  <a:lnTo>
                    <a:pt x="3724" y="4274"/>
                  </a:lnTo>
                  <a:lnTo>
                    <a:pt x="3750" y="4224"/>
                  </a:lnTo>
                  <a:lnTo>
                    <a:pt x="3824" y="4224"/>
                  </a:lnTo>
                  <a:lnTo>
                    <a:pt x="3824" y="4100"/>
                  </a:lnTo>
                  <a:lnTo>
                    <a:pt x="3724" y="4074"/>
                  </a:lnTo>
                  <a:lnTo>
                    <a:pt x="3724" y="3900"/>
                  </a:lnTo>
                  <a:lnTo>
                    <a:pt x="3650" y="3900"/>
                  </a:lnTo>
                  <a:lnTo>
                    <a:pt x="3624" y="3800"/>
                  </a:lnTo>
                  <a:lnTo>
                    <a:pt x="3550" y="3800"/>
                  </a:lnTo>
                  <a:lnTo>
                    <a:pt x="3524" y="3700"/>
                  </a:lnTo>
                  <a:lnTo>
                    <a:pt x="3424" y="3674"/>
                  </a:lnTo>
                  <a:lnTo>
                    <a:pt x="3424" y="3600"/>
                  </a:lnTo>
                  <a:lnTo>
                    <a:pt x="3300" y="3600"/>
                  </a:lnTo>
                  <a:lnTo>
                    <a:pt x="3300" y="3724"/>
                  </a:lnTo>
                  <a:lnTo>
                    <a:pt x="3400" y="3750"/>
                  </a:lnTo>
                  <a:lnTo>
                    <a:pt x="3400" y="3874"/>
                  </a:lnTo>
                  <a:lnTo>
                    <a:pt x="3374" y="3900"/>
                  </a:lnTo>
                  <a:lnTo>
                    <a:pt x="3324" y="3874"/>
                  </a:lnTo>
                  <a:lnTo>
                    <a:pt x="3324" y="3800"/>
                  </a:lnTo>
                  <a:lnTo>
                    <a:pt x="3224" y="3774"/>
                  </a:lnTo>
                  <a:lnTo>
                    <a:pt x="3224" y="3700"/>
                  </a:lnTo>
                  <a:close/>
                  <a:moveTo>
                    <a:pt x="3624" y="4150"/>
                  </a:moveTo>
                  <a:lnTo>
                    <a:pt x="3674" y="4124"/>
                  </a:lnTo>
                  <a:lnTo>
                    <a:pt x="3700" y="4174"/>
                  </a:lnTo>
                  <a:lnTo>
                    <a:pt x="3650" y="4200"/>
                  </a:lnTo>
                  <a:close/>
                  <a:moveTo>
                    <a:pt x="3124" y="3850"/>
                  </a:moveTo>
                  <a:lnTo>
                    <a:pt x="3174" y="3824"/>
                  </a:lnTo>
                  <a:lnTo>
                    <a:pt x="3200" y="3874"/>
                  </a:lnTo>
                  <a:lnTo>
                    <a:pt x="3150" y="3900"/>
                  </a:lnTo>
                  <a:close/>
                  <a:moveTo>
                    <a:pt x="3000" y="3200"/>
                  </a:moveTo>
                  <a:lnTo>
                    <a:pt x="3000" y="3424"/>
                  </a:lnTo>
                  <a:lnTo>
                    <a:pt x="3124" y="3424"/>
                  </a:lnTo>
                  <a:lnTo>
                    <a:pt x="3124" y="3200"/>
                  </a:lnTo>
                  <a:close/>
                  <a:moveTo>
                    <a:pt x="2700" y="3200"/>
                  </a:moveTo>
                  <a:lnTo>
                    <a:pt x="2700" y="3324"/>
                  </a:lnTo>
                  <a:lnTo>
                    <a:pt x="2800" y="3350"/>
                  </a:lnTo>
                  <a:lnTo>
                    <a:pt x="2800" y="3524"/>
                  </a:lnTo>
                  <a:lnTo>
                    <a:pt x="2924" y="3524"/>
                  </a:lnTo>
                  <a:lnTo>
                    <a:pt x="2924" y="3200"/>
                  </a:lnTo>
                  <a:close/>
                  <a:moveTo>
                    <a:pt x="2100" y="3100"/>
                  </a:moveTo>
                  <a:lnTo>
                    <a:pt x="2100" y="3224"/>
                  </a:lnTo>
                  <a:lnTo>
                    <a:pt x="2324" y="3224"/>
                  </a:lnTo>
                  <a:lnTo>
                    <a:pt x="2324" y="3100"/>
                  </a:lnTo>
                  <a:close/>
                  <a:moveTo>
                    <a:pt x="1924" y="3000"/>
                  </a:moveTo>
                  <a:lnTo>
                    <a:pt x="1800" y="3000"/>
                  </a:lnTo>
                  <a:lnTo>
                    <a:pt x="1800" y="3074"/>
                  </a:lnTo>
                  <a:lnTo>
                    <a:pt x="1700" y="3100"/>
                  </a:lnTo>
                  <a:lnTo>
                    <a:pt x="1674" y="3200"/>
                  </a:lnTo>
                  <a:lnTo>
                    <a:pt x="1400" y="3200"/>
                  </a:lnTo>
                  <a:lnTo>
                    <a:pt x="1400" y="3324"/>
                  </a:lnTo>
                  <a:lnTo>
                    <a:pt x="1824" y="3324"/>
                  </a:lnTo>
                  <a:lnTo>
                    <a:pt x="1824" y="3150"/>
                  </a:lnTo>
                  <a:lnTo>
                    <a:pt x="1924" y="3124"/>
                  </a:lnTo>
                  <a:close/>
                  <a:moveTo>
                    <a:pt x="1300" y="3000"/>
                  </a:moveTo>
                  <a:lnTo>
                    <a:pt x="1300" y="3124"/>
                  </a:lnTo>
                  <a:lnTo>
                    <a:pt x="1424" y="3124"/>
                  </a:lnTo>
                  <a:lnTo>
                    <a:pt x="1424" y="3000"/>
                  </a:lnTo>
                  <a:close/>
                  <a:moveTo>
                    <a:pt x="2200" y="2900"/>
                  </a:moveTo>
                  <a:lnTo>
                    <a:pt x="2200" y="3024"/>
                  </a:lnTo>
                  <a:lnTo>
                    <a:pt x="2324" y="3024"/>
                  </a:lnTo>
                  <a:lnTo>
                    <a:pt x="2324" y="2900"/>
                  </a:lnTo>
                  <a:close/>
                  <a:moveTo>
                    <a:pt x="1000" y="2900"/>
                  </a:moveTo>
                  <a:lnTo>
                    <a:pt x="1000" y="3024"/>
                  </a:lnTo>
                  <a:lnTo>
                    <a:pt x="1124" y="3024"/>
                  </a:lnTo>
                  <a:lnTo>
                    <a:pt x="1124" y="2900"/>
                  </a:lnTo>
                  <a:close/>
                  <a:moveTo>
                    <a:pt x="700" y="2800"/>
                  </a:moveTo>
                  <a:lnTo>
                    <a:pt x="700" y="2924"/>
                  </a:lnTo>
                  <a:lnTo>
                    <a:pt x="924" y="2924"/>
                  </a:lnTo>
                  <a:lnTo>
                    <a:pt x="924" y="2800"/>
                  </a:lnTo>
                  <a:close/>
                  <a:moveTo>
                    <a:pt x="2924" y="2700"/>
                  </a:moveTo>
                  <a:lnTo>
                    <a:pt x="2800" y="2700"/>
                  </a:lnTo>
                  <a:lnTo>
                    <a:pt x="2800" y="2774"/>
                  </a:lnTo>
                  <a:lnTo>
                    <a:pt x="2700" y="2800"/>
                  </a:lnTo>
                  <a:lnTo>
                    <a:pt x="2700" y="2924"/>
                  </a:lnTo>
                  <a:lnTo>
                    <a:pt x="2824" y="2924"/>
                  </a:lnTo>
                  <a:lnTo>
                    <a:pt x="2824" y="2850"/>
                  </a:lnTo>
                  <a:lnTo>
                    <a:pt x="2924" y="2824"/>
                  </a:lnTo>
                  <a:close/>
                  <a:moveTo>
                    <a:pt x="400" y="2700"/>
                  </a:moveTo>
                  <a:lnTo>
                    <a:pt x="400" y="2824"/>
                  </a:lnTo>
                  <a:lnTo>
                    <a:pt x="524" y="2824"/>
                  </a:lnTo>
                  <a:lnTo>
                    <a:pt x="524" y="2700"/>
                  </a:lnTo>
                  <a:close/>
                  <a:moveTo>
                    <a:pt x="3124" y="2300"/>
                  </a:moveTo>
                  <a:lnTo>
                    <a:pt x="2900" y="2300"/>
                  </a:lnTo>
                  <a:lnTo>
                    <a:pt x="2900" y="2374"/>
                  </a:lnTo>
                  <a:lnTo>
                    <a:pt x="2800" y="2400"/>
                  </a:lnTo>
                  <a:lnTo>
                    <a:pt x="2774" y="2500"/>
                  </a:lnTo>
                  <a:lnTo>
                    <a:pt x="2700" y="2500"/>
                  </a:lnTo>
                  <a:lnTo>
                    <a:pt x="2700" y="2624"/>
                  </a:lnTo>
                  <a:lnTo>
                    <a:pt x="2824" y="2624"/>
                  </a:lnTo>
                  <a:lnTo>
                    <a:pt x="2824" y="2550"/>
                  </a:lnTo>
                  <a:lnTo>
                    <a:pt x="2924" y="2524"/>
                  </a:lnTo>
                  <a:lnTo>
                    <a:pt x="2950" y="2424"/>
                  </a:lnTo>
                  <a:lnTo>
                    <a:pt x="3000" y="2450"/>
                  </a:lnTo>
                  <a:lnTo>
                    <a:pt x="3000" y="2524"/>
                  </a:lnTo>
                  <a:lnTo>
                    <a:pt x="3124" y="2524"/>
                  </a:lnTo>
                  <a:close/>
                  <a:moveTo>
                    <a:pt x="300" y="2300"/>
                  </a:moveTo>
                  <a:lnTo>
                    <a:pt x="300" y="2424"/>
                  </a:lnTo>
                  <a:lnTo>
                    <a:pt x="424" y="2424"/>
                  </a:lnTo>
                  <a:lnTo>
                    <a:pt x="424" y="2300"/>
                  </a:lnTo>
                  <a:close/>
                  <a:moveTo>
                    <a:pt x="100" y="2300"/>
                  </a:moveTo>
                  <a:lnTo>
                    <a:pt x="100" y="2424"/>
                  </a:lnTo>
                  <a:lnTo>
                    <a:pt x="224" y="2424"/>
                  </a:lnTo>
                  <a:lnTo>
                    <a:pt x="224" y="2300"/>
                  </a:lnTo>
                  <a:close/>
                  <a:moveTo>
                    <a:pt x="3000" y="1900"/>
                  </a:moveTo>
                  <a:lnTo>
                    <a:pt x="3000" y="2224"/>
                  </a:lnTo>
                  <a:lnTo>
                    <a:pt x="3224" y="2224"/>
                  </a:lnTo>
                  <a:lnTo>
                    <a:pt x="3224" y="2100"/>
                  </a:lnTo>
                  <a:lnTo>
                    <a:pt x="3124" y="2074"/>
                  </a:lnTo>
                  <a:lnTo>
                    <a:pt x="3124" y="1900"/>
                  </a:lnTo>
                  <a:close/>
                  <a:moveTo>
                    <a:pt x="3200" y="1500"/>
                  </a:moveTo>
                  <a:lnTo>
                    <a:pt x="3200" y="1924"/>
                  </a:lnTo>
                  <a:lnTo>
                    <a:pt x="3324" y="1924"/>
                  </a:lnTo>
                  <a:lnTo>
                    <a:pt x="3324" y="1500"/>
                  </a:lnTo>
                  <a:close/>
                  <a:moveTo>
                    <a:pt x="0" y="1200"/>
                  </a:moveTo>
                  <a:lnTo>
                    <a:pt x="0" y="1324"/>
                  </a:lnTo>
                  <a:lnTo>
                    <a:pt x="100" y="1350"/>
                  </a:lnTo>
                  <a:lnTo>
                    <a:pt x="100" y="1924"/>
                  </a:lnTo>
                  <a:lnTo>
                    <a:pt x="224" y="1924"/>
                  </a:lnTo>
                  <a:lnTo>
                    <a:pt x="224" y="1300"/>
                  </a:lnTo>
                  <a:lnTo>
                    <a:pt x="150" y="1300"/>
                  </a:lnTo>
                  <a:lnTo>
                    <a:pt x="124" y="1200"/>
                  </a:lnTo>
                  <a:close/>
                  <a:moveTo>
                    <a:pt x="3224" y="900"/>
                  </a:moveTo>
                  <a:lnTo>
                    <a:pt x="3100" y="900"/>
                  </a:lnTo>
                  <a:lnTo>
                    <a:pt x="3100" y="974"/>
                  </a:lnTo>
                  <a:lnTo>
                    <a:pt x="3000" y="1000"/>
                  </a:lnTo>
                  <a:lnTo>
                    <a:pt x="3000" y="1124"/>
                  </a:lnTo>
                  <a:lnTo>
                    <a:pt x="3124" y="1124"/>
                  </a:lnTo>
                  <a:lnTo>
                    <a:pt x="3124" y="1050"/>
                  </a:lnTo>
                  <a:lnTo>
                    <a:pt x="3224" y="1024"/>
                  </a:lnTo>
                  <a:close/>
                  <a:moveTo>
                    <a:pt x="100" y="900"/>
                  </a:moveTo>
                  <a:lnTo>
                    <a:pt x="100" y="1124"/>
                  </a:lnTo>
                  <a:lnTo>
                    <a:pt x="174" y="1124"/>
                  </a:lnTo>
                  <a:lnTo>
                    <a:pt x="200" y="1224"/>
                  </a:lnTo>
                  <a:lnTo>
                    <a:pt x="324" y="1224"/>
                  </a:lnTo>
                  <a:lnTo>
                    <a:pt x="324" y="1000"/>
                  </a:lnTo>
                  <a:lnTo>
                    <a:pt x="250" y="1000"/>
                  </a:lnTo>
                  <a:lnTo>
                    <a:pt x="224" y="900"/>
                  </a:lnTo>
                  <a:close/>
                  <a:moveTo>
                    <a:pt x="400" y="700"/>
                  </a:moveTo>
                  <a:lnTo>
                    <a:pt x="400" y="824"/>
                  </a:lnTo>
                  <a:lnTo>
                    <a:pt x="524" y="824"/>
                  </a:lnTo>
                  <a:lnTo>
                    <a:pt x="524" y="700"/>
                  </a:lnTo>
                  <a:close/>
                  <a:moveTo>
                    <a:pt x="2700" y="600"/>
                  </a:moveTo>
                  <a:lnTo>
                    <a:pt x="2700" y="724"/>
                  </a:lnTo>
                  <a:lnTo>
                    <a:pt x="2824" y="724"/>
                  </a:lnTo>
                  <a:lnTo>
                    <a:pt x="2850" y="624"/>
                  </a:lnTo>
                  <a:lnTo>
                    <a:pt x="2900" y="650"/>
                  </a:lnTo>
                  <a:lnTo>
                    <a:pt x="2900" y="724"/>
                  </a:lnTo>
                  <a:lnTo>
                    <a:pt x="3024" y="724"/>
                  </a:lnTo>
                  <a:lnTo>
                    <a:pt x="3024" y="600"/>
                  </a:lnTo>
                  <a:lnTo>
                    <a:pt x="2950" y="600"/>
                  </a:lnTo>
                  <a:lnTo>
                    <a:pt x="2924" y="500"/>
                  </a:lnTo>
                  <a:lnTo>
                    <a:pt x="2800" y="500"/>
                  </a:lnTo>
                  <a:lnTo>
                    <a:pt x="2800" y="574"/>
                  </a:lnTo>
                  <a:close/>
                  <a:moveTo>
                    <a:pt x="2500" y="300"/>
                  </a:moveTo>
                  <a:lnTo>
                    <a:pt x="2500" y="424"/>
                  </a:lnTo>
                  <a:lnTo>
                    <a:pt x="2724" y="424"/>
                  </a:lnTo>
                  <a:lnTo>
                    <a:pt x="2724" y="300"/>
                  </a:lnTo>
                  <a:close/>
                  <a:moveTo>
                    <a:pt x="2000" y="200"/>
                  </a:moveTo>
                  <a:lnTo>
                    <a:pt x="2000" y="324"/>
                  </a:lnTo>
                  <a:lnTo>
                    <a:pt x="2124" y="324"/>
                  </a:lnTo>
                  <a:lnTo>
                    <a:pt x="2124" y="200"/>
                  </a:lnTo>
                  <a:close/>
                  <a:moveTo>
                    <a:pt x="700" y="200"/>
                  </a:moveTo>
                  <a:lnTo>
                    <a:pt x="700" y="274"/>
                  </a:lnTo>
                  <a:lnTo>
                    <a:pt x="600" y="300"/>
                  </a:lnTo>
                  <a:lnTo>
                    <a:pt x="600" y="524"/>
                  </a:lnTo>
                  <a:lnTo>
                    <a:pt x="824" y="524"/>
                  </a:lnTo>
                  <a:lnTo>
                    <a:pt x="824" y="400"/>
                  </a:lnTo>
                  <a:lnTo>
                    <a:pt x="724" y="374"/>
                  </a:lnTo>
                  <a:lnTo>
                    <a:pt x="750" y="324"/>
                  </a:lnTo>
                  <a:lnTo>
                    <a:pt x="824" y="324"/>
                  </a:lnTo>
                  <a:lnTo>
                    <a:pt x="824" y="200"/>
                  </a:lnTo>
                  <a:close/>
                  <a:moveTo>
                    <a:pt x="2200" y="100"/>
                  </a:moveTo>
                  <a:lnTo>
                    <a:pt x="2200" y="224"/>
                  </a:lnTo>
                  <a:lnTo>
                    <a:pt x="2324" y="224"/>
                  </a:lnTo>
                  <a:lnTo>
                    <a:pt x="2324" y="100"/>
                  </a:lnTo>
                  <a:close/>
                  <a:moveTo>
                    <a:pt x="1300" y="100"/>
                  </a:moveTo>
                  <a:lnTo>
                    <a:pt x="1300" y="224"/>
                  </a:lnTo>
                  <a:lnTo>
                    <a:pt x="1424" y="224"/>
                  </a:lnTo>
                  <a:lnTo>
                    <a:pt x="1424" y="100"/>
                  </a:lnTo>
                  <a:close/>
                  <a:moveTo>
                    <a:pt x="900" y="100"/>
                  </a:moveTo>
                  <a:lnTo>
                    <a:pt x="900" y="224"/>
                  </a:lnTo>
                  <a:lnTo>
                    <a:pt x="974" y="224"/>
                  </a:lnTo>
                  <a:lnTo>
                    <a:pt x="1000" y="324"/>
                  </a:lnTo>
                  <a:lnTo>
                    <a:pt x="1224" y="324"/>
                  </a:lnTo>
                  <a:lnTo>
                    <a:pt x="1224" y="200"/>
                  </a:lnTo>
                  <a:lnTo>
                    <a:pt x="1050" y="200"/>
                  </a:lnTo>
                  <a:lnTo>
                    <a:pt x="1024" y="100"/>
                  </a:lnTo>
                  <a:close/>
                  <a:moveTo>
                    <a:pt x="1900" y="0"/>
                  </a:moveTo>
                  <a:lnTo>
                    <a:pt x="1900" y="124"/>
                  </a:lnTo>
                  <a:lnTo>
                    <a:pt x="2024" y="124"/>
                  </a:lnTo>
                  <a:lnTo>
                    <a:pt x="2024" y="0"/>
                  </a:lnTo>
                  <a:close/>
                  <a:moveTo>
                    <a:pt x="1600" y="0"/>
                  </a:moveTo>
                  <a:lnTo>
                    <a:pt x="16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2E837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5" name="Format reward illustration color 4"/>
            <p:cNvSpPr/>
            <p:nvPr/>
          </p:nvSpPr>
          <p:spPr>
            <a:xfrm>
              <a:off x="11634643" y="7547275"/>
              <a:ext cx="505115" cy="642275"/>
            </a:xfrm>
            <a:custGeom>
              <a:avLst/>
              <a:gdLst/>
              <a:ahLst/>
              <a:cxnLst/>
              <a:rect l="l" t="t" r="r" b="b"/>
              <a:pathLst>
                <a:path w="5524" h="7024">
                  <a:moveTo>
                    <a:pt x="0" y="6900"/>
                  </a:moveTo>
                  <a:lnTo>
                    <a:pt x="0" y="7024"/>
                  </a:lnTo>
                  <a:lnTo>
                    <a:pt x="124" y="7024"/>
                  </a:lnTo>
                  <a:lnTo>
                    <a:pt x="124" y="6900"/>
                  </a:lnTo>
                  <a:close/>
                  <a:moveTo>
                    <a:pt x="0" y="6300"/>
                  </a:moveTo>
                  <a:lnTo>
                    <a:pt x="0" y="6424"/>
                  </a:lnTo>
                  <a:lnTo>
                    <a:pt x="124" y="6424"/>
                  </a:lnTo>
                  <a:lnTo>
                    <a:pt x="124" y="6300"/>
                  </a:lnTo>
                  <a:close/>
                  <a:moveTo>
                    <a:pt x="5000" y="5900"/>
                  </a:moveTo>
                  <a:lnTo>
                    <a:pt x="5000" y="6124"/>
                  </a:lnTo>
                  <a:lnTo>
                    <a:pt x="5074" y="6124"/>
                  </a:lnTo>
                  <a:lnTo>
                    <a:pt x="5100" y="6224"/>
                  </a:lnTo>
                  <a:lnTo>
                    <a:pt x="5200" y="6250"/>
                  </a:lnTo>
                  <a:lnTo>
                    <a:pt x="5200" y="6424"/>
                  </a:lnTo>
                  <a:lnTo>
                    <a:pt x="5300" y="6450"/>
                  </a:lnTo>
                  <a:lnTo>
                    <a:pt x="5274" y="6500"/>
                  </a:lnTo>
                  <a:lnTo>
                    <a:pt x="5200" y="6500"/>
                  </a:lnTo>
                  <a:lnTo>
                    <a:pt x="5200" y="6724"/>
                  </a:lnTo>
                  <a:lnTo>
                    <a:pt x="5300" y="6750"/>
                  </a:lnTo>
                  <a:lnTo>
                    <a:pt x="5274" y="6800"/>
                  </a:lnTo>
                  <a:lnTo>
                    <a:pt x="5200" y="6800"/>
                  </a:lnTo>
                  <a:lnTo>
                    <a:pt x="5200" y="7024"/>
                  </a:lnTo>
                  <a:lnTo>
                    <a:pt x="5524" y="7024"/>
                  </a:lnTo>
                  <a:lnTo>
                    <a:pt x="5524" y="6400"/>
                  </a:lnTo>
                  <a:lnTo>
                    <a:pt x="5450" y="6400"/>
                  </a:lnTo>
                  <a:lnTo>
                    <a:pt x="5424" y="6300"/>
                  </a:lnTo>
                  <a:lnTo>
                    <a:pt x="5350" y="6300"/>
                  </a:lnTo>
                  <a:lnTo>
                    <a:pt x="5324" y="6200"/>
                  </a:lnTo>
                  <a:lnTo>
                    <a:pt x="5224" y="6174"/>
                  </a:lnTo>
                  <a:lnTo>
                    <a:pt x="5250" y="6124"/>
                  </a:lnTo>
                  <a:lnTo>
                    <a:pt x="5324" y="6124"/>
                  </a:lnTo>
                  <a:lnTo>
                    <a:pt x="5324" y="6000"/>
                  </a:lnTo>
                  <a:lnTo>
                    <a:pt x="5250" y="6000"/>
                  </a:lnTo>
                  <a:lnTo>
                    <a:pt x="5224" y="5900"/>
                  </a:lnTo>
                  <a:close/>
                  <a:moveTo>
                    <a:pt x="5124" y="6050"/>
                  </a:moveTo>
                  <a:lnTo>
                    <a:pt x="5174" y="6024"/>
                  </a:lnTo>
                  <a:lnTo>
                    <a:pt x="5200" y="6074"/>
                  </a:lnTo>
                  <a:lnTo>
                    <a:pt x="5150" y="6100"/>
                  </a:lnTo>
                  <a:close/>
                  <a:moveTo>
                    <a:pt x="4924" y="5900"/>
                  </a:moveTo>
                  <a:lnTo>
                    <a:pt x="4800" y="5900"/>
                  </a:lnTo>
                  <a:lnTo>
                    <a:pt x="4774" y="6000"/>
                  </a:lnTo>
                  <a:lnTo>
                    <a:pt x="4200" y="6000"/>
                  </a:lnTo>
                  <a:lnTo>
                    <a:pt x="4200" y="6124"/>
                  </a:lnTo>
                  <a:lnTo>
                    <a:pt x="4474" y="6124"/>
                  </a:lnTo>
                  <a:lnTo>
                    <a:pt x="4500" y="6224"/>
                  </a:lnTo>
                  <a:lnTo>
                    <a:pt x="4924" y="6224"/>
                  </a:lnTo>
                  <a:close/>
                  <a:moveTo>
                    <a:pt x="3900" y="5900"/>
                  </a:moveTo>
                  <a:lnTo>
                    <a:pt x="3900" y="6024"/>
                  </a:lnTo>
                  <a:lnTo>
                    <a:pt x="4024" y="6024"/>
                  </a:lnTo>
                  <a:lnTo>
                    <a:pt x="4024" y="5900"/>
                  </a:lnTo>
                  <a:close/>
                  <a:moveTo>
                    <a:pt x="2900" y="5900"/>
                  </a:moveTo>
                  <a:lnTo>
                    <a:pt x="2900" y="6024"/>
                  </a:lnTo>
                  <a:lnTo>
                    <a:pt x="3024" y="6024"/>
                  </a:lnTo>
                  <a:lnTo>
                    <a:pt x="3024" y="5900"/>
                  </a:lnTo>
                  <a:close/>
                  <a:moveTo>
                    <a:pt x="2600" y="5900"/>
                  </a:moveTo>
                  <a:lnTo>
                    <a:pt x="2600" y="6024"/>
                  </a:lnTo>
                  <a:lnTo>
                    <a:pt x="2824" y="6024"/>
                  </a:lnTo>
                  <a:lnTo>
                    <a:pt x="2824" y="5900"/>
                  </a:lnTo>
                  <a:close/>
                  <a:moveTo>
                    <a:pt x="1900" y="5900"/>
                  </a:moveTo>
                  <a:lnTo>
                    <a:pt x="1900" y="6024"/>
                  </a:lnTo>
                  <a:lnTo>
                    <a:pt x="2324" y="6024"/>
                  </a:lnTo>
                  <a:lnTo>
                    <a:pt x="2324" y="5900"/>
                  </a:lnTo>
                  <a:close/>
                  <a:moveTo>
                    <a:pt x="900" y="5900"/>
                  </a:moveTo>
                  <a:lnTo>
                    <a:pt x="900" y="6024"/>
                  </a:lnTo>
                  <a:lnTo>
                    <a:pt x="1424" y="6024"/>
                  </a:lnTo>
                  <a:lnTo>
                    <a:pt x="1424" y="5900"/>
                  </a:lnTo>
                  <a:close/>
                  <a:moveTo>
                    <a:pt x="700" y="5900"/>
                  </a:moveTo>
                  <a:lnTo>
                    <a:pt x="700" y="6024"/>
                  </a:lnTo>
                  <a:lnTo>
                    <a:pt x="824" y="6024"/>
                  </a:lnTo>
                  <a:lnTo>
                    <a:pt x="824" y="5900"/>
                  </a:lnTo>
                  <a:close/>
                  <a:moveTo>
                    <a:pt x="3300" y="5700"/>
                  </a:moveTo>
                  <a:lnTo>
                    <a:pt x="3300" y="5824"/>
                  </a:lnTo>
                  <a:lnTo>
                    <a:pt x="3424" y="5824"/>
                  </a:lnTo>
                  <a:lnTo>
                    <a:pt x="3424" y="5700"/>
                  </a:lnTo>
                  <a:close/>
                  <a:moveTo>
                    <a:pt x="2900" y="5400"/>
                  </a:moveTo>
                  <a:lnTo>
                    <a:pt x="2900" y="5524"/>
                  </a:lnTo>
                  <a:lnTo>
                    <a:pt x="2974" y="5524"/>
                  </a:lnTo>
                  <a:lnTo>
                    <a:pt x="3000" y="5624"/>
                  </a:lnTo>
                  <a:lnTo>
                    <a:pt x="3124" y="5624"/>
                  </a:lnTo>
                  <a:lnTo>
                    <a:pt x="3124" y="5500"/>
                  </a:lnTo>
                  <a:lnTo>
                    <a:pt x="3050" y="5500"/>
                  </a:lnTo>
                  <a:lnTo>
                    <a:pt x="3024" y="5400"/>
                  </a:lnTo>
                  <a:close/>
                  <a:moveTo>
                    <a:pt x="500" y="5400"/>
                  </a:moveTo>
                  <a:lnTo>
                    <a:pt x="500" y="5524"/>
                  </a:lnTo>
                  <a:lnTo>
                    <a:pt x="624" y="5524"/>
                  </a:lnTo>
                  <a:lnTo>
                    <a:pt x="624" y="5400"/>
                  </a:lnTo>
                  <a:close/>
                  <a:moveTo>
                    <a:pt x="2200" y="5200"/>
                  </a:moveTo>
                  <a:lnTo>
                    <a:pt x="2200" y="5324"/>
                  </a:lnTo>
                  <a:lnTo>
                    <a:pt x="2424" y="5324"/>
                  </a:lnTo>
                  <a:lnTo>
                    <a:pt x="2424" y="5200"/>
                  </a:lnTo>
                  <a:close/>
                  <a:moveTo>
                    <a:pt x="700" y="5200"/>
                  </a:moveTo>
                  <a:lnTo>
                    <a:pt x="700" y="5324"/>
                  </a:lnTo>
                  <a:lnTo>
                    <a:pt x="2024" y="5324"/>
                  </a:lnTo>
                  <a:lnTo>
                    <a:pt x="2024" y="5200"/>
                  </a:lnTo>
                  <a:close/>
                  <a:moveTo>
                    <a:pt x="4100" y="5100"/>
                  </a:moveTo>
                  <a:lnTo>
                    <a:pt x="4100" y="5224"/>
                  </a:lnTo>
                  <a:lnTo>
                    <a:pt x="4524" y="5224"/>
                  </a:lnTo>
                  <a:lnTo>
                    <a:pt x="4524" y="5100"/>
                  </a:lnTo>
                  <a:close/>
                  <a:moveTo>
                    <a:pt x="4700" y="5000"/>
                  </a:moveTo>
                  <a:lnTo>
                    <a:pt x="4700" y="5124"/>
                  </a:lnTo>
                  <a:lnTo>
                    <a:pt x="4824" y="5124"/>
                  </a:lnTo>
                  <a:lnTo>
                    <a:pt x="4824" y="5000"/>
                  </a:lnTo>
                  <a:close/>
                  <a:moveTo>
                    <a:pt x="3800" y="5000"/>
                  </a:moveTo>
                  <a:lnTo>
                    <a:pt x="3800" y="5124"/>
                  </a:lnTo>
                  <a:lnTo>
                    <a:pt x="3924" y="5124"/>
                  </a:lnTo>
                  <a:lnTo>
                    <a:pt x="3924" y="5000"/>
                  </a:lnTo>
                  <a:close/>
                  <a:moveTo>
                    <a:pt x="1500" y="4800"/>
                  </a:moveTo>
                  <a:lnTo>
                    <a:pt x="1500" y="4924"/>
                  </a:lnTo>
                  <a:lnTo>
                    <a:pt x="1624" y="4924"/>
                  </a:lnTo>
                  <a:lnTo>
                    <a:pt x="1624" y="4800"/>
                  </a:lnTo>
                  <a:close/>
                  <a:moveTo>
                    <a:pt x="1000" y="4800"/>
                  </a:moveTo>
                  <a:lnTo>
                    <a:pt x="1000" y="4924"/>
                  </a:lnTo>
                  <a:lnTo>
                    <a:pt x="1124" y="4924"/>
                  </a:lnTo>
                  <a:lnTo>
                    <a:pt x="1124" y="4800"/>
                  </a:lnTo>
                  <a:close/>
                  <a:moveTo>
                    <a:pt x="600" y="4800"/>
                  </a:moveTo>
                  <a:lnTo>
                    <a:pt x="600" y="4924"/>
                  </a:lnTo>
                  <a:lnTo>
                    <a:pt x="724" y="4924"/>
                  </a:lnTo>
                  <a:lnTo>
                    <a:pt x="724" y="4800"/>
                  </a:lnTo>
                  <a:close/>
                  <a:moveTo>
                    <a:pt x="4000" y="4700"/>
                  </a:moveTo>
                  <a:lnTo>
                    <a:pt x="4000" y="4824"/>
                  </a:lnTo>
                  <a:lnTo>
                    <a:pt x="4124" y="4824"/>
                  </a:lnTo>
                  <a:lnTo>
                    <a:pt x="4124" y="4700"/>
                  </a:lnTo>
                  <a:close/>
                  <a:moveTo>
                    <a:pt x="3400" y="4700"/>
                  </a:moveTo>
                  <a:lnTo>
                    <a:pt x="3400" y="4824"/>
                  </a:lnTo>
                  <a:lnTo>
                    <a:pt x="3524" y="4824"/>
                  </a:lnTo>
                  <a:lnTo>
                    <a:pt x="3524" y="4700"/>
                  </a:lnTo>
                  <a:close/>
                  <a:moveTo>
                    <a:pt x="2400" y="4600"/>
                  </a:moveTo>
                  <a:lnTo>
                    <a:pt x="2400" y="4724"/>
                  </a:lnTo>
                  <a:lnTo>
                    <a:pt x="2524" y="4724"/>
                  </a:lnTo>
                  <a:lnTo>
                    <a:pt x="2524" y="4600"/>
                  </a:lnTo>
                  <a:close/>
                  <a:moveTo>
                    <a:pt x="500" y="4600"/>
                  </a:moveTo>
                  <a:lnTo>
                    <a:pt x="500" y="4724"/>
                  </a:lnTo>
                  <a:lnTo>
                    <a:pt x="624" y="4724"/>
                  </a:lnTo>
                  <a:lnTo>
                    <a:pt x="624" y="4600"/>
                  </a:lnTo>
                  <a:close/>
                  <a:moveTo>
                    <a:pt x="5300" y="4500"/>
                  </a:moveTo>
                  <a:lnTo>
                    <a:pt x="5300" y="4624"/>
                  </a:lnTo>
                  <a:lnTo>
                    <a:pt x="5424" y="4624"/>
                  </a:lnTo>
                  <a:lnTo>
                    <a:pt x="5424" y="4500"/>
                  </a:lnTo>
                  <a:close/>
                  <a:moveTo>
                    <a:pt x="4500" y="4400"/>
                  </a:moveTo>
                  <a:lnTo>
                    <a:pt x="4500" y="4524"/>
                  </a:lnTo>
                  <a:lnTo>
                    <a:pt x="4624" y="4524"/>
                  </a:lnTo>
                  <a:lnTo>
                    <a:pt x="4624" y="4400"/>
                  </a:lnTo>
                  <a:close/>
                  <a:moveTo>
                    <a:pt x="3200" y="4400"/>
                  </a:moveTo>
                  <a:lnTo>
                    <a:pt x="3200" y="4524"/>
                  </a:lnTo>
                  <a:lnTo>
                    <a:pt x="3324" y="4524"/>
                  </a:lnTo>
                  <a:lnTo>
                    <a:pt x="3324" y="4400"/>
                  </a:lnTo>
                  <a:close/>
                  <a:moveTo>
                    <a:pt x="5400" y="4200"/>
                  </a:moveTo>
                  <a:lnTo>
                    <a:pt x="5400" y="4324"/>
                  </a:lnTo>
                  <a:lnTo>
                    <a:pt x="5524" y="4324"/>
                  </a:lnTo>
                  <a:lnTo>
                    <a:pt x="5524" y="4200"/>
                  </a:lnTo>
                  <a:close/>
                  <a:moveTo>
                    <a:pt x="3500" y="4200"/>
                  </a:moveTo>
                  <a:lnTo>
                    <a:pt x="3500" y="4324"/>
                  </a:lnTo>
                  <a:lnTo>
                    <a:pt x="3624" y="4324"/>
                  </a:lnTo>
                  <a:lnTo>
                    <a:pt x="3624" y="4200"/>
                  </a:lnTo>
                  <a:close/>
                  <a:moveTo>
                    <a:pt x="600" y="4100"/>
                  </a:moveTo>
                  <a:lnTo>
                    <a:pt x="600" y="4224"/>
                  </a:lnTo>
                  <a:lnTo>
                    <a:pt x="724" y="4224"/>
                  </a:lnTo>
                  <a:lnTo>
                    <a:pt x="724" y="4100"/>
                  </a:lnTo>
                  <a:close/>
                  <a:moveTo>
                    <a:pt x="2024" y="4000"/>
                  </a:moveTo>
                  <a:lnTo>
                    <a:pt x="1900" y="4000"/>
                  </a:lnTo>
                  <a:lnTo>
                    <a:pt x="1900" y="4074"/>
                  </a:lnTo>
                  <a:lnTo>
                    <a:pt x="1800" y="4100"/>
                  </a:lnTo>
                  <a:lnTo>
                    <a:pt x="1800" y="4224"/>
                  </a:lnTo>
                  <a:lnTo>
                    <a:pt x="1924" y="4224"/>
                  </a:lnTo>
                  <a:lnTo>
                    <a:pt x="1924" y="4150"/>
                  </a:lnTo>
                  <a:lnTo>
                    <a:pt x="2024" y="4124"/>
                  </a:lnTo>
                  <a:close/>
                  <a:moveTo>
                    <a:pt x="0" y="4000"/>
                  </a:moveTo>
                  <a:lnTo>
                    <a:pt x="0" y="4124"/>
                  </a:lnTo>
                  <a:lnTo>
                    <a:pt x="124" y="4124"/>
                  </a:lnTo>
                  <a:lnTo>
                    <a:pt x="124" y="4000"/>
                  </a:lnTo>
                  <a:close/>
                  <a:moveTo>
                    <a:pt x="5024" y="3900"/>
                  </a:moveTo>
                  <a:lnTo>
                    <a:pt x="4900" y="3900"/>
                  </a:lnTo>
                  <a:lnTo>
                    <a:pt x="4900" y="3974"/>
                  </a:lnTo>
                  <a:lnTo>
                    <a:pt x="4800" y="4000"/>
                  </a:lnTo>
                  <a:lnTo>
                    <a:pt x="4800" y="4124"/>
                  </a:lnTo>
                  <a:lnTo>
                    <a:pt x="4924" y="4124"/>
                  </a:lnTo>
                  <a:lnTo>
                    <a:pt x="4924" y="4050"/>
                  </a:lnTo>
                  <a:lnTo>
                    <a:pt x="5024" y="4024"/>
                  </a:lnTo>
                  <a:close/>
                  <a:moveTo>
                    <a:pt x="4200" y="3900"/>
                  </a:moveTo>
                  <a:lnTo>
                    <a:pt x="4200" y="4024"/>
                  </a:lnTo>
                  <a:lnTo>
                    <a:pt x="4324" y="4024"/>
                  </a:lnTo>
                  <a:lnTo>
                    <a:pt x="4324" y="3900"/>
                  </a:lnTo>
                  <a:close/>
                  <a:moveTo>
                    <a:pt x="3400" y="3900"/>
                  </a:moveTo>
                  <a:lnTo>
                    <a:pt x="3400" y="4024"/>
                  </a:lnTo>
                  <a:lnTo>
                    <a:pt x="3524" y="4024"/>
                  </a:lnTo>
                  <a:lnTo>
                    <a:pt x="3524" y="3900"/>
                  </a:lnTo>
                  <a:close/>
                  <a:moveTo>
                    <a:pt x="2300" y="3900"/>
                  </a:moveTo>
                  <a:lnTo>
                    <a:pt x="2300" y="4024"/>
                  </a:lnTo>
                  <a:lnTo>
                    <a:pt x="2424" y="4024"/>
                  </a:lnTo>
                  <a:lnTo>
                    <a:pt x="2424" y="3900"/>
                  </a:lnTo>
                  <a:close/>
                  <a:moveTo>
                    <a:pt x="5400" y="3800"/>
                  </a:moveTo>
                  <a:lnTo>
                    <a:pt x="5400" y="4024"/>
                  </a:lnTo>
                  <a:lnTo>
                    <a:pt x="5524" y="4024"/>
                  </a:lnTo>
                  <a:lnTo>
                    <a:pt x="5524" y="3800"/>
                  </a:lnTo>
                  <a:close/>
                  <a:moveTo>
                    <a:pt x="5100" y="3600"/>
                  </a:moveTo>
                  <a:lnTo>
                    <a:pt x="5100" y="3724"/>
                  </a:lnTo>
                  <a:lnTo>
                    <a:pt x="5224" y="3724"/>
                  </a:lnTo>
                  <a:lnTo>
                    <a:pt x="5224" y="3600"/>
                  </a:lnTo>
                  <a:close/>
                  <a:moveTo>
                    <a:pt x="3200" y="3600"/>
                  </a:moveTo>
                  <a:lnTo>
                    <a:pt x="3200" y="3724"/>
                  </a:lnTo>
                  <a:lnTo>
                    <a:pt x="3324" y="3724"/>
                  </a:lnTo>
                  <a:lnTo>
                    <a:pt x="3324" y="3600"/>
                  </a:lnTo>
                  <a:close/>
                  <a:moveTo>
                    <a:pt x="4824" y="3300"/>
                  </a:moveTo>
                  <a:lnTo>
                    <a:pt x="4700" y="3300"/>
                  </a:lnTo>
                  <a:lnTo>
                    <a:pt x="4700" y="3374"/>
                  </a:lnTo>
                  <a:lnTo>
                    <a:pt x="4600" y="3400"/>
                  </a:lnTo>
                  <a:lnTo>
                    <a:pt x="4574" y="3500"/>
                  </a:lnTo>
                  <a:lnTo>
                    <a:pt x="4500" y="3500"/>
                  </a:lnTo>
                  <a:lnTo>
                    <a:pt x="4500" y="3624"/>
                  </a:lnTo>
                  <a:lnTo>
                    <a:pt x="4624" y="3624"/>
                  </a:lnTo>
                  <a:lnTo>
                    <a:pt x="4624" y="3550"/>
                  </a:lnTo>
                  <a:lnTo>
                    <a:pt x="4724" y="3524"/>
                  </a:lnTo>
                  <a:lnTo>
                    <a:pt x="4750" y="3424"/>
                  </a:lnTo>
                  <a:lnTo>
                    <a:pt x="4824" y="3424"/>
                  </a:lnTo>
                  <a:close/>
                  <a:moveTo>
                    <a:pt x="2200" y="3200"/>
                  </a:moveTo>
                  <a:lnTo>
                    <a:pt x="2200" y="3324"/>
                  </a:lnTo>
                  <a:lnTo>
                    <a:pt x="2324" y="3324"/>
                  </a:lnTo>
                  <a:lnTo>
                    <a:pt x="2324" y="3200"/>
                  </a:lnTo>
                  <a:close/>
                  <a:moveTo>
                    <a:pt x="5000" y="3100"/>
                  </a:moveTo>
                  <a:lnTo>
                    <a:pt x="5000" y="3224"/>
                  </a:lnTo>
                  <a:lnTo>
                    <a:pt x="5074" y="3224"/>
                  </a:lnTo>
                  <a:lnTo>
                    <a:pt x="5100" y="3324"/>
                  </a:lnTo>
                  <a:lnTo>
                    <a:pt x="5200" y="3350"/>
                  </a:lnTo>
                  <a:lnTo>
                    <a:pt x="5174" y="3400"/>
                  </a:lnTo>
                  <a:lnTo>
                    <a:pt x="5100" y="3400"/>
                  </a:lnTo>
                  <a:lnTo>
                    <a:pt x="5100" y="3524"/>
                  </a:lnTo>
                  <a:lnTo>
                    <a:pt x="5224" y="3524"/>
                  </a:lnTo>
                  <a:lnTo>
                    <a:pt x="5224" y="3450"/>
                  </a:lnTo>
                  <a:lnTo>
                    <a:pt x="5324" y="3424"/>
                  </a:lnTo>
                  <a:lnTo>
                    <a:pt x="5324" y="3300"/>
                  </a:lnTo>
                  <a:lnTo>
                    <a:pt x="5250" y="3300"/>
                  </a:lnTo>
                  <a:lnTo>
                    <a:pt x="5224" y="3200"/>
                  </a:lnTo>
                  <a:lnTo>
                    <a:pt x="5124" y="3174"/>
                  </a:lnTo>
                  <a:lnTo>
                    <a:pt x="5124" y="3100"/>
                  </a:lnTo>
                  <a:close/>
                  <a:moveTo>
                    <a:pt x="3600" y="3100"/>
                  </a:moveTo>
                  <a:lnTo>
                    <a:pt x="3600" y="3224"/>
                  </a:lnTo>
                  <a:lnTo>
                    <a:pt x="3724" y="3224"/>
                  </a:lnTo>
                  <a:lnTo>
                    <a:pt x="3724" y="3100"/>
                  </a:lnTo>
                  <a:close/>
                  <a:moveTo>
                    <a:pt x="500" y="3100"/>
                  </a:moveTo>
                  <a:lnTo>
                    <a:pt x="500" y="3224"/>
                  </a:lnTo>
                  <a:lnTo>
                    <a:pt x="624" y="3224"/>
                  </a:lnTo>
                  <a:lnTo>
                    <a:pt x="624" y="3100"/>
                  </a:lnTo>
                  <a:close/>
                  <a:moveTo>
                    <a:pt x="2200" y="3000"/>
                  </a:moveTo>
                  <a:lnTo>
                    <a:pt x="2200" y="3124"/>
                  </a:lnTo>
                  <a:lnTo>
                    <a:pt x="2324" y="3124"/>
                  </a:lnTo>
                  <a:lnTo>
                    <a:pt x="2324" y="3000"/>
                  </a:lnTo>
                  <a:close/>
                  <a:moveTo>
                    <a:pt x="4500" y="2900"/>
                  </a:moveTo>
                  <a:lnTo>
                    <a:pt x="4500" y="3024"/>
                  </a:lnTo>
                  <a:lnTo>
                    <a:pt x="4624" y="3024"/>
                  </a:lnTo>
                  <a:lnTo>
                    <a:pt x="4624" y="2900"/>
                  </a:lnTo>
                  <a:close/>
                  <a:moveTo>
                    <a:pt x="4000" y="2900"/>
                  </a:moveTo>
                  <a:lnTo>
                    <a:pt x="4000" y="3024"/>
                  </a:lnTo>
                  <a:lnTo>
                    <a:pt x="4124" y="3024"/>
                  </a:lnTo>
                  <a:lnTo>
                    <a:pt x="4124" y="2900"/>
                  </a:lnTo>
                  <a:close/>
                  <a:moveTo>
                    <a:pt x="1000" y="2900"/>
                  </a:moveTo>
                  <a:lnTo>
                    <a:pt x="1000" y="3024"/>
                  </a:lnTo>
                  <a:lnTo>
                    <a:pt x="2124" y="3024"/>
                  </a:lnTo>
                  <a:lnTo>
                    <a:pt x="2124" y="2900"/>
                  </a:lnTo>
                  <a:close/>
                  <a:moveTo>
                    <a:pt x="700" y="2900"/>
                  </a:moveTo>
                  <a:lnTo>
                    <a:pt x="700" y="3024"/>
                  </a:lnTo>
                  <a:lnTo>
                    <a:pt x="824" y="3024"/>
                  </a:lnTo>
                  <a:lnTo>
                    <a:pt x="824" y="2900"/>
                  </a:lnTo>
                  <a:close/>
                  <a:moveTo>
                    <a:pt x="2700" y="2800"/>
                  </a:moveTo>
                  <a:lnTo>
                    <a:pt x="2700" y="2924"/>
                  </a:lnTo>
                  <a:lnTo>
                    <a:pt x="2824" y="2924"/>
                  </a:lnTo>
                  <a:lnTo>
                    <a:pt x="2824" y="2800"/>
                  </a:lnTo>
                  <a:close/>
                  <a:moveTo>
                    <a:pt x="1500" y="2500"/>
                  </a:moveTo>
                  <a:lnTo>
                    <a:pt x="1500" y="2624"/>
                  </a:lnTo>
                  <a:lnTo>
                    <a:pt x="1924" y="2624"/>
                  </a:lnTo>
                  <a:lnTo>
                    <a:pt x="1924" y="2500"/>
                  </a:lnTo>
                  <a:close/>
                  <a:moveTo>
                    <a:pt x="5300" y="2300"/>
                  </a:moveTo>
                  <a:lnTo>
                    <a:pt x="5300" y="2424"/>
                  </a:lnTo>
                  <a:lnTo>
                    <a:pt x="5424" y="2424"/>
                  </a:lnTo>
                  <a:lnTo>
                    <a:pt x="5424" y="2300"/>
                  </a:lnTo>
                  <a:close/>
                  <a:moveTo>
                    <a:pt x="3324" y="2300"/>
                  </a:moveTo>
                  <a:lnTo>
                    <a:pt x="3200" y="2300"/>
                  </a:lnTo>
                  <a:lnTo>
                    <a:pt x="3200" y="2374"/>
                  </a:lnTo>
                  <a:lnTo>
                    <a:pt x="3100" y="2400"/>
                  </a:lnTo>
                  <a:lnTo>
                    <a:pt x="3100" y="2524"/>
                  </a:lnTo>
                  <a:lnTo>
                    <a:pt x="3224" y="2524"/>
                  </a:lnTo>
                  <a:lnTo>
                    <a:pt x="3224" y="2450"/>
                  </a:lnTo>
                  <a:lnTo>
                    <a:pt x="3324" y="2424"/>
                  </a:lnTo>
                  <a:close/>
                  <a:moveTo>
                    <a:pt x="3400" y="2200"/>
                  </a:moveTo>
                  <a:lnTo>
                    <a:pt x="3400" y="2324"/>
                  </a:lnTo>
                  <a:lnTo>
                    <a:pt x="3524" y="2324"/>
                  </a:lnTo>
                  <a:lnTo>
                    <a:pt x="3524" y="2200"/>
                  </a:lnTo>
                  <a:close/>
                  <a:moveTo>
                    <a:pt x="2500" y="2200"/>
                  </a:moveTo>
                  <a:lnTo>
                    <a:pt x="2500" y="2324"/>
                  </a:lnTo>
                  <a:lnTo>
                    <a:pt x="2624" y="2324"/>
                  </a:lnTo>
                  <a:lnTo>
                    <a:pt x="2624" y="2200"/>
                  </a:lnTo>
                  <a:close/>
                  <a:moveTo>
                    <a:pt x="4900" y="2100"/>
                  </a:moveTo>
                  <a:lnTo>
                    <a:pt x="4900" y="2224"/>
                  </a:lnTo>
                  <a:lnTo>
                    <a:pt x="5024" y="2224"/>
                  </a:lnTo>
                  <a:lnTo>
                    <a:pt x="5024" y="2100"/>
                  </a:lnTo>
                  <a:close/>
                  <a:moveTo>
                    <a:pt x="3700" y="2100"/>
                  </a:moveTo>
                  <a:lnTo>
                    <a:pt x="3700" y="2224"/>
                  </a:lnTo>
                  <a:lnTo>
                    <a:pt x="3824" y="2224"/>
                  </a:lnTo>
                  <a:lnTo>
                    <a:pt x="3824" y="2100"/>
                  </a:lnTo>
                  <a:close/>
                  <a:moveTo>
                    <a:pt x="5200" y="1800"/>
                  </a:moveTo>
                  <a:lnTo>
                    <a:pt x="5200" y="1924"/>
                  </a:lnTo>
                  <a:lnTo>
                    <a:pt x="5324" y="1924"/>
                  </a:lnTo>
                  <a:lnTo>
                    <a:pt x="5324" y="1800"/>
                  </a:lnTo>
                  <a:close/>
                  <a:moveTo>
                    <a:pt x="500" y="1600"/>
                  </a:moveTo>
                  <a:lnTo>
                    <a:pt x="500" y="1724"/>
                  </a:lnTo>
                  <a:lnTo>
                    <a:pt x="624" y="1724"/>
                  </a:lnTo>
                  <a:lnTo>
                    <a:pt x="624" y="1600"/>
                  </a:lnTo>
                  <a:close/>
                  <a:moveTo>
                    <a:pt x="2900" y="1500"/>
                  </a:moveTo>
                  <a:lnTo>
                    <a:pt x="2900" y="1624"/>
                  </a:lnTo>
                  <a:lnTo>
                    <a:pt x="3024" y="1624"/>
                  </a:lnTo>
                  <a:lnTo>
                    <a:pt x="3024" y="1500"/>
                  </a:lnTo>
                  <a:close/>
                  <a:moveTo>
                    <a:pt x="0" y="15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500"/>
                  </a:lnTo>
                  <a:close/>
                  <a:moveTo>
                    <a:pt x="5100" y="1400"/>
                  </a:moveTo>
                  <a:lnTo>
                    <a:pt x="5100" y="1524"/>
                  </a:lnTo>
                  <a:lnTo>
                    <a:pt x="5174" y="1524"/>
                  </a:lnTo>
                  <a:lnTo>
                    <a:pt x="5200" y="1624"/>
                  </a:lnTo>
                  <a:lnTo>
                    <a:pt x="5424" y="1624"/>
                  </a:lnTo>
                  <a:lnTo>
                    <a:pt x="5424" y="1400"/>
                  </a:lnTo>
                  <a:lnTo>
                    <a:pt x="5300" y="1400"/>
                  </a:lnTo>
                  <a:lnTo>
                    <a:pt x="5274" y="1500"/>
                  </a:lnTo>
                  <a:lnTo>
                    <a:pt x="5224" y="1474"/>
                  </a:lnTo>
                  <a:lnTo>
                    <a:pt x="5224" y="1400"/>
                  </a:lnTo>
                  <a:close/>
                  <a:moveTo>
                    <a:pt x="4700" y="1400"/>
                  </a:moveTo>
                  <a:lnTo>
                    <a:pt x="4700" y="1524"/>
                  </a:lnTo>
                  <a:lnTo>
                    <a:pt x="4824" y="1524"/>
                  </a:lnTo>
                  <a:lnTo>
                    <a:pt x="4824" y="1400"/>
                  </a:lnTo>
                  <a:close/>
                  <a:moveTo>
                    <a:pt x="2500" y="1400"/>
                  </a:moveTo>
                  <a:lnTo>
                    <a:pt x="2500" y="1524"/>
                  </a:lnTo>
                  <a:lnTo>
                    <a:pt x="2724" y="1524"/>
                  </a:lnTo>
                  <a:lnTo>
                    <a:pt x="2724" y="1400"/>
                  </a:lnTo>
                  <a:close/>
                  <a:moveTo>
                    <a:pt x="2000" y="1400"/>
                  </a:moveTo>
                  <a:lnTo>
                    <a:pt x="20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800" y="1400"/>
                  </a:moveTo>
                  <a:lnTo>
                    <a:pt x="800" y="1524"/>
                  </a:lnTo>
                  <a:lnTo>
                    <a:pt x="1024" y="1524"/>
                  </a:lnTo>
                  <a:lnTo>
                    <a:pt x="1024" y="1400"/>
                  </a:lnTo>
                  <a:close/>
                  <a:moveTo>
                    <a:pt x="4300" y="1200"/>
                  </a:moveTo>
                  <a:lnTo>
                    <a:pt x="4300" y="1324"/>
                  </a:lnTo>
                  <a:lnTo>
                    <a:pt x="4424" y="1324"/>
                  </a:lnTo>
                  <a:lnTo>
                    <a:pt x="4424" y="1200"/>
                  </a:lnTo>
                  <a:close/>
                  <a:moveTo>
                    <a:pt x="600" y="1000"/>
                  </a:moveTo>
                  <a:lnTo>
                    <a:pt x="600" y="1124"/>
                  </a:lnTo>
                  <a:lnTo>
                    <a:pt x="724" y="1124"/>
                  </a:lnTo>
                  <a:lnTo>
                    <a:pt x="724" y="1000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0" y="400"/>
                  </a:moveTo>
                  <a:lnTo>
                    <a:pt x="0" y="524"/>
                  </a:lnTo>
                  <a:lnTo>
                    <a:pt x="124" y="524"/>
                  </a:lnTo>
                  <a:lnTo>
                    <a:pt x="124" y="400"/>
                  </a:lnTo>
                  <a:close/>
                  <a:moveTo>
                    <a:pt x="4700" y="300"/>
                  </a:moveTo>
                  <a:lnTo>
                    <a:pt x="4700" y="924"/>
                  </a:lnTo>
                  <a:lnTo>
                    <a:pt x="4824" y="924"/>
                  </a:lnTo>
                  <a:lnTo>
                    <a:pt x="4850" y="824"/>
                  </a:lnTo>
                  <a:lnTo>
                    <a:pt x="4974" y="824"/>
                  </a:lnTo>
                  <a:lnTo>
                    <a:pt x="5000" y="874"/>
                  </a:lnTo>
                  <a:lnTo>
                    <a:pt x="4900" y="900"/>
                  </a:lnTo>
                  <a:lnTo>
                    <a:pt x="4900" y="1024"/>
                  </a:lnTo>
                  <a:lnTo>
                    <a:pt x="5324" y="1024"/>
                  </a:lnTo>
                  <a:lnTo>
                    <a:pt x="5324" y="900"/>
                  </a:lnTo>
                  <a:lnTo>
                    <a:pt x="5250" y="900"/>
                  </a:lnTo>
                  <a:lnTo>
                    <a:pt x="5224" y="800"/>
                  </a:lnTo>
                  <a:lnTo>
                    <a:pt x="5150" y="800"/>
                  </a:lnTo>
                  <a:lnTo>
                    <a:pt x="5124" y="700"/>
                  </a:lnTo>
                  <a:lnTo>
                    <a:pt x="5024" y="674"/>
                  </a:lnTo>
                  <a:lnTo>
                    <a:pt x="5024" y="500"/>
                  </a:lnTo>
                  <a:lnTo>
                    <a:pt x="4850" y="500"/>
                  </a:lnTo>
                  <a:lnTo>
                    <a:pt x="4824" y="474"/>
                  </a:lnTo>
                  <a:lnTo>
                    <a:pt x="4824" y="300"/>
                  </a:lnTo>
                  <a:close/>
                  <a:moveTo>
                    <a:pt x="200" y="200"/>
                  </a:moveTo>
                  <a:lnTo>
                    <a:pt x="200" y="324"/>
                  </a:lnTo>
                  <a:lnTo>
                    <a:pt x="324" y="324"/>
                  </a:lnTo>
                  <a:lnTo>
                    <a:pt x="324" y="200"/>
                  </a:lnTo>
                  <a:close/>
                  <a:moveTo>
                    <a:pt x="2000" y="0"/>
                  </a:moveTo>
                  <a:lnTo>
                    <a:pt x="2000" y="124"/>
                  </a:lnTo>
                  <a:lnTo>
                    <a:pt x="2424" y="124"/>
                  </a:lnTo>
                  <a:lnTo>
                    <a:pt x="2424" y="0"/>
                  </a:lnTo>
                  <a:close/>
                  <a:moveTo>
                    <a:pt x="1800" y="0"/>
                  </a:moveTo>
                  <a:lnTo>
                    <a:pt x="1800" y="124"/>
                  </a:lnTo>
                  <a:lnTo>
                    <a:pt x="1924" y="124"/>
                  </a:lnTo>
                  <a:lnTo>
                    <a:pt x="1924" y="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924" y="124"/>
                  </a:lnTo>
                  <a:lnTo>
                    <a:pt x="924" y="0"/>
                  </a:lnTo>
                  <a:close/>
                  <a:moveTo>
                    <a:pt x="0" y="324"/>
                  </a:moveTo>
                  <a:lnTo>
                    <a:pt x="124" y="324"/>
                  </a:lnTo>
                  <a:lnTo>
                    <a:pt x="124" y="150"/>
                  </a:lnTo>
                  <a:lnTo>
                    <a:pt x="150" y="124"/>
                  </a:lnTo>
                  <a:lnTo>
                    <a:pt x="624" y="124"/>
                  </a:lnTo>
                  <a:lnTo>
                    <a:pt x="624" y="0"/>
                  </a:lnTo>
                  <a:lnTo>
                    <a:pt x="100" y="0"/>
                  </a:lnTo>
                  <a:lnTo>
                    <a:pt x="100" y="74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D9CB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6" name="Format reward illustration color 5"/>
            <p:cNvSpPr/>
            <p:nvPr/>
          </p:nvSpPr>
          <p:spPr>
            <a:xfrm>
              <a:off x="11607211" y="7519843"/>
              <a:ext cx="651419" cy="697139"/>
            </a:xfrm>
            <a:custGeom>
              <a:avLst/>
              <a:gdLst/>
              <a:ahLst/>
              <a:cxnLst/>
              <a:rect l="l" t="t" r="r" b="b"/>
              <a:pathLst>
                <a:path w="7124" h="7624">
                  <a:moveTo>
                    <a:pt x="7000" y="7500"/>
                  </a:moveTo>
                  <a:lnTo>
                    <a:pt x="7000" y="7624"/>
                  </a:lnTo>
                  <a:lnTo>
                    <a:pt x="7124" y="7624"/>
                  </a:lnTo>
                  <a:lnTo>
                    <a:pt x="7124" y="7500"/>
                  </a:lnTo>
                  <a:close/>
                  <a:moveTo>
                    <a:pt x="6600" y="7500"/>
                  </a:moveTo>
                  <a:lnTo>
                    <a:pt x="6600" y="7624"/>
                  </a:lnTo>
                  <a:lnTo>
                    <a:pt x="6724" y="7624"/>
                  </a:lnTo>
                  <a:lnTo>
                    <a:pt x="6724" y="7500"/>
                  </a:lnTo>
                  <a:close/>
                  <a:moveTo>
                    <a:pt x="5200" y="7500"/>
                  </a:moveTo>
                  <a:lnTo>
                    <a:pt x="5200" y="7624"/>
                  </a:lnTo>
                  <a:lnTo>
                    <a:pt x="5824" y="7624"/>
                  </a:lnTo>
                  <a:lnTo>
                    <a:pt x="5824" y="7500"/>
                  </a:lnTo>
                  <a:close/>
                  <a:moveTo>
                    <a:pt x="5000" y="7500"/>
                  </a:moveTo>
                  <a:lnTo>
                    <a:pt x="5000" y="7624"/>
                  </a:lnTo>
                  <a:lnTo>
                    <a:pt x="5124" y="7624"/>
                  </a:lnTo>
                  <a:lnTo>
                    <a:pt x="5124" y="7500"/>
                  </a:lnTo>
                  <a:close/>
                  <a:moveTo>
                    <a:pt x="4800" y="7500"/>
                  </a:moveTo>
                  <a:lnTo>
                    <a:pt x="4800" y="7624"/>
                  </a:lnTo>
                  <a:lnTo>
                    <a:pt x="4924" y="7624"/>
                  </a:lnTo>
                  <a:lnTo>
                    <a:pt x="4924" y="7500"/>
                  </a:lnTo>
                  <a:close/>
                  <a:moveTo>
                    <a:pt x="4600" y="7500"/>
                  </a:moveTo>
                  <a:lnTo>
                    <a:pt x="4600" y="7624"/>
                  </a:lnTo>
                  <a:lnTo>
                    <a:pt x="4724" y="7624"/>
                  </a:lnTo>
                  <a:lnTo>
                    <a:pt x="4724" y="7500"/>
                  </a:lnTo>
                  <a:close/>
                  <a:moveTo>
                    <a:pt x="3600" y="7500"/>
                  </a:moveTo>
                  <a:lnTo>
                    <a:pt x="3600" y="7624"/>
                  </a:lnTo>
                  <a:lnTo>
                    <a:pt x="3824" y="7624"/>
                  </a:lnTo>
                  <a:lnTo>
                    <a:pt x="3824" y="7500"/>
                  </a:lnTo>
                  <a:close/>
                  <a:moveTo>
                    <a:pt x="3400" y="7500"/>
                  </a:moveTo>
                  <a:lnTo>
                    <a:pt x="3400" y="7624"/>
                  </a:lnTo>
                  <a:lnTo>
                    <a:pt x="3524" y="7624"/>
                  </a:lnTo>
                  <a:lnTo>
                    <a:pt x="3524" y="7500"/>
                  </a:lnTo>
                  <a:close/>
                  <a:moveTo>
                    <a:pt x="2500" y="7500"/>
                  </a:moveTo>
                  <a:lnTo>
                    <a:pt x="2500" y="7624"/>
                  </a:lnTo>
                  <a:lnTo>
                    <a:pt x="2924" y="7624"/>
                  </a:lnTo>
                  <a:lnTo>
                    <a:pt x="2924" y="7500"/>
                  </a:lnTo>
                  <a:close/>
                  <a:moveTo>
                    <a:pt x="1800" y="7500"/>
                  </a:moveTo>
                  <a:lnTo>
                    <a:pt x="1800" y="7624"/>
                  </a:lnTo>
                  <a:lnTo>
                    <a:pt x="1924" y="7624"/>
                  </a:lnTo>
                  <a:lnTo>
                    <a:pt x="1924" y="7500"/>
                  </a:lnTo>
                  <a:close/>
                  <a:moveTo>
                    <a:pt x="1200" y="7500"/>
                  </a:moveTo>
                  <a:lnTo>
                    <a:pt x="1200" y="7624"/>
                  </a:lnTo>
                  <a:lnTo>
                    <a:pt x="1624" y="7624"/>
                  </a:lnTo>
                  <a:lnTo>
                    <a:pt x="1624" y="7500"/>
                  </a:lnTo>
                  <a:close/>
                  <a:moveTo>
                    <a:pt x="500" y="7500"/>
                  </a:moveTo>
                  <a:lnTo>
                    <a:pt x="500" y="7624"/>
                  </a:lnTo>
                  <a:lnTo>
                    <a:pt x="824" y="7624"/>
                  </a:lnTo>
                  <a:lnTo>
                    <a:pt x="824" y="7500"/>
                  </a:lnTo>
                  <a:close/>
                  <a:moveTo>
                    <a:pt x="5900" y="7400"/>
                  </a:moveTo>
                  <a:lnTo>
                    <a:pt x="5900" y="7524"/>
                  </a:lnTo>
                  <a:lnTo>
                    <a:pt x="6024" y="7524"/>
                  </a:lnTo>
                  <a:lnTo>
                    <a:pt x="6024" y="7400"/>
                  </a:lnTo>
                  <a:close/>
                  <a:moveTo>
                    <a:pt x="300" y="7300"/>
                  </a:moveTo>
                  <a:lnTo>
                    <a:pt x="300" y="7424"/>
                  </a:lnTo>
                  <a:lnTo>
                    <a:pt x="424" y="7424"/>
                  </a:lnTo>
                  <a:lnTo>
                    <a:pt x="424" y="7300"/>
                  </a:lnTo>
                  <a:close/>
                  <a:moveTo>
                    <a:pt x="6300" y="7200"/>
                  </a:moveTo>
                  <a:lnTo>
                    <a:pt x="6300" y="7324"/>
                  </a:lnTo>
                  <a:lnTo>
                    <a:pt x="6424" y="7324"/>
                  </a:lnTo>
                  <a:lnTo>
                    <a:pt x="6424" y="7200"/>
                  </a:lnTo>
                  <a:close/>
                  <a:moveTo>
                    <a:pt x="0" y="7000"/>
                  </a:moveTo>
                  <a:lnTo>
                    <a:pt x="0" y="7124"/>
                  </a:lnTo>
                  <a:lnTo>
                    <a:pt x="124" y="7124"/>
                  </a:lnTo>
                  <a:lnTo>
                    <a:pt x="124" y="7000"/>
                  </a:lnTo>
                  <a:close/>
                  <a:moveTo>
                    <a:pt x="200" y="6800"/>
                  </a:moveTo>
                  <a:lnTo>
                    <a:pt x="200" y="7024"/>
                  </a:lnTo>
                  <a:lnTo>
                    <a:pt x="324" y="7024"/>
                  </a:lnTo>
                  <a:lnTo>
                    <a:pt x="324" y="6800"/>
                  </a:lnTo>
                  <a:close/>
                  <a:moveTo>
                    <a:pt x="5700" y="6500"/>
                  </a:moveTo>
                  <a:lnTo>
                    <a:pt x="5700" y="6624"/>
                  </a:lnTo>
                  <a:lnTo>
                    <a:pt x="5824" y="6624"/>
                  </a:lnTo>
                  <a:lnTo>
                    <a:pt x="5824" y="6500"/>
                  </a:lnTo>
                  <a:close/>
                  <a:moveTo>
                    <a:pt x="200" y="6500"/>
                  </a:moveTo>
                  <a:lnTo>
                    <a:pt x="200" y="6624"/>
                  </a:lnTo>
                  <a:lnTo>
                    <a:pt x="324" y="6624"/>
                  </a:lnTo>
                  <a:lnTo>
                    <a:pt x="324" y="6500"/>
                  </a:lnTo>
                  <a:close/>
                  <a:moveTo>
                    <a:pt x="6700" y="6300"/>
                  </a:moveTo>
                  <a:lnTo>
                    <a:pt x="6700" y="6424"/>
                  </a:lnTo>
                  <a:lnTo>
                    <a:pt x="6824" y="6424"/>
                  </a:lnTo>
                  <a:lnTo>
                    <a:pt x="6824" y="6300"/>
                  </a:lnTo>
                  <a:close/>
                  <a:moveTo>
                    <a:pt x="3000" y="6300"/>
                  </a:moveTo>
                  <a:lnTo>
                    <a:pt x="3000" y="6424"/>
                  </a:lnTo>
                  <a:lnTo>
                    <a:pt x="3324" y="6424"/>
                  </a:lnTo>
                  <a:lnTo>
                    <a:pt x="3324" y="6300"/>
                  </a:lnTo>
                  <a:close/>
                  <a:moveTo>
                    <a:pt x="2800" y="6300"/>
                  </a:moveTo>
                  <a:lnTo>
                    <a:pt x="2800" y="6424"/>
                  </a:lnTo>
                  <a:lnTo>
                    <a:pt x="2924" y="6424"/>
                  </a:lnTo>
                  <a:lnTo>
                    <a:pt x="2924" y="6300"/>
                  </a:lnTo>
                  <a:close/>
                  <a:moveTo>
                    <a:pt x="2300" y="6300"/>
                  </a:moveTo>
                  <a:lnTo>
                    <a:pt x="2300" y="6424"/>
                  </a:lnTo>
                  <a:lnTo>
                    <a:pt x="2424" y="6424"/>
                  </a:lnTo>
                  <a:lnTo>
                    <a:pt x="2424" y="6300"/>
                  </a:lnTo>
                  <a:close/>
                  <a:moveTo>
                    <a:pt x="1300" y="6300"/>
                  </a:moveTo>
                  <a:lnTo>
                    <a:pt x="1300" y="6424"/>
                  </a:lnTo>
                  <a:lnTo>
                    <a:pt x="1524" y="6424"/>
                  </a:lnTo>
                  <a:lnTo>
                    <a:pt x="1524" y="6300"/>
                  </a:lnTo>
                  <a:close/>
                  <a:moveTo>
                    <a:pt x="1124" y="6300"/>
                  </a:moveTo>
                  <a:lnTo>
                    <a:pt x="1000" y="6300"/>
                  </a:lnTo>
                  <a:lnTo>
                    <a:pt x="1000" y="6374"/>
                  </a:lnTo>
                  <a:lnTo>
                    <a:pt x="900" y="6400"/>
                  </a:lnTo>
                  <a:lnTo>
                    <a:pt x="900" y="6524"/>
                  </a:lnTo>
                  <a:lnTo>
                    <a:pt x="1024" y="6524"/>
                  </a:lnTo>
                  <a:lnTo>
                    <a:pt x="1024" y="6450"/>
                  </a:lnTo>
                  <a:lnTo>
                    <a:pt x="1124" y="6424"/>
                  </a:lnTo>
                  <a:close/>
                  <a:moveTo>
                    <a:pt x="200" y="6300"/>
                  </a:moveTo>
                  <a:lnTo>
                    <a:pt x="200" y="6424"/>
                  </a:lnTo>
                  <a:lnTo>
                    <a:pt x="324" y="6424"/>
                  </a:lnTo>
                  <a:lnTo>
                    <a:pt x="324" y="6300"/>
                  </a:lnTo>
                  <a:close/>
                  <a:moveTo>
                    <a:pt x="5100" y="6100"/>
                  </a:moveTo>
                  <a:lnTo>
                    <a:pt x="5100" y="6224"/>
                  </a:lnTo>
                  <a:lnTo>
                    <a:pt x="5224" y="6224"/>
                  </a:lnTo>
                  <a:lnTo>
                    <a:pt x="5224" y="6100"/>
                  </a:lnTo>
                  <a:close/>
                  <a:moveTo>
                    <a:pt x="4100" y="6100"/>
                  </a:moveTo>
                  <a:lnTo>
                    <a:pt x="4100" y="6224"/>
                  </a:lnTo>
                  <a:lnTo>
                    <a:pt x="4224" y="6224"/>
                  </a:lnTo>
                  <a:lnTo>
                    <a:pt x="4224" y="6100"/>
                  </a:lnTo>
                  <a:close/>
                  <a:moveTo>
                    <a:pt x="3800" y="6000"/>
                  </a:moveTo>
                  <a:lnTo>
                    <a:pt x="3800" y="6124"/>
                  </a:lnTo>
                  <a:lnTo>
                    <a:pt x="3924" y="6124"/>
                  </a:lnTo>
                  <a:lnTo>
                    <a:pt x="3924" y="6000"/>
                  </a:lnTo>
                  <a:close/>
                  <a:moveTo>
                    <a:pt x="200" y="6000"/>
                  </a:moveTo>
                  <a:lnTo>
                    <a:pt x="200" y="6224"/>
                  </a:lnTo>
                  <a:lnTo>
                    <a:pt x="324" y="6224"/>
                  </a:lnTo>
                  <a:lnTo>
                    <a:pt x="324" y="6000"/>
                  </a:lnTo>
                  <a:close/>
                  <a:moveTo>
                    <a:pt x="6300" y="5900"/>
                  </a:moveTo>
                  <a:lnTo>
                    <a:pt x="6300" y="6024"/>
                  </a:lnTo>
                  <a:lnTo>
                    <a:pt x="6424" y="6024"/>
                  </a:lnTo>
                  <a:lnTo>
                    <a:pt x="6424" y="5900"/>
                  </a:lnTo>
                  <a:close/>
                  <a:moveTo>
                    <a:pt x="3600" y="5900"/>
                  </a:moveTo>
                  <a:lnTo>
                    <a:pt x="3600" y="6024"/>
                  </a:lnTo>
                  <a:lnTo>
                    <a:pt x="3724" y="6024"/>
                  </a:lnTo>
                  <a:lnTo>
                    <a:pt x="3724" y="5900"/>
                  </a:lnTo>
                  <a:close/>
                  <a:moveTo>
                    <a:pt x="6100" y="5700"/>
                  </a:moveTo>
                  <a:lnTo>
                    <a:pt x="6100" y="5824"/>
                  </a:lnTo>
                  <a:lnTo>
                    <a:pt x="6224" y="5824"/>
                  </a:lnTo>
                  <a:lnTo>
                    <a:pt x="6224" y="5700"/>
                  </a:lnTo>
                  <a:close/>
                  <a:moveTo>
                    <a:pt x="2600" y="5600"/>
                  </a:moveTo>
                  <a:lnTo>
                    <a:pt x="2600" y="5724"/>
                  </a:lnTo>
                  <a:lnTo>
                    <a:pt x="2724" y="5724"/>
                  </a:lnTo>
                  <a:lnTo>
                    <a:pt x="2724" y="5600"/>
                  </a:lnTo>
                  <a:close/>
                  <a:moveTo>
                    <a:pt x="200" y="5600"/>
                  </a:moveTo>
                  <a:lnTo>
                    <a:pt x="200" y="5924"/>
                  </a:lnTo>
                  <a:lnTo>
                    <a:pt x="324" y="5924"/>
                  </a:lnTo>
                  <a:lnTo>
                    <a:pt x="324" y="5600"/>
                  </a:lnTo>
                  <a:close/>
                  <a:moveTo>
                    <a:pt x="5000" y="5400"/>
                  </a:moveTo>
                  <a:lnTo>
                    <a:pt x="5000" y="5524"/>
                  </a:lnTo>
                  <a:lnTo>
                    <a:pt x="5224" y="5524"/>
                  </a:lnTo>
                  <a:lnTo>
                    <a:pt x="5224" y="5400"/>
                  </a:lnTo>
                  <a:close/>
                  <a:moveTo>
                    <a:pt x="4100" y="5400"/>
                  </a:moveTo>
                  <a:lnTo>
                    <a:pt x="4100" y="5524"/>
                  </a:lnTo>
                  <a:lnTo>
                    <a:pt x="4224" y="5524"/>
                  </a:lnTo>
                  <a:lnTo>
                    <a:pt x="4224" y="5400"/>
                  </a:lnTo>
                  <a:close/>
                  <a:moveTo>
                    <a:pt x="3900" y="5300"/>
                  </a:moveTo>
                  <a:lnTo>
                    <a:pt x="3900" y="5424"/>
                  </a:lnTo>
                  <a:lnTo>
                    <a:pt x="4024" y="5424"/>
                  </a:lnTo>
                  <a:lnTo>
                    <a:pt x="4024" y="5300"/>
                  </a:lnTo>
                  <a:close/>
                  <a:moveTo>
                    <a:pt x="2900" y="5200"/>
                  </a:moveTo>
                  <a:lnTo>
                    <a:pt x="2900" y="5324"/>
                  </a:lnTo>
                  <a:lnTo>
                    <a:pt x="3024" y="5324"/>
                  </a:lnTo>
                  <a:lnTo>
                    <a:pt x="3024" y="5200"/>
                  </a:lnTo>
                  <a:close/>
                  <a:moveTo>
                    <a:pt x="5500" y="5100"/>
                  </a:moveTo>
                  <a:lnTo>
                    <a:pt x="5500" y="5224"/>
                  </a:lnTo>
                  <a:lnTo>
                    <a:pt x="5624" y="5224"/>
                  </a:lnTo>
                  <a:lnTo>
                    <a:pt x="5624" y="5100"/>
                  </a:lnTo>
                  <a:close/>
                  <a:moveTo>
                    <a:pt x="1800" y="5000"/>
                  </a:moveTo>
                  <a:lnTo>
                    <a:pt x="1800" y="5124"/>
                  </a:lnTo>
                  <a:lnTo>
                    <a:pt x="1924" y="5124"/>
                  </a:lnTo>
                  <a:lnTo>
                    <a:pt x="1924" y="5000"/>
                  </a:lnTo>
                  <a:close/>
                  <a:moveTo>
                    <a:pt x="2800" y="4900"/>
                  </a:moveTo>
                  <a:lnTo>
                    <a:pt x="2800" y="5024"/>
                  </a:lnTo>
                  <a:lnTo>
                    <a:pt x="2924" y="5024"/>
                  </a:lnTo>
                  <a:lnTo>
                    <a:pt x="2924" y="4900"/>
                  </a:lnTo>
                  <a:close/>
                  <a:moveTo>
                    <a:pt x="0" y="4900"/>
                  </a:moveTo>
                  <a:lnTo>
                    <a:pt x="0" y="5024"/>
                  </a:lnTo>
                  <a:lnTo>
                    <a:pt x="124" y="5024"/>
                  </a:lnTo>
                  <a:lnTo>
                    <a:pt x="124" y="4900"/>
                  </a:lnTo>
                  <a:close/>
                  <a:moveTo>
                    <a:pt x="200" y="4700"/>
                  </a:moveTo>
                  <a:lnTo>
                    <a:pt x="200" y="5024"/>
                  </a:lnTo>
                  <a:lnTo>
                    <a:pt x="324" y="5024"/>
                  </a:lnTo>
                  <a:lnTo>
                    <a:pt x="324" y="4700"/>
                  </a:lnTo>
                  <a:close/>
                  <a:moveTo>
                    <a:pt x="5800" y="4400"/>
                  </a:moveTo>
                  <a:lnTo>
                    <a:pt x="5800" y="4624"/>
                  </a:lnTo>
                  <a:lnTo>
                    <a:pt x="5924" y="4624"/>
                  </a:lnTo>
                  <a:lnTo>
                    <a:pt x="5924" y="4400"/>
                  </a:lnTo>
                  <a:close/>
                  <a:moveTo>
                    <a:pt x="2700" y="4400"/>
                  </a:moveTo>
                  <a:lnTo>
                    <a:pt x="2700" y="4524"/>
                  </a:lnTo>
                  <a:lnTo>
                    <a:pt x="2824" y="4524"/>
                  </a:lnTo>
                  <a:lnTo>
                    <a:pt x="2824" y="4400"/>
                  </a:lnTo>
                  <a:close/>
                  <a:moveTo>
                    <a:pt x="4600" y="4200"/>
                  </a:moveTo>
                  <a:lnTo>
                    <a:pt x="4600" y="4324"/>
                  </a:lnTo>
                  <a:lnTo>
                    <a:pt x="4724" y="4324"/>
                  </a:lnTo>
                  <a:lnTo>
                    <a:pt x="4724" y="4200"/>
                  </a:lnTo>
                  <a:close/>
                  <a:moveTo>
                    <a:pt x="3900" y="4100"/>
                  </a:moveTo>
                  <a:lnTo>
                    <a:pt x="3900" y="4224"/>
                  </a:lnTo>
                  <a:lnTo>
                    <a:pt x="4024" y="4224"/>
                  </a:lnTo>
                  <a:lnTo>
                    <a:pt x="4024" y="4100"/>
                  </a:lnTo>
                  <a:close/>
                  <a:moveTo>
                    <a:pt x="2700" y="4100"/>
                  </a:moveTo>
                  <a:lnTo>
                    <a:pt x="2700" y="4224"/>
                  </a:lnTo>
                  <a:lnTo>
                    <a:pt x="2824" y="4224"/>
                  </a:lnTo>
                  <a:lnTo>
                    <a:pt x="2824" y="4100"/>
                  </a:lnTo>
                  <a:close/>
                  <a:moveTo>
                    <a:pt x="200" y="4100"/>
                  </a:moveTo>
                  <a:lnTo>
                    <a:pt x="200" y="4224"/>
                  </a:lnTo>
                  <a:lnTo>
                    <a:pt x="324" y="4224"/>
                  </a:lnTo>
                  <a:lnTo>
                    <a:pt x="324" y="4100"/>
                  </a:lnTo>
                  <a:close/>
                  <a:moveTo>
                    <a:pt x="5800" y="4000"/>
                  </a:moveTo>
                  <a:lnTo>
                    <a:pt x="5800" y="4324"/>
                  </a:lnTo>
                  <a:lnTo>
                    <a:pt x="5924" y="4324"/>
                  </a:lnTo>
                  <a:lnTo>
                    <a:pt x="5924" y="4000"/>
                  </a:lnTo>
                  <a:close/>
                  <a:moveTo>
                    <a:pt x="6400" y="3800"/>
                  </a:moveTo>
                  <a:lnTo>
                    <a:pt x="6400" y="3924"/>
                  </a:lnTo>
                  <a:lnTo>
                    <a:pt x="6524" y="3924"/>
                  </a:lnTo>
                  <a:lnTo>
                    <a:pt x="6524" y="3800"/>
                  </a:lnTo>
                  <a:close/>
                  <a:moveTo>
                    <a:pt x="5600" y="3600"/>
                  </a:moveTo>
                  <a:lnTo>
                    <a:pt x="5600" y="3724"/>
                  </a:lnTo>
                  <a:lnTo>
                    <a:pt x="5724" y="3724"/>
                  </a:lnTo>
                  <a:lnTo>
                    <a:pt x="5724" y="3600"/>
                  </a:lnTo>
                  <a:close/>
                  <a:moveTo>
                    <a:pt x="5200" y="3600"/>
                  </a:moveTo>
                  <a:lnTo>
                    <a:pt x="5200" y="3724"/>
                  </a:lnTo>
                  <a:lnTo>
                    <a:pt x="5324" y="3724"/>
                  </a:lnTo>
                  <a:lnTo>
                    <a:pt x="5324" y="3600"/>
                  </a:lnTo>
                  <a:close/>
                  <a:moveTo>
                    <a:pt x="2900" y="3400"/>
                  </a:moveTo>
                  <a:lnTo>
                    <a:pt x="2900" y="3524"/>
                  </a:lnTo>
                  <a:lnTo>
                    <a:pt x="3024" y="3524"/>
                  </a:lnTo>
                  <a:lnTo>
                    <a:pt x="3024" y="3400"/>
                  </a:lnTo>
                  <a:close/>
                  <a:moveTo>
                    <a:pt x="1900" y="3300"/>
                  </a:moveTo>
                  <a:lnTo>
                    <a:pt x="1900" y="3424"/>
                  </a:lnTo>
                  <a:lnTo>
                    <a:pt x="2424" y="3424"/>
                  </a:lnTo>
                  <a:lnTo>
                    <a:pt x="2424" y="3300"/>
                  </a:lnTo>
                  <a:close/>
                  <a:moveTo>
                    <a:pt x="1300" y="3300"/>
                  </a:moveTo>
                  <a:lnTo>
                    <a:pt x="1300" y="3424"/>
                  </a:lnTo>
                  <a:lnTo>
                    <a:pt x="1824" y="3424"/>
                  </a:lnTo>
                  <a:lnTo>
                    <a:pt x="1824" y="3300"/>
                  </a:lnTo>
                  <a:close/>
                  <a:moveTo>
                    <a:pt x="1124" y="3300"/>
                  </a:moveTo>
                  <a:lnTo>
                    <a:pt x="1000" y="3300"/>
                  </a:lnTo>
                  <a:lnTo>
                    <a:pt x="1000" y="3374"/>
                  </a:lnTo>
                  <a:lnTo>
                    <a:pt x="900" y="3400"/>
                  </a:lnTo>
                  <a:lnTo>
                    <a:pt x="900" y="3524"/>
                  </a:lnTo>
                  <a:lnTo>
                    <a:pt x="1024" y="3524"/>
                  </a:lnTo>
                  <a:lnTo>
                    <a:pt x="1024" y="3450"/>
                  </a:lnTo>
                  <a:lnTo>
                    <a:pt x="1124" y="3424"/>
                  </a:lnTo>
                  <a:close/>
                  <a:moveTo>
                    <a:pt x="200" y="3300"/>
                  </a:moveTo>
                  <a:lnTo>
                    <a:pt x="200" y="3624"/>
                  </a:lnTo>
                  <a:lnTo>
                    <a:pt x="324" y="3624"/>
                  </a:lnTo>
                  <a:lnTo>
                    <a:pt x="324" y="3300"/>
                  </a:lnTo>
                  <a:close/>
                  <a:moveTo>
                    <a:pt x="4300" y="3100"/>
                  </a:moveTo>
                  <a:lnTo>
                    <a:pt x="4300" y="3224"/>
                  </a:lnTo>
                  <a:lnTo>
                    <a:pt x="4524" y="3224"/>
                  </a:lnTo>
                  <a:lnTo>
                    <a:pt x="4524" y="3100"/>
                  </a:lnTo>
                  <a:close/>
                  <a:moveTo>
                    <a:pt x="3100" y="3100"/>
                  </a:moveTo>
                  <a:lnTo>
                    <a:pt x="3100" y="3224"/>
                  </a:lnTo>
                  <a:lnTo>
                    <a:pt x="3224" y="3224"/>
                  </a:lnTo>
                  <a:lnTo>
                    <a:pt x="3224" y="3100"/>
                  </a:lnTo>
                  <a:close/>
                  <a:moveTo>
                    <a:pt x="200" y="3100"/>
                  </a:moveTo>
                  <a:lnTo>
                    <a:pt x="200" y="3224"/>
                  </a:lnTo>
                  <a:lnTo>
                    <a:pt x="324" y="3224"/>
                  </a:lnTo>
                  <a:lnTo>
                    <a:pt x="324" y="3100"/>
                  </a:lnTo>
                  <a:close/>
                  <a:moveTo>
                    <a:pt x="3524" y="2800"/>
                  </a:moveTo>
                  <a:lnTo>
                    <a:pt x="3400" y="2800"/>
                  </a:lnTo>
                  <a:lnTo>
                    <a:pt x="3400" y="2874"/>
                  </a:lnTo>
                  <a:lnTo>
                    <a:pt x="3300" y="2900"/>
                  </a:lnTo>
                  <a:lnTo>
                    <a:pt x="3300" y="3024"/>
                  </a:lnTo>
                  <a:lnTo>
                    <a:pt x="3424" y="3024"/>
                  </a:lnTo>
                  <a:lnTo>
                    <a:pt x="3424" y="2950"/>
                  </a:lnTo>
                  <a:lnTo>
                    <a:pt x="3524" y="2924"/>
                  </a:lnTo>
                  <a:close/>
                  <a:moveTo>
                    <a:pt x="5600" y="2700"/>
                  </a:moveTo>
                  <a:lnTo>
                    <a:pt x="5600" y="2824"/>
                  </a:lnTo>
                  <a:lnTo>
                    <a:pt x="5724" y="2824"/>
                  </a:lnTo>
                  <a:lnTo>
                    <a:pt x="5724" y="2700"/>
                  </a:lnTo>
                  <a:close/>
                  <a:moveTo>
                    <a:pt x="200" y="2700"/>
                  </a:moveTo>
                  <a:lnTo>
                    <a:pt x="200" y="3024"/>
                  </a:lnTo>
                  <a:lnTo>
                    <a:pt x="324" y="3024"/>
                  </a:lnTo>
                  <a:lnTo>
                    <a:pt x="324" y="2700"/>
                  </a:lnTo>
                  <a:close/>
                  <a:moveTo>
                    <a:pt x="900" y="2600"/>
                  </a:moveTo>
                  <a:lnTo>
                    <a:pt x="900" y="2724"/>
                  </a:lnTo>
                  <a:lnTo>
                    <a:pt x="1024" y="2724"/>
                  </a:lnTo>
                  <a:lnTo>
                    <a:pt x="1024" y="2600"/>
                  </a:lnTo>
                  <a:close/>
                  <a:moveTo>
                    <a:pt x="6000" y="2500"/>
                  </a:moveTo>
                  <a:lnTo>
                    <a:pt x="6000" y="2724"/>
                  </a:lnTo>
                  <a:lnTo>
                    <a:pt x="6124" y="2724"/>
                  </a:lnTo>
                  <a:lnTo>
                    <a:pt x="6124" y="2500"/>
                  </a:lnTo>
                  <a:close/>
                  <a:moveTo>
                    <a:pt x="3900" y="2500"/>
                  </a:moveTo>
                  <a:lnTo>
                    <a:pt x="3900" y="2624"/>
                  </a:lnTo>
                  <a:lnTo>
                    <a:pt x="4024" y="2624"/>
                  </a:lnTo>
                  <a:lnTo>
                    <a:pt x="4024" y="2500"/>
                  </a:lnTo>
                  <a:close/>
                  <a:moveTo>
                    <a:pt x="4700" y="2400"/>
                  </a:moveTo>
                  <a:lnTo>
                    <a:pt x="4700" y="2524"/>
                  </a:lnTo>
                  <a:lnTo>
                    <a:pt x="4824" y="2524"/>
                  </a:lnTo>
                  <a:lnTo>
                    <a:pt x="4824" y="2400"/>
                  </a:lnTo>
                  <a:close/>
                  <a:moveTo>
                    <a:pt x="4400" y="2400"/>
                  </a:moveTo>
                  <a:lnTo>
                    <a:pt x="4400" y="2524"/>
                  </a:lnTo>
                  <a:lnTo>
                    <a:pt x="4624" y="2524"/>
                  </a:lnTo>
                  <a:lnTo>
                    <a:pt x="4624" y="2400"/>
                  </a:lnTo>
                  <a:close/>
                  <a:moveTo>
                    <a:pt x="2500" y="2000"/>
                  </a:moveTo>
                  <a:lnTo>
                    <a:pt x="2500" y="2124"/>
                  </a:lnTo>
                  <a:lnTo>
                    <a:pt x="2624" y="2124"/>
                  </a:lnTo>
                  <a:lnTo>
                    <a:pt x="2624" y="2000"/>
                  </a:lnTo>
                  <a:close/>
                  <a:moveTo>
                    <a:pt x="1000" y="2000"/>
                  </a:moveTo>
                  <a:lnTo>
                    <a:pt x="1000" y="2124"/>
                  </a:lnTo>
                  <a:lnTo>
                    <a:pt x="1224" y="2124"/>
                  </a:lnTo>
                  <a:lnTo>
                    <a:pt x="1224" y="2000"/>
                  </a:lnTo>
                  <a:close/>
                  <a:moveTo>
                    <a:pt x="6000" y="1900"/>
                  </a:moveTo>
                  <a:lnTo>
                    <a:pt x="6000" y="2224"/>
                  </a:lnTo>
                  <a:lnTo>
                    <a:pt x="6124" y="2224"/>
                  </a:lnTo>
                  <a:lnTo>
                    <a:pt x="6124" y="1900"/>
                  </a:lnTo>
                  <a:close/>
                  <a:moveTo>
                    <a:pt x="2600" y="1800"/>
                  </a:moveTo>
                  <a:lnTo>
                    <a:pt x="2600" y="1924"/>
                  </a:lnTo>
                  <a:lnTo>
                    <a:pt x="2824" y="1924"/>
                  </a:lnTo>
                  <a:lnTo>
                    <a:pt x="2824" y="1800"/>
                  </a:lnTo>
                  <a:close/>
                  <a:moveTo>
                    <a:pt x="1400" y="1800"/>
                  </a:moveTo>
                  <a:lnTo>
                    <a:pt x="1400" y="1924"/>
                  </a:lnTo>
                  <a:lnTo>
                    <a:pt x="1524" y="1924"/>
                  </a:lnTo>
                  <a:lnTo>
                    <a:pt x="1524" y="1800"/>
                  </a:lnTo>
                  <a:close/>
                  <a:moveTo>
                    <a:pt x="6000" y="1600"/>
                  </a:moveTo>
                  <a:lnTo>
                    <a:pt x="6000" y="1724"/>
                  </a:lnTo>
                  <a:lnTo>
                    <a:pt x="6124" y="1724"/>
                  </a:lnTo>
                  <a:lnTo>
                    <a:pt x="6124" y="1600"/>
                  </a:lnTo>
                  <a:close/>
                  <a:moveTo>
                    <a:pt x="200" y="1600"/>
                  </a:moveTo>
                  <a:lnTo>
                    <a:pt x="200" y="1824"/>
                  </a:lnTo>
                  <a:lnTo>
                    <a:pt x="324" y="1824"/>
                  </a:lnTo>
                  <a:lnTo>
                    <a:pt x="324" y="1600"/>
                  </a:lnTo>
                  <a:close/>
                  <a:moveTo>
                    <a:pt x="4700" y="1500"/>
                  </a:moveTo>
                  <a:lnTo>
                    <a:pt x="4700" y="1624"/>
                  </a:lnTo>
                  <a:lnTo>
                    <a:pt x="4824" y="1624"/>
                  </a:lnTo>
                  <a:lnTo>
                    <a:pt x="4824" y="1500"/>
                  </a:lnTo>
                  <a:close/>
                  <a:moveTo>
                    <a:pt x="6000" y="1400"/>
                  </a:moveTo>
                  <a:lnTo>
                    <a:pt x="6000" y="1524"/>
                  </a:lnTo>
                  <a:lnTo>
                    <a:pt x="6124" y="1524"/>
                  </a:lnTo>
                  <a:lnTo>
                    <a:pt x="6124" y="1400"/>
                  </a:lnTo>
                  <a:close/>
                  <a:moveTo>
                    <a:pt x="200" y="1300"/>
                  </a:moveTo>
                  <a:lnTo>
                    <a:pt x="200" y="1524"/>
                  </a:lnTo>
                  <a:lnTo>
                    <a:pt x="324" y="1524"/>
                  </a:lnTo>
                  <a:lnTo>
                    <a:pt x="324" y="1300"/>
                  </a:lnTo>
                  <a:close/>
                  <a:moveTo>
                    <a:pt x="4800" y="1200"/>
                  </a:moveTo>
                  <a:lnTo>
                    <a:pt x="4800" y="1424"/>
                  </a:lnTo>
                  <a:lnTo>
                    <a:pt x="4874" y="1424"/>
                  </a:lnTo>
                  <a:lnTo>
                    <a:pt x="4900" y="1524"/>
                  </a:lnTo>
                  <a:lnTo>
                    <a:pt x="5624" y="1524"/>
                  </a:lnTo>
                  <a:lnTo>
                    <a:pt x="5624" y="1400"/>
                  </a:lnTo>
                  <a:lnTo>
                    <a:pt x="4950" y="1400"/>
                  </a:lnTo>
                  <a:lnTo>
                    <a:pt x="4924" y="1374"/>
                  </a:lnTo>
                  <a:lnTo>
                    <a:pt x="4924" y="1200"/>
                  </a:lnTo>
                  <a:close/>
                  <a:moveTo>
                    <a:pt x="900" y="1200"/>
                  </a:moveTo>
                  <a:lnTo>
                    <a:pt x="900" y="1324"/>
                  </a:lnTo>
                  <a:lnTo>
                    <a:pt x="1024" y="1324"/>
                  </a:lnTo>
                  <a:lnTo>
                    <a:pt x="1024" y="1200"/>
                  </a:lnTo>
                  <a:close/>
                  <a:moveTo>
                    <a:pt x="5700" y="1200"/>
                  </a:moveTo>
                  <a:lnTo>
                    <a:pt x="5700" y="1324"/>
                  </a:lnTo>
                  <a:lnTo>
                    <a:pt x="5824" y="1324"/>
                  </a:lnTo>
                  <a:lnTo>
                    <a:pt x="5850" y="1224"/>
                  </a:lnTo>
                  <a:lnTo>
                    <a:pt x="5900" y="1250"/>
                  </a:lnTo>
                  <a:lnTo>
                    <a:pt x="5900" y="1324"/>
                  </a:lnTo>
                  <a:lnTo>
                    <a:pt x="6024" y="1324"/>
                  </a:lnTo>
                  <a:lnTo>
                    <a:pt x="6024" y="1200"/>
                  </a:lnTo>
                  <a:lnTo>
                    <a:pt x="5950" y="1200"/>
                  </a:lnTo>
                  <a:lnTo>
                    <a:pt x="5924" y="1100"/>
                  </a:lnTo>
                  <a:lnTo>
                    <a:pt x="5800" y="1100"/>
                  </a:lnTo>
                  <a:lnTo>
                    <a:pt x="5800" y="1174"/>
                  </a:lnTo>
                  <a:close/>
                  <a:moveTo>
                    <a:pt x="200" y="1100"/>
                  </a:moveTo>
                  <a:lnTo>
                    <a:pt x="200" y="1224"/>
                  </a:lnTo>
                  <a:lnTo>
                    <a:pt x="324" y="1224"/>
                  </a:lnTo>
                  <a:lnTo>
                    <a:pt x="324" y="1100"/>
                  </a:lnTo>
                  <a:close/>
                  <a:moveTo>
                    <a:pt x="5400" y="900"/>
                  </a:moveTo>
                  <a:lnTo>
                    <a:pt x="5400" y="1024"/>
                  </a:lnTo>
                  <a:lnTo>
                    <a:pt x="5474" y="1024"/>
                  </a:lnTo>
                  <a:lnTo>
                    <a:pt x="5500" y="1124"/>
                  </a:lnTo>
                  <a:lnTo>
                    <a:pt x="5624" y="1124"/>
                  </a:lnTo>
                  <a:lnTo>
                    <a:pt x="5624" y="1000"/>
                  </a:lnTo>
                  <a:lnTo>
                    <a:pt x="5550" y="1000"/>
                  </a:lnTo>
                  <a:lnTo>
                    <a:pt x="5524" y="900"/>
                  </a:lnTo>
                  <a:close/>
                  <a:moveTo>
                    <a:pt x="4800" y="600"/>
                  </a:moveTo>
                  <a:lnTo>
                    <a:pt x="4800" y="1124"/>
                  </a:lnTo>
                  <a:lnTo>
                    <a:pt x="4924" y="1124"/>
                  </a:lnTo>
                  <a:lnTo>
                    <a:pt x="4924" y="600"/>
                  </a:lnTo>
                  <a:close/>
                  <a:moveTo>
                    <a:pt x="4900" y="400"/>
                  </a:moveTo>
                  <a:lnTo>
                    <a:pt x="4900" y="524"/>
                  </a:lnTo>
                  <a:lnTo>
                    <a:pt x="5024" y="524"/>
                  </a:lnTo>
                  <a:lnTo>
                    <a:pt x="5024" y="400"/>
                  </a:lnTo>
                  <a:close/>
                  <a:moveTo>
                    <a:pt x="200" y="4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400"/>
                  </a:lnTo>
                  <a:close/>
                  <a:moveTo>
                    <a:pt x="0" y="400"/>
                  </a:moveTo>
                  <a:lnTo>
                    <a:pt x="0" y="524"/>
                  </a:lnTo>
                  <a:lnTo>
                    <a:pt x="124" y="524"/>
                  </a:lnTo>
                  <a:lnTo>
                    <a:pt x="124" y="400"/>
                  </a:lnTo>
                  <a:close/>
                  <a:moveTo>
                    <a:pt x="4600" y="200"/>
                  </a:moveTo>
                  <a:lnTo>
                    <a:pt x="4600" y="324"/>
                  </a:lnTo>
                  <a:lnTo>
                    <a:pt x="4724" y="324"/>
                  </a:lnTo>
                  <a:lnTo>
                    <a:pt x="4724" y="200"/>
                  </a:lnTo>
                  <a:close/>
                  <a:moveTo>
                    <a:pt x="4300" y="200"/>
                  </a:moveTo>
                  <a:lnTo>
                    <a:pt x="4300" y="324"/>
                  </a:lnTo>
                  <a:lnTo>
                    <a:pt x="4524" y="324"/>
                  </a:lnTo>
                  <a:lnTo>
                    <a:pt x="4524" y="200"/>
                  </a:lnTo>
                  <a:close/>
                  <a:moveTo>
                    <a:pt x="3500" y="200"/>
                  </a:moveTo>
                  <a:lnTo>
                    <a:pt x="3500" y="324"/>
                  </a:lnTo>
                  <a:lnTo>
                    <a:pt x="3724" y="324"/>
                  </a:lnTo>
                  <a:lnTo>
                    <a:pt x="3724" y="200"/>
                  </a:lnTo>
                  <a:close/>
                  <a:moveTo>
                    <a:pt x="1700" y="200"/>
                  </a:moveTo>
                  <a:lnTo>
                    <a:pt x="1700" y="324"/>
                  </a:lnTo>
                  <a:lnTo>
                    <a:pt x="1824" y="324"/>
                  </a:lnTo>
                  <a:lnTo>
                    <a:pt x="1824" y="200"/>
                  </a:lnTo>
                  <a:close/>
                  <a:moveTo>
                    <a:pt x="4200" y="0"/>
                  </a:moveTo>
                  <a:lnTo>
                    <a:pt x="4200" y="124"/>
                  </a:lnTo>
                  <a:lnTo>
                    <a:pt x="4624" y="124"/>
                  </a:lnTo>
                  <a:lnTo>
                    <a:pt x="4624" y="0"/>
                  </a:lnTo>
                  <a:close/>
                  <a:moveTo>
                    <a:pt x="3700" y="0"/>
                  </a:moveTo>
                  <a:lnTo>
                    <a:pt x="3700" y="124"/>
                  </a:lnTo>
                  <a:lnTo>
                    <a:pt x="3824" y="124"/>
                  </a:lnTo>
                  <a:lnTo>
                    <a:pt x="3824" y="0"/>
                  </a:lnTo>
                  <a:close/>
                  <a:moveTo>
                    <a:pt x="1700" y="0"/>
                  </a:moveTo>
                  <a:lnTo>
                    <a:pt x="1700" y="124"/>
                  </a:lnTo>
                  <a:lnTo>
                    <a:pt x="1924" y="12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5454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7" name="Format reward illustration color 6"/>
            <p:cNvSpPr/>
            <p:nvPr/>
          </p:nvSpPr>
          <p:spPr>
            <a:xfrm>
              <a:off x="11607211" y="7519843"/>
              <a:ext cx="633131" cy="697139"/>
            </a:xfrm>
            <a:custGeom>
              <a:avLst/>
              <a:gdLst/>
              <a:ahLst/>
              <a:cxnLst/>
              <a:rect l="l" t="t" r="r" b="b"/>
              <a:pathLst>
                <a:path w="6924" h="7624">
                  <a:moveTo>
                    <a:pt x="5800" y="7500"/>
                  </a:moveTo>
                  <a:lnTo>
                    <a:pt x="5800" y="7624"/>
                  </a:lnTo>
                  <a:lnTo>
                    <a:pt x="5924" y="7624"/>
                  </a:lnTo>
                  <a:lnTo>
                    <a:pt x="5924" y="7500"/>
                  </a:lnTo>
                  <a:close/>
                  <a:moveTo>
                    <a:pt x="300" y="7500"/>
                  </a:moveTo>
                  <a:lnTo>
                    <a:pt x="300" y="7624"/>
                  </a:lnTo>
                  <a:lnTo>
                    <a:pt x="424" y="7624"/>
                  </a:lnTo>
                  <a:lnTo>
                    <a:pt x="424" y="7500"/>
                  </a:lnTo>
                  <a:close/>
                  <a:moveTo>
                    <a:pt x="100" y="7400"/>
                  </a:moveTo>
                  <a:lnTo>
                    <a:pt x="100" y="7524"/>
                  </a:lnTo>
                  <a:lnTo>
                    <a:pt x="224" y="7524"/>
                  </a:lnTo>
                  <a:lnTo>
                    <a:pt x="224" y="7400"/>
                  </a:lnTo>
                  <a:close/>
                  <a:moveTo>
                    <a:pt x="6000" y="7300"/>
                  </a:moveTo>
                  <a:lnTo>
                    <a:pt x="6000" y="7424"/>
                  </a:lnTo>
                  <a:lnTo>
                    <a:pt x="6124" y="7424"/>
                  </a:lnTo>
                  <a:lnTo>
                    <a:pt x="6124" y="7300"/>
                  </a:lnTo>
                  <a:close/>
                  <a:moveTo>
                    <a:pt x="5100" y="7300"/>
                  </a:moveTo>
                  <a:lnTo>
                    <a:pt x="5100" y="7424"/>
                  </a:lnTo>
                  <a:lnTo>
                    <a:pt x="5424" y="7424"/>
                  </a:lnTo>
                  <a:lnTo>
                    <a:pt x="5424" y="7300"/>
                  </a:lnTo>
                  <a:close/>
                  <a:moveTo>
                    <a:pt x="4700" y="7300"/>
                  </a:moveTo>
                  <a:lnTo>
                    <a:pt x="4700" y="7424"/>
                  </a:lnTo>
                  <a:lnTo>
                    <a:pt x="4924" y="7424"/>
                  </a:lnTo>
                  <a:lnTo>
                    <a:pt x="4924" y="7300"/>
                  </a:lnTo>
                  <a:close/>
                  <a:moveTo>
                    <a:pt x="4100" y="7300"/>
                  </a:moveTo>
                  <a:lnTo>
                    <a:pt x="4100" y="7424"/>
                  </a:lnTo>
                  <a:lnTo>
                    <a:pt x="4524" y="7424"/>
                  </a:lnTo>
                  <a:lnTo>
                    <a:pt x="4524" y="7300"/>
                  </a:lnTo>
                  <a:close/>
                  <a:moveTo>
                    <a:pt x="3700" y="7300"/>
                  </a:moveTo>
                  <a:lnTo>
                    <a:pt x="3700" y="7424"/>
                  </a:lnTo>
                  <a:lnTo>
                    <a:pt x="3924" y="7424"/>
                  </a:lnTo>
                  <a:lnTo>
                    <a:pt x="3924" y="7300"/>
                  </a:lnTo>
                  <a:close/>
                  <a:moveTo>
                    <a:pt x="2500" y="7300"/>
                  </a:moveTo>
                  <a:lnTo>
                    <a:pt x="2500" y="7424"/>
                  </a:lnTo>
                  <a:lnTo>
                    <a:pt x="3424" y="7424"/>
                  </a:lnTo>
                  <a:lnTo>
                    <a:pt x="3424" y="7300"/>
                  </a:lnTo>
                  <a:close/>
                  <a:moveTo>
                    <a:pt x="2100" y="7300"/>
                  </a:moveTo>
                  <a:lnTo>
                    <a:pt x="2100" y="7424"/>
                  </a:lnTo>
                  <a:lnTo>
                    <a:pt x="2224" y="7424"/>
                  </a:lnTo>
                  <a:lnTo>
                    <a:pt x="2224" y="7300"/>
                  </a:lnTo>
                  <a:close/>
                  <a:moveTo>
                    <a:pt x="1900" y="7300"/>
                  </a:moveTo>
                  <a:lnTo>
                    <a:pt x="1900" y="7424"/>
                  </a:lnTo>
                  <a:lnTo>
                    <a:pt x="2024" y="7424"/>
                  </a:lnTo>
                  <a:lnTo>
                    <a:pt x="2024" y="7300"/>
                  </a:lnTo>
                  <a:close/>
                  <a:moveTo>
                    <a:pt x="1100" y="7300"/>
                  </a:moveTo>
                  <a:lnTo>
                    <a:pt x="1100" y="7424"/>
                  </a:lnTo>
                  <a:lnTo>
                    <a:pt x="1324" y="7424"/>
                  </a:lnTo>
                  <a:lnTo>
                    <a:pt x="1324" y="7300"/>
                  </a:lnTo>
                  <a:close/>
                  <a:moveTo>
                    <a:pt x="400" y="7300"/>
                  </a:moveTo>
                  <a:lnTo>
                    <a:pt x="400" y="7424"/>
                  </a:lnTo>
                  <a:lnTo>
                    <a:pt x="824" y="7424"/>
                  </a:lnTo>
                  <a:lnTo>
                    <a:pt x="824" y="7300"/>
                  </a:lnTo>
                  <a:close/>
                  <a:moveTo>
                    <a:pt x="5924" y="7200"/>
                  </a:moveTo>
                  <a:lnTo>
                    <a:pt x="5800" y="7200"/>
                  </a:lnTo>
                  <a:lnTo>
                    <a:pt x="5774" y="7300"/>
                  </a:lnTo>
                  <a:lnTo>
                    <a:pt x="5600" y="7300"/>
                  </a:lnTo>
                  <a:lnTo>
                    <a:pt x="5600" y="7424"/>
                  </a:lnTo>
                  <a:lnTo>
                    <a:pt x="5824" y="7424"/>
                  </a:lnTo>
                  <a:lnTo>
                    <a:pt x="5824" y="7350"/>
                  </a:lnTo>
                  <a:lnTo>
                    <a:pt x="5924" y="7324"/>
                  </a:lnTo>
                  <a:close/>
                  <a:moveTo>
                    <a:pt x="0" y="6800"/>
                  </a:moveTo>
                  <a:lnTo>
                    <a:pt x="0" y="6924"/>
                  </a:lnTo>
                  <a:lnTo>
                    <a:pt x="124" y="6924"/>
                  </a:lnTo>
                  <a:lnTo>
                    <a:pt x="124" y="6800"/>
                  </a:lnTo>
                  <a:close/>
                  <a:moveTo>
                    <a:pt x="2200" y="6500"/>
                  </a:moveTo>
                  <a:lnTo>
                    <a:pt x="2200" y="6624"/>
                  </a:lnTo>
                  <a:lnTo>
                    <a:pt x="2324" y="6624"/>
                  </a:lnTo>
                  <a:lnTo>
                    <a:pt x="2324" y="6500"/>
                  </a:lnTo>
                  <a:close/>
                  <a:moveTo>
                    <a:pt x="1200" y="6500"/>
                  </a:moveTo>
                  <a:lnTo>
                    <a:pt x="1200" y="6624"/>
                  </a:lnTo>
                  <a:lnTo>
                    <a:pt x="1624" y="6624"/>
                  </a:lnTo>
                  <a:lnTo>
                    <a:pt x="1624" y="6500"/>
                  </a:lnTo>
                  <a:close/>
                  <a:moveTo>
                    <a:pt x="1000" y="6500"/>
                  </a:moveTo>
                  <a:lnTo>
                    <a:pt x="1000" y="6624"/>
                  </a:lnTo>
                  <a:lnTo>
                    <a:pt x="1124" y="6624"/>
                  </a:lnTo>
                  <a:lnTo>
                    <a:pt x="1124" y="6500"/>
                  </a:lnTo>
                  <a:close/>
                  <a:moveTo>
                    <a:pt x="6800" y="6400"/>
                  </a:moveTo>
                  <a:lnTo>
                    <a:pt x="6800" y="6524"/>
                  </a:lnTo>
                  <a:lnTo>
                    <a:pt x="6924" y="6524"/>
                  </a:lnTo>
                  <a:lnTo>
                    <a:pt x="6924" y="6400"/>
                  </a:lnTo>
                  <a:close/>
                  <a:moveTo>
                    <a:pt x="0" y="6100"/>
                  </a:moveTo>
                  <a:lnTo>
                    <a:pt x="0" y="6324"/>
                  </a:lnTo>
                  <a:lnTo>
                    <a:pt x="124" y="6324"/>
                  </a:lnTo>
                  <a:lnTo>
                    <a:pt x="124" y="6100"/>
                  </a:lnTo>
                  <a:close/>
                  <a:moveTo>
                    <a:pt x="6200" y="5800"/>
                  </a:moveTo>
                  <a:lnTo>
                    <a:pt x="6200" y="5924"/>
                  </a:lnTo>
                  <a:lnTo>
                    <a:pt x="6324" y="5924"/>
                  </a:lnTo>
                  <a:lnTo>
                    <a:pt x="6324" y="5800"/>
                  </a:lnTo>
                  <a:close/>
                  <a:moveTo>
                    <a:pt x="1800" y="5800"/>
                  </a:moveTo>
                  <a:lnTo>
                    <a:pt x="1800" y="5924"/>
                  </a:lnTo>
                  <a:lnTo>
                    <a:pt x="2124" y="5924"/>
                  </a:lnTo>
                  <a:lnTo>
                    <a:pt x="2124" y="5800"/>
                  </a:lnTo>
                  <a:close/>
                  <a:moveTo>
                    <a:pt x="4200" y="5400"/>
                  </a:moveTo>
                  <a:lnTo>
                    <a:pt x="4200" y="5524"/>
                  </a:lnTo>
                  <a:lnTo>
                    <a:pt x="4324" y="5524"/>
                  </a:lnTo>
                  <a:lnTo>
                    <a:pt x="4324" y="5400"/>
                  </a:lnTo>
                  <a:close/>
                  <a:moveTo>
                    <a:pt x="3000" y="5400"/>
                  </a:moveTo>
                  <a:lnTo>
                    <a:pt x="3000" y="5524"/>
                  </a:lnTo>
                  <a:lnTo>
                    <a:pt x="3074" y="5524"/>
                  </a:lnTo>
                  <a:lnTo>
                    <a:pt x="3100" y="5624"/>
                  </a:lnTo>
                  <a:lnTo>
                    <a:pt x="3200" y="5650"/>
                  </a:lnTo>
                  <a:lnTo>
                    <a:pt x="3200" y="5724"/>
                  </a:lnTo>
                  <a:lnTo>
                    <a:pt x="3324" y="5724"/>
                  </a:lnTo>
                  <a:lnTo>
                    <a:pt x="3324" y="5600"/>
                  </a:lnTo>
                  <a:lnTo>
                    <a:pt x="3250" y="5600"/>
                  </a:lnTo>
                  <a:lnTo>
                    <a:pt x="3224" y="5500"/>
                  </a:lnTo>
                  <a:lnTo>
                    <a:pt x="3124" y="5474"/>
                  </a:lnTo>
                  <a:lnTo>
                    <a:pt x="3124" y="5400"/>
                  </a:lnTo>
                  <a:close/>
                  <a:moveTo>
                    <a:pt x="5200" y="5300"/>
                  </a:moveTo>
                  <a:lnTo>
                    <a:pt x="5200" y="5424"/>
                  </a:lnTo>
                  <a:lnTo>
                    <a:pt x="5324" y="5424"/>
                  </a:lnTo>
                  <a:lnTo>
                    <a:pt x="5324" y="5300"/>
                  </a:lnTo>
                  <a:close/>
                  <a:moveTo>
                    <a:pt x="0" y="5200"/>
                  </a:moveTo>
                  <a:lnTo>
                    <a:pt x="0" y="5324"/>
                  </a:lnTo>
                  <a:lnTo>
                    <a:pt x="124" y="5324"/>
                  </a:lnTo>
                  <a:lnTo>
                    <a:pt x="124" y="5200"/>
                  </a:lnTo>
                  <a:close/>
                  <a:moveTo>
                    <a:pt x="3700" y="5100"/>
                  </a:moveTo>
                  <a:lnTo>
                    <a:pt x="3700" y="5224"/>
                  </a:lnTo>
                  <a:lnTo>
                    <a:pt x="3824" y="5224"/>
                  </a:lnTo>
                  <a:lnTo>
                    <a:pt x="3824" y="5100"/>
                  </a:lnTo>
                  <a:close/>
                  <a:moveTo>
                    <a:pt x="2800" y="5000"/>
                  </a:moveTo>
                  <a:lnTo>
                    <a:pt x="2800" y="5124"/>
                  </a:lnTo>
                  <a:lnTo>
                    <a:pt x="2924" y="5124"/>
                  </a:lnTo>
                  <a:lnTo>
                    <a:pt x="2924" y="5000"/>
                  </a:lnTo>
                  <a:close/>
                  <a:moveTo>
                    <a:pt x="0" y="5000"/>
                  </a:moveTo>
                  <a:lnTo>
                    <a:pt x="0" y="5124"/>
                  </a:lnTo>
                  <a:lnTo>
                    <a:pt x="124" y="5124"/>
                  </a:lnTo>
                  <a:lnTo>
                    <a:pt x="124" y="5000"/>
                  </a:lnTo>
                  <a:close/>
                  <a:moveTo>
                    <a:pt x="1500" y="4800"/>
                  </a:moveTo>
                  <a:lnTo>
                    <a:pt x="1500" y="4924"/>
                  </a:lnTo>
                  <a:lnTo>
                    <a:pt x="1724" y="4924"/>
                  </a:lnTo>
                  <a:lnTo>
                    <a:pt x="1724" y="4800"/>
                  </a:lnTo>
                  <a:close/>
                  <a:moveTo>
                    <a:pt x="1300" y="4800"/>
                  </a:moveTo>
                  <a:lnTo>
                    <a:pt x="1300" y="4924"/>
                  </a:lnTo>
                  <a:lnTo>
                    <a:pt x="1424" y="4924"/>
                  </a:lnTo>
                  <a:lnTo>
                    <a:pt x="1424" y="4800"/>
                  </a:lnTo>
                  <a:close/>
                  <a:moveTo>
                    <a:pt x="5700" y="4700"/>
                  </a:moveTo>
                  <a:lnTo>
                    <a:pt x="5700" y="4824"/>
                  </a:lnTo>
                  <a:lnTo>
                    <a:pt x="5824" y="4824"/>
                  </a:lnTo>
                  <a:lnTo>
                    <a:pt x="5824" y="4700"/>
                  </a:lnTo>
                  <a:close/>
                  <a:moveTo>
                    <a:pt x="2700" y="4600"/>
                  </a:moveTo>
                  <a:lnTo>
                    <a:pt x="2700" y="4724"/>
                  </a:lnTo>
                  <a:lnTo>
                    <a:pt x="2824" y="4724"/>
                  </a:lnTo>
                  <a:lnTo>
                    <a:pt x="2824" y="4600"/>
                  </a:lnTo>
                  <a:close/>
                  <a:moveTo>
                    <a:pt x="0" y="4600"/>
                  </a:moveTo>
                  <a:lnTo>
                    <a:pt x="0" y="4724"/>
                  </a:lnTo>
                  <a:lnTo>
                    <a:pt x="124" y="4724"/>
                  </a:lnTo>
                  <a:lnTo>
                    <a:pt x="124" y="4600"/>
                  </a:lnTo>
                  <a:close/>
                  <a:moveTo>
                    <a:pt x="4900" y="4500"/>
                  </a:moveTo>
                  <a:lnTo>
                    <a:pt x="4900" y="4624"/>
                  </a:lnTo>
                  <a:lnTo>
                    <a:pt x="5024" y="4624"/>
                  </a:lnTo>
                  <a:lnTo>
                    <a:pt x="5024" y="4500"/>
                  </a:lnTo>
                  <a:close/>
                  <a:moveTo>
                    <a:pt x="3800" y="4400"/>
                  </a:moveTo>
                  <a:lnTo>
                    <a:pt x="3800" y="4524"/>
                  </a:lnTo>
                  <a:lnTo>
                    <a:pt x="3924" y="4524"/>
                  </a:lnTo>
                  <a:lnTo>
                    <a:pt x="3924" y="4400"/>
                  </a:lnTo>
                  <a:close/>
                  <a:moveTo>
                    <a:pt x="0" y="4400"/>
                  </a:moveTo>
                  <a:lnTo>
                    <a:pt x="0" y="4524"/>
                  </a:lnTo>
                  <a:lnTo>
                    <a:pt x="124" y="4524"/>
                  </a:lnTo>
                  <a:lnTo>
                    <a:pt x="124" y="4400"/>
                  </a:lnTo>
                  <a:close/>
                  <a:moveTo>
                    <a:pt x="4500" y="4300"/>
                  </a:moveTo>
                  <a:lnTo>
                    <a:pt x="4500" y="4424"/>
                  </a:lnTo>
                  <a:lnTo>
                    <a:pt x="4624" y="4424"/>
                  </a:lnTo>
                  <a:lnTo>
                    <a:pt x="4624" y="4300"/>
                  </a:lnTo>
                  <a:close/>
                  <a:moveTo>
                    <a:pt x="5200" y="4100"/>
                  </a:moveTo>
                  <a:lnTo>
                    <a:pt x="5200" y="4224"/>
                  </a:lnTo>
                  <a:lnTo>
                    <a:pt x="5324" y="4224"/>
                  </a:lnTo>
                  <a:lnTo>
                    <a:pt x="5324" y="4100"/>
                  </a:lnTo>
                  <a:close/>
                  <a:moveTo>
                    <a:pt x="3400" y="4000"/>
                  </a:moveTo>
                  <a:lnTo>
                    <a:pt x="3400" y="4124"/>
                  </a:lnTo>
                  <a:lnTo>
                    <a:pt x="3524" y="4124"/>
                  </a:lnTo>
                  <a:lnTo>
                    <a:pt x="3524" y="4000"/>
                  </a:lnTo>
                  <a:close/>
                  <a:moveTo>
                    <a:pt x="2700" y="4000"/>
                  </a:moveTo>
                  <a:lnTo>
                    <a:pt x="2700" y="4124"/>
                  </a:lnTo>
                  <a:lnTo>
                    <a:pt x="2824" y="4124"/>
                  </a:lnTo>
                  <a:lnTo>
                    <a:pt x="2824" y="4000"/>
                  </a:lnTo>
                  <a:close/>
                  <a:moveTo>
                    <a:pt x="4800" y="3900"/>
                  </a:moveTo>
                  <a:lnTo>
                    <a:pt x="4800" y="4024"/>
                  </a:lnTo>
                  <a:lnTo>
                    <a:pt x="4924" y="4024"/>
                  </a:lnTo>
                  <a:lnTo>
                    <a:pt x="4924" y="3900"/>
                  </a:lnTo>
                  <a:close/>
                  <a:moveTo>
                    <a:pt x="6300" y="3500"/>
                  </a:moveTo>
                  <a:lnTo>
                    <a:pt x="6300" y="3624"/>
                  </a:lnTo>
                  <a:lnTo>
                    <a:pt x="6424" y="3624"/>
                  </a:lnTo>
                  <a:lnTo>
                    <a:pt x="6424" y="3500"/>
                  </a:lnTo>
                  <a:close/>
                  <a:moveTo>
                    <a:pt x="5500" y="3500"/>
                  </a:moveTo>
                  <a:lnTo>
                    <a:pt x="5500" y="3624"/>
                  </a:lnTo>
                  <a:lnTo>
                    <a:pt x="5624" y="3624"/>
                  </a:lnTo>
                  <a:lnTo>
                    <a:pt x="5624" y="3500"/>
                  </a:lnTo>
                  <a:close/>
                  <a:moveTo>
                    <a:pt x="1800" y="3500"/>
                  </a:moveTo>
                  <a:lnTo>
                    <a:pt x="1800" y="3624"/>
                  </a:lnTo>
                  <a:lnTo>
                    <a:pt x="2324" y="3624"/>
                  </a:lnTo>
                  <a:lnTo>
                    <a:pt x="2324" y="3500"/>
                  </a:lnTo>
                  <a:close/>
                  <a:moveTo>
                    <a:pt x="1000" y="3500"/>
                  </a:moveTo>
                  <a:lnTo>
                    <a:pt x="1000" y="3624"/>
                  </a:lnTo>
                  <a:lnTo>
                    <a:pt x="1524" y="3624"/>
                  </a:lnTo>
                  <a:lnTo>
                    <a:pt x="1524" y="3500"/>
                  </a:lnTo>
                  <a:close/>
                  <a:moveTo>
                    <a:pt x="0" y="3400"/>
                  </a:moveTo>
                  <a:lnTo>
                    <a:pt x="0" y="3624"/>
                  </a:lnTo>
                  <a:lnTo>
                    <a:pt x="124" y="3624"/>
                  </a:lnTo>
                  <a:lnTo>
                    <a:pt x="124" y="3400"/>
                  </a:lnTo>
                  <a:close/>
                  <a:moveTo>
                    <a:pt x="2400" y="3300"/>
                  </a:moveTo>
                  <a:lnTo>
                    <a:pt x="2400" y="3424"/>
                  </a:lnTo>
                  <a:lnTo>
                    <a:pt x="2524" y="3424"/>
                  </a:lnTo>
                  <a:lnTo>
                    <a:pt x="2524" y="3300"/>
                  </a:lnTo>
                  <a:close/>
                  <a:moveTo>
                    <a:pt x="4600" y="3100"/>
                  </a:moveTo>
                  <a:lnTo>
                    <a:pt x="4600" y="3224"/>
                  </a:lnTo>
                  <a:lnTo>
                    <a:pt x="4824" y="3224"/>
                  </a:lnTo>
                  <a:lnTo>
                    <a:pt x="4824" y="3100"/>
                  </a:lnTo>
                  <a:close/>
                  <a:moveTo>
                    <a:pt x="6000" y="2900"/>
                  </a:moveTo>
                  <a:lnTo>
                    <a:pt x="6000" y="3124"/>
                  </a:lnTo>
                  <a:lnTo>
                    <a:pt x="6124" y="3124"/>
                  </a:lnTo>
                  <a:lnTo>
                    <a:pt x="6124" y="2900"/>
                  </a:lnTo>
                  <a:close/>
                  <a:moveTo>
                    <a:pt x="0" y="2800"/>
                  </a:moveTo>
                  <a:lnTo>
                    <a:pt x="0" y="3024"/>
                  </a:lnTo>
                  <a:lnTo>
                    <a:pt x="124" y="3024"/>
                  </a:lnTo>
                  <a:lnTo>
                    <a:pt x="124" y="2800"/>
                  </a:lnTo>
                  <a:close/>
                  <a:moveTo>
                    <a:pt x="5800" y="2700"/>
                  </a:moveTo>
                  <a:lnTo>
                    <a:pt x="5800" y="2824"/>
                  </a:lnTo>
                  <a:lnTo>
                    <a:pt x="5924" y="2824"/>
                  </a:lnTo>
                  <a:lnTo>
                    <a:pt x="5924" y="2700"/>
                  </a:lnTo>
                  <a:close/>
                  <a:moveTo>
                    <a:pt x="2800" y="2700"/>
                  </a:moveTo>
                  <a:lnTo>
                    <a:pt x="2800" y="2824"/>
                  </a:lnTo>
                  <a:lnTo>
                    <a:pt x="2924" y="2824"/>
                  </a:lnTo>
                  <a:lnTo>
                    <a:pt x="2924" y="2700"/>
                  </a:lnTo>
                  <a:close/>
                  <a:moveTo>
                    <a:pt x="5300" y="2500"/>
                  </a:moveTo>
                  <a:lnTo>
                    <a:pt x="5300" y="2624"/>
                  </a:lnTo>
                  <a:lnTo>
                    <a:pt x="5424" y="2624"/>
                  </a:lnTo>
                  <a:lnTo>
                    <a:pt x="5424" y="2500"/>
                  </a:lnTo>
                  <a:close/>
                  <a:moveTo>
                    <a:pt x="2100" y="2500"/>
                  </a:moveTo>
                  <a:lnTo>
                    <a:pt x="2100" y="2624"/>
                  </a:lnTo>
                  <a:lnTo>
                    <a:pt x="2324" y="2624"/>
                  </a:lnTo>
                  <a:lnTo>
                    <a:pt x="2324" y="2500"/>
                  </a:lnTo>
                  <a:close/>
                  <a:moveTo>
                    <a:pt x="1700" y="2500"/>
                  </a:moveTo>
                  <a:lnTo>
                    <a:pt x="1700" y="2624"/>
                  </a:lnTo>
                  <a:lnTo>
                    <a:pt x="1924" y="2624"/>
                  </a:lnTo>
                  <a:lnTo>
                    <a:pt x="1924" y="2500"/>
                  </a:lnTo>
                  <a:close/>
                  <a:moveTo>
                    <a:pt x="1100" y="2500"/>
                  </a:moveTo>
                  <a:lnTo>
                    <a:pt x="1100" y="2624"/>
                  </a:lnTo>
                  <a:lnTo>
                    <a:pt x="1424" y="2624"/>
                  </a:lnTo>
                  <a:lnTo>
                    <a:pt x="1424" y="2500"/>
                  </a:lnTo>
                  <a:close/>
                  <a:moveTo>
                    <a:pt x="4900" y="2400"/>
                  </a:moveTo>
                  <a:lnTo>
                    <a:pt x="4900" y="2524"/>
                  </a:lnTo>
                  <a:lnTo>
                    <a:pt x="5024" y="2524"/>
                  </a:lnTo>
                  <a:lnTo>
                    <a:pt x="5024" y="2400"/>
                  </a:lnTo>
                  <a:close/>
                  <a:moveTo>
                    <a:pt x="1700" y="2000"/>
                  </a:moveTo>
                  <a:lnTo>
                    <a:pt x="1700" y="2124"/>
                  </a:lnTo>
                  <a:lnTo>
                    <a:pt x="1824" y="2124"/>
                  </a:lnTo>
                  <a:lnTo>
                    <a:pt x="1824" y="2000"/>
                  </a:lnTo>
                  <a:close/>
                  <a:moveTo>
                    <a:pt x="5800" y="1600"/>
                  </a:moveTo>
                  <a:lnTo>
                    <a:pt x="5800" y="1724"/>
                  </a:lnTo>
                  <a:lnTo>
                    <a:pt x="5924" y="1724"/>
                  </a:lnTo>
                  <a:lnTo>
                    <a:pt x="5924" y="1600"/>
                  </a:lnTo>
                  <a:close/>
                  <a:moveTo>
                    <a:pt x="0" y="1600"/>
                  </a:moveTo>
                  <a:lnTo>
                    <a:pt x="0" y="1724"/>
                  </a:lnTo>
                  <a:lnTo>
                    <a:pt x="124" y="1724"/>
                  </a:lnTo>
                  <a:lnTo>
                    <a:pt x="124" y="1600"/>
                  </a:lnTo>
                  <a:close/>
                  <a:moveTo>
                    <a:pt x="6000" y="1300"/>
                  </a:moveTo>
                  <a:lnTo>
                    <a:pt x="6000" y="1424"/>
                  </a:lnTo>
                  <a:lnTo>
                    <a:pt x="6124" y="1424"/>
                  </a:lnTo>
                  <a:lnTo>
                    <a:pt x="6124" y="1300"/>
                  </a:lnTo>
                  <a:close/>
                  <a:moveTo>
                    <a:pt x="5700" y="1300"/>
                  </a:moveTo>
                  <a:lnTo>
                    <a:pt x="5700" y="1424"/>
                  </a:lnTo>
                  <a:lnTo>
                    <a:pt x="5824" y="1424"/>
                  </a:lnTo>
                  <a:lnTo>
                    <a:pt x="5824" y="1300"/>
                  </a:lnTo>
                  <a:close/>
                  <a:moveTo>
                    <a:pt x="900" y="1100"/>
                  </a:moveTo>
                  <a:lnTo>
                    <a:pt x="900" y="1224"/>
                  </a:lnTo>
                  <a:lnTo>
                    <a:pt x="1024" y="1224"/>
                  </a:lnTo>
                  <a:lnTo>
                    <a:pt x="1024" y="1100"/>
                  </a:lnTo>
                  <a:close/>
                  <a:moveTo>
                    <a:pt x="0" y="700"/>
                  </a:moveTo>
                  <a:lnTo>
                    <a:pt x="0" y="924"/>
                  </a:lnTo>
                  <a:lnTo>
                    <a:pt x="124" y="924"/>
                  </a:lnTo>
                  <a:lnTo>
                    <a:pt x="124" y="700"/>
                  </a:lnTo>
                  <a:close/>
                  <a:moveTo>
                    <a:pt x="0" y="500"/>
                  </a:moveTo>
                  <a:lnTo>
                    <a:pt x="0" y="624"/>
                  </a:lnTo>
                  <a:lnTo>
                    <a:pt x="124" y="624"/>
                  </a:lnTo>
                  <a:lnTo>
                    <a:pt x="124" y="500"/>
                  </a:lnTo>
                  <a:close/>
                  <a:moveTo>
                    <a:pt x="4900" y="100"/>
                  </a:moveTo>
                  <a:lnTo>
                    <a:pt x="4900" y="224"/>
                  </a:lnTo>
                  <a:lnTo>
                    <a:pt x="5024" y="224"/>
                  </a:lnTo>
                  <a:lnTo>
                    <a:pt x="5024" y="100"/>
                  </a:lnTo>
                  <a:close/>
                  <a:moveTo>
                    <a:pt x="3500" y="0"/>
                  </a:moveTo>
                  <a:lnTo>
                    <a:pt x="3500" y="124"/>
                  </a:lnTo>
                  <a:lnTo>
                    <a:pt x="3624" y="124"/>
                  </a:lnTo>
                  <a:lnTo>
                    <a:pt x="3624" y="0"/>
                  </a:lnTo>
                  <a:close/>
                  <a:moveTo>
                    <a:pt x="3100" y="0"/>
                  </a:moveTo>
                  <a:lnTo>
                    <a:pt x="3100" y="124"/>
                  </a:lnTo>
                  <a:lnTo>
                    <a:pt x="3324" y="124"/>
                  </a:lnTo>
                  <a:lnTo>
                    <a:pt x="3324" y="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6C75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8" name="Format reward illustration color 7"/>
            <p:cNvSpPr/>
            <p:nvPr/>
          </p:nvSpPr>
          <p:spPr>
            <a:xfrm>
              <a:off x="11634643" y="7547275"/>
              <a:ext cx="505115" cy="642275"/>
            </a:xfrm>
            <a:custGeom>
              <a:avLst/>
              <a:gdLst/>
              <a:ahLst/>
              <a:cxnLst/>
              <a:rect l="l" t="t" r="r" b="b"/>
              <a:pathLst>
                <a:path w="5524" h="7024">
                  <a:moveTo>
                    <a:pt x="3800" y="3000"/>
                  </a:moveTo>
                  <a:lnTo>
                    <a:pt x="3800" y="3074"/>
                  </a:lnTo>
                  <a:lnTo>
                    <a:pt x="3700" y="3100"/>
                  </a:lnTo>
                  <a:lnTo>
                    <a:pt x="3700" y="3224"/>
                  </a:lnTo>
                  <a:lnTo>
                    <a:pt x="3874" y="3224"/>
                  </a:lnTo>
                  <a:lnTo>
                    <a:pt x="3900" y="3250"/>
                  </a:lnTo>
                  <a:lnTo>
                    <a:pt x="3900" y="3374"/>
                  </a:lnTo>
                  <a:lnTo>
                    <a:pt x="3874" y="3400"/>
                  </a:lnTo>
                  <a:lnTo>
                    <a:pt x="3750" y="3400"/>
                  </a:lnTo>
                  <a:lnTo>
                    <a:pt x="3724" y="3300"/>
                  </a:lnTo>
                  <a:lnTo>
                    <a:pt x="3400" y="3300"/>
                  </a:lnTo>
                  <a:lnTo>
                    <a:pt x="3400" y="3474"/>
                  </a:lnTo>
                  <a:lnTo>
                    <a:pt x="3300" y="3500"/>
                  </a:lnTo>
                  <a:lnTo>
                    <a:pt x="3300" y="3674"/>
                  </a:lnTo>
                  <a:lnTo>
                    <a:pt x="3200" y="3700"/>
                  </a:lnTo>
                  <a:lnTo>
                    <a:pt x="3200" y="4424"/>
                  </a:lnTo>
                  <a:lnTo>
                    <a:pt x="3300" y="4450"/>
                  </a:lnTo>
                  <a:lnTo>
                    <a:pt x="3300" y="4624"/>
                  </a:lnTo>
                  <a:lnTo>
                    <a:pt x="3374" y="4624"/>
                  </a:lnTo>
                  <a:lnTo>
                    <a:pt x="3400" y="4724"/>
                  </a:lnTo>
                  <a:lnTo>
                    <a:pt x="3474" y="4724"/>
                  </a:lnTo>
                  <a:lnTo>
                    <a:pt x="3500" y="4824"/>
                  </a:lnTo>
                  <a:lnTo>
                    <a:pt x="3574" y="4824"/>
                  </a:lnTo>
                  <a:lnTo>
                    <a:pt x="3600" y="4924"/>
                  </a:lnTo>
                  <a:lnTo>
                    <a:pt x="3700" y="4950"/>
                  </a:lnTo>
                  <a:lnTo>
                    <a:pt x="3700" y="5024"/>
                  </a:lnTo>
                  <a:lnTo>
                    <a:pt x="3974" y="5024"/>
                  </a:lnTo>
                  <a:lnTo>
                    <a:pt x="4000" y="5124"/>
                  </a:lnTo>
                  <a:lnTo>
                    <a:pt x="4724" y="5124"/>
                  </a:lnTo>
                  <a:lnTo>
                    <a:pt x="4750" y="5024"/>
                  </a:lnTo>
                  <a:lnTo>
                    <a:pt x="5024" y="5024"/>
                  </a:lnTo>
                  <a:lnTo>
                    <a:pt x="5024" y="4950"/>
                  </a:lnTo>
                  <a:lnTo>
                    <a:pt x="5124" y="4924"/>
                  </a:lnTo>
                  <a:lnTo>
                    <a:pt x="5124" y="4850"/>
                  </a:lnTo>
                  <a:lnTo>
                    <a:pt x="5224" y="4824"/>
                  </a:lnTo>
                  <a:lnTo>
                    <a:pt x="5250" y="4724"/>
                  </a:lnTo>
                  <a:lnTo>
                    <a:pt x="5324" y="4724"/>
                  </a:lnTo>
                  <a:lnTo>
                    <a:pt x="5324" y="4550"/>
                  </a:lnTo>
                  <a:lnTo>
                    <a:pt x="5424" y="4524"/>
                  </a:lnTo>
                  <a:lnTo>
                    <a:pt x="5424" y="3500"/>
                  </a:lnTo>
                  <a:lnTo>
                    <a:pt x="5350" y="3500"/>
                  </a:lnTo>
                  <a:lnTo>
                    <a:pt x="5324" y="3400"/>
                  </a:lnTo>
                  <a:lnTo>
                    <a:pt x="5250" y="3400"/>
                  </a:lnTo>
                  <a:lnTo>
                    <a:pt x="5224" y="3300"/>
                  </a:lnTo>
                  <a:lnTo>
                    <a:pt x="5150" y="3300"/>
                  </a:lnTo>
                  <a:lnTo>
                    <a:pt x="5124" y="3200"/>
                  </a:lnTo>
                  <a:lnTo>
                    <a:pt x="5024" y="3174"/>
                  </a:lnTo>
                  <a:lnTo>
                    <a:pt x="5024" y="3100"/>
                  </a:lnTo>
                  <a:lnTo>
                    <a:pt x="4850" y="3100"/>
                  </a:lnTo>
                  <a:lnTo>
                    <a:pt x="4824" y="3000"/>
                  </a:lnTo>
                  <a:lnTo>
                    <a:pt x="4550" y="3000"/>
                  </a:lnTo>
                  <a:lnTo>
                    <a:pt x="4524" y="2900"/>
                  </a:lnTo>
                  <a:lnTo>
                    <a:pt x="4200" y="2900"/>
                  </a:lnTo>
                  <a:lnTo>
                    <a:pt x="4174" y="3000"/>
                  </a:lnTo>
                  <a:close/>
                  <a:moveTo>
                    <a:pt x="4924" y="4750"/>
                  </a:moveTo>
                  <a:lnTo>
                    <a:pt x="4974" y="4724"/>
                  </a:lnTo>
                  <a:lnTo>
                    <a:pt x="5000" y="4774"/>
                  </a:lnTo>
                  <a:lnTo>
                    <a:pt x="4950" y="4800"/>
                  </a:lnTo>
                  <a:close/>
                  <a:moveTo>
                    <a:pt x="5024" y="4650"/>
                  </a:moveTo>
                  <a:lnTo>
                    <a:pt x="5074" y="4624"/>
                  </a:lnTo>
                  <a:lnTo>
                    <a:pt x="5100" y="4674"/>
                  </a:lnTo>
                  <a:lnTo>
                    <a:pt x="5050" y="4700"/>
                  </a:lnTo>
                  <a:close/>
                  <a:moveTo>
                    <a:pt x="4924" y="4550"/>
                  </a:moveTo>
                  <a:lnTo>
                    <a:pt x="4974" y="4524"/>
                  </a:lnTo>
                  <a:lnTo>
                    <a:pt x="5000" y="4574"/>
                  </a:lnTo>
                  <a:lnTo>
                    <a:pt x="4950" y="4600"/>
                  </a:lnTo>
                  <a:close/>
                  <a:moveTo>
                    <a:pt x="3624" y="4550"/>
                  </a:moveTo>
                  <a:lnTo>
                    <a:pt x="3674" y="4524"/>
                  </a:lnTo>
                  <a:lnTo>
                    <a:pt x="3700" y="4574"/>
                  </a:lnTo>
                  <a:lnTo>
                    <a:pt x="3650" y="4600"/>
                  </a:lnTo>
                  <a:close/>
                  <a:moveTo>
                    <a:pt x="5150" y="4324"/>
                  </a:moveTo>
                  <a:lnTo>
                    <a:pt x="5200" y="4350"/>
                  </a:lnTo>
                  <a:lnTo>
                    <a:pt x="5200" y="4424"/>
                  </a:lnTo>
                  <a:lnTo>
                    <a:pt x="5300" y="4450"/>
                  </a:lnTo>
                  <a:lnTo>
                    <a:pt x="5274" y="4500"/>
                  </a:lnTo>
                  <a:lnTo>
                    <a:pt x="5200" y="4500"/>
                  </a:lnTo>
                  <a:lnTo>
                    <a:pt x="5174" y="4600"/>
                  </a:lnTo>
                  <a:lnTo>
                    <a:pt x="5124" y="4574"/>
                  </a:lnTo>
                  <a:lnTo>
                    <a:pt x="5124" y="4500"/>
                  </a:lnTo>
                  <a:lnTo>
                    <a:pt x="5024" y="4474"/>
                  </a:lnTo>
                  <a:lnTo>
                    <a:pt x="5050" y="4424"/>
                  </a:lnTo>
                  <a:lnTo>
                    <a:pt x="5124" y="4424"/>
                  </a:lnTo>
                  <a:close/>
                  <a:moveTo>
                    <a:pt x="5224" y="4250"/>
                  </a:moveTo>
                  <a:lnTo>
                    <a:pt x="5274" y="4224"/>
                  </a:lnTo>
                  <a:lnTo>
                    <a:pt x="5300" y="4274"/>
                  </a:lnTo>
                  <a:lnTo>
                    <a:pt x="5250" y="4300"/>
                  </a:lnTo>
                  <a:close/>
                  <a:moveTo>
                    <a:pt x="5124" y="4150"/>
                  </a:moveTo>
                  <a:lnTo>
                    <a:pt x="5174" y="4124"/>
                  </a:lnTo>
                  <a:lnTo>
                    <a:pt x="5200" y="4174"/>
                  </a:lnTo>
                  <a:lnTo>
                    <a:pt x="5150" y="4200"/>
                  </a:lnTo>
                  <a:close/>
                  <a:moveTo>
                    <a:pt x="4024" y="3350"/>
                  </a:moveTo>
                  <a:lnTo>
                    <a:pt x="4074" y="3324"/>
                  </a:lnTo>
                  <a:lnTo>
                    <a:pt x="4100" y="3374"/>
                  </a:lnTo>
                  <a:lnTo>
                    <a:pt x="4050" y="3400"/>
                  </a:lnTo>
                  <a:close/>
                  <a:moveTo>
                    <a:pt x="4974" y="3224"/>
                  </a:moveTo>
                  <a:lnTo>
                    <a:pt x="5000" y="3324"/>
                  </a:lnTo>
                  <a:lnTo>
                    <a:pt x="5074" y="3324"/>
                  </a:lnTo>
                  <a:lnTo>
                    <a:pt x="5100" y="3424"/>
                  </a:lnTo>
                  <a:lnTo>
                    <a:pt x="5200" y="3450"/>
                  </a:lnTo>
                  <a:lnTo>
                    <a:pt x="5200" y="3674"/>
                  </a:lnTo>
                  <a:lnTo>
                    <a:pt x="5100" y="3700"/>
                  </a:lnTo>
                  <a:lnTo>
                    <a:pt x="5100" y="3824"/>
                  </a:lnTo>
                  <a:lnTo>
                    <a:pt x="5200" y="3850"/>
                  </a:lnTo>
                  <a:lnTo>
                    <a:pt x="5200" y="3974"/>
                  </a:lnTo>
                  <a:lnTo>
                    <a:pt x="5150" y="4000"/>
                  </a:lnTo>
                  <a:lnTo>
                    <a:pt x="5124" y="3900"/>
                  </a:lnTo>
                  <a:lnTo>
                    <a:pt x="5000" y="3900"/>
                  </a:lnTo>
                  <a:lnTo>
                    <a:pt x="5000" y="3974"/>
                  </a:lnTo>
                  <a:lnTo>
                    <a:pt x="4900" y="4000"/>
                  </a:lnTo>
                  <a:lnTo>
                    <a:pt x="4900" y="4074"/>
                  </a:lnTo>
                  <a:lnTo>
                    <a:pt x="4800" y="4100"/>
                  </a:lnTo>
                  <a:lnTo>
                    <a:pt x="4774" y="4200"/>
                  </a:lnTo>
                  <a:lnTo>
                    <a:pt x="4700" y="4200"/>
                  </a:lnTo>
                  <a:lnTo>
                    <a:pt x="4700" y="4374"/>
                  </a:lnTo>
                  <a:lnTo>
                    <a:pt x="4600" y="4400"/>
                  </a:lnTo>
                  <a:lnTo>
                    <a:pt x="4574" y="4500"/>
                  </a:lnTo>
                  <a:lnTo>
                    <a:pt x="4500" y="4500"/>
                  </a:lnTo>
                  <a:lnTo>
                    <a:pt x="4500" y="4674"/>
                  </a:lnTo>
                  <a:lnTo>
                    <a:pt x="4474" y="4700"/>
                  </a:lnTo>
                  <a:lnTo>
                    <a:pt x="4300" y="4700"/>
                  </a:lnTo>
                  <a:lnTo>
                    <a:pt x="4274" y="4800"/>
                  </a:lnTo>
                  <a:lnTo>
                    <a:pt x="4050" y="4800"/>
                  </a:lnTo>
                  <a:lnTo>
                    <a:pt x="4024" y="4700"/>
                  </a:lnTo>
                  <a:lnTo>
                    <a:pt x="3950" y="4700"/>
                  </a:lnTo>
                  <a:lnTo>
                    <a:pt x="3924" y="4600"/>
                  </a:lnTo>
                  <a:lnTo>
                    <a:pt x="3850" y="4600"/>
                  </a:lnTo>
                  <a:lnTo>
                    <a:pt x="3824" y="4500"/>
                  </a:lnTo>
                  <a:lnTo>
                    <a:pt x="3750" y="4500"/>
                  </a:lnTo>
                  <a:lnTo>
                    <a:pt x="3724" y="4400"/>
                  </a:lnTo>
                  <a:lnTo>
                    <a:pt x="3650" y="4400"/>
                  </a:lnTo>
                  <a:lnTo>
                    <a:pt x="3624" y="4300"/>
                  </a:lnTo>
                  <a:lnTo>
                    <a:pt x="3524" y="4274"/>
                  </a:lnTo>
                  <a:lnTo>
                    <a:pt x="3524" y="4100"/>
                  </a:lnTo>
                  <a:lnTo>
                    <a:pt x="3424" y="4074"/>
                  </a:lnTo>
                  <a:lnTo>
                    <a:pt x="3424" y="3850"/>
                  </a:lnTo>
                  <a:lnTo>
                    <a:pt x="3450" y="3824"/>
                  </a:lnTo>
                  <a:lnTo>
                    <a:pt x="3624" y="3824"/>
                  </a:lnTo>
                  <a:lnTo>
                    <a:pt x="3624" y="3750"/>
                  </a:lnTo>
                  <a:lnTo>
                    <a:pt x="3674" y="3724"/>
                  </a:lnTo>
                  <a:lnTo>
                    <a:pt x="3700" y="3824"/>
                  </a:lnTo>
                  <a:lnTo>
                    <a:pt x="3874" y="3824"/>
                  </a:lnTo>
                  <a:lnTo>
                    <a:pt x="3900" y="3924"/>
                  </a:lnTo>
                  <a:lnTo>
                    <a:pt x="3974" y="3924"/>
                  </a:lnTo>
                  <a:lnTo>
                    <a:pt x="4000" y="4024"/>
                  </a:lnTo>
                  <a:lnTo>
                    <a:pt x="4100" y="4050"/>
                  </a:lnTo>
                  <a:lnTo>
                    <a:pt x="4100" y="4124"/>
                  </a:lnTo>
                  <a:lnTo>
                    <a:pt x="4224" y="4124"/>
                  </a:lnTo>
                  <a:lnTo>
                    <a:pt x="4224" y="3950"/>
                  </a:lnTo>
                  <a:lnTo>
                    <a:pt x="4324" y="3924"/>
                  </a:lnTo>
                  <a:lnTo>
                    <a:pt x="4324" y="3850"/>
                  </a:lnTo>
                  <a:lnTo>
                    <a:pt x="4424" y="3824"/>
                  </a:lnTo>
                  <a:lnTo>
                    <a:pt x="4450" y="3724"/>
                  </a:lnTo>
                  <a:lnTo>
                    <a:pt x="4524" y="3724"/>
                  </a:lnTo>
                  <a:lnTo>
                    <a:pt x="4524" y="3550"/>
                  </a:lnTo>
                  <a:lnTo>
                    <a:pt x="4624" y="3524"/>
                  </a:lnTo>
                  <a:lnTo>
                    <a:pt x="4624" y="3450"/>
                  </a:lnTo>
                  <a:lnTo>
                    <a:pt x="4724" y="3424"/>
                  </a:lnTo>
                  <a:lnTo>
                    <a:pt x="4724" y="3350"/>
                  </a:lnTo>
                  <a:lnTo>
                    <a:pt x="4824" y="3324"/>
                  </a:lnTo>
                  <a:lnTo>
                    <a:pt x="4850" y="3224"/>
                  </a:lnTo>
                  <a:close/>
                  <a:moveTo>
                    <a:pt x="0" y="300"/>
                  </a:moveTo>
                  <a:lnTo>
                    <a:pt x="0" y="424"/>
                  </a:lnTo>
                  <a:lnTo>
                    <a:pt x="100" y="450"/>
                  </a:lnTo>
                  <a:lnTo>
                    <a:pt x="100" y="774"/>
                  </a:lnTo>
                  <a:lnTo>
                    <a:pt x="0" y="800"/>
                  </a:lnTo>
                  <a:lnTo>
                    <a:pt x="0" y="1424"/>
                  </a:lnTo>
                  <a:lnTo>
                    <a:pt x="74" y="1424"/>
                  </a:lnTo>
                  <a:lnTo>
                    <a:pt x="100" y="1524"/>
                  </a:lnTo>
                  <a:lnTo>
                    <a:pt x="174" y="1524"/>
                  </a:lnTo>
                  <a:lnTo>
                    <a:pt x="200" y="1624"/>
                  </a:lnTo>
                  <a:lnTo>
                    <a:pt x="300" y="1650"/>
                  </a:lnTo>
                  <a:lnTo>
                    <a:pt x="300" y="1774"/>
                  </a:lnTo>
                  <a:lnTo>
                    <a:pt x="274" y="1800"/>
                  </a:lnTo>
                  <a:lnTo>
                    <a:pt x="100" y="1800"/>
                  </a:lnTo>
                  <a:lnTo>
                    <a:pt x="100" y="1974"/>
                  </a:lnTo>
                  <a:lnTo>
                    <a:pt x="0" y="2000"/>
                  </a:lnTo>
                  <a:lnTo>
                    <a:pt x="0" y="2924"/>
                  </a:lnTo>
                  <a:lnTo>
                    <a:pt x="100" y="2950"/>
                  </a:lnTo>
                  <a:lnTo>
                    <a:pt x="74" y="3000"/>
                  </a:lnTo>
                  <a:lnTo>
                    <a:pt x="0" y="3000"/>
                  </a:lnTo>
                  <a:lnTo>
                    <a:pt x="0" y="3224"/>
                  </a:lnTo>
                  <a:lnTo>
                    <a:pt x="100" y="3250"/>
                  </a:lnTo>
                  <a:lnTo>
                    <a:pt x="100" y="3674"/>
                  </a:lnTo>
                  <a:lnTo>
                    <a:pt x="0" y="3700"/>
                  </a:lnTo>
                  <a:lnTo>
                    <a:pt x="0" y="3824"/>
                  </a:lnTo>
                  <a:lnTo>
                    <a:pt x="174" y="3824"/>
                  </a:lnTo>
                  <a:lnTo>
                    <a:pt x="200" y="3850"/>
                  </a:lnTo>
                  <a:lnTo>
                    <a:pt x="174" y="3900"/>
                  </a:lnTo>
                  <a:lnTo>
                    <a:pt x="100" y="3900"/>
                  </a:lnTo>
                  <a:lnTo>
                    <a:pt x="100" y="4174"/>
                  </a:lnTo>
                  <a:lnTo>
                    <a:pt x="0" y="4200"/>
                  </a:lnTo>
                  <a:lnTo>
                    <a:pt x="0" y="5124"/>
                  </a:lnTo>
                  <a:lnTo>
                    <a:pt x="74" y="5124"/>
                  </a:lnTo>
                  <a:lnTo>
                    <a:pt x="100" y="5224"/>
                  </a:lnTo>
                  <a:lnTo>
                    <a:pt x="200" y="5250"/>
                  </a:lnTo>
                  <a:lnTo>
                    <a:pt x="200" y="5424"/>
                  </a:lnTo>
                  <a:lnTo>
                    <a:pt x="300" y="5450"/>
                  </a:lnTo>
                  <a:lnTo>
                    <a:pt x="274" y="5500"/>
                  </a:lnTo>
                  <a:lnTo>
                    <a:pt x="200" y="5500"/>
                  </a:lnTo>
                  <a:lnTo>
                    <a:pt x="200" y="5674"/>
                  </a:lnTo>
                  <a:lnTo>
                    <a:pt x="174" y="5700"/>
                  </a:lnTo>
                  <a:lnTo>
                    <a:pt x="0" y="5700"/>
                  </a:lnTo>
                  <a:lnTo>
                    <a:pt x="0" y="6124"/>
                  </a:lnTo>
                  <a:lnTo>
                    <a:pt x="100" y="6150"/>
                  </a:lnTo>
                  <a:lnTo>
                    <a:pt x="100" y="6624"/>
                  </a:lnTo>
                  <a:lnTo>
                    <a:pt x="200" y="6650"/>
                  </a:lnTo>
                  <a:lnTo>
                    <a:pt x="174" y="6700"/>
                  </a:lnTo>
                  <a:lnTo>
                    <a:pt x="0" y="6700"/>
                  </a:lnTo>
                  <a:lnTo>
                    <a:pt x="0" y="6924"/>
                  </a:lnTo>
                  <a:lnTo>
                    <a:pt x="74" y="6924"/>
                  </a:lnTo>
                  <a:lnTo>
                    <a:pt x="100" y="7024"/>
                  </a:lnTo>
                  <a:lnTo>
                    <a:pt x="324" y="7024"/>
                  </a:lnTo>
                  <a:lnTo>
                    <a:pt x="350" y="6924"/>
                  </a:lnTo>
                  <a:lnTo>
                    <a:pt x="400" y="6950"/>
                  </a:lnTo>
                  <a:lnTo>
                    <a:pt x="400" y="7024"/>
                  </a:lnTo>
                  <a:lnTo>
                    <a:pt x="2524" y="7024"/>
                  </a:lnTo>
                  <a:lnTo>
                    <a:pt x="2524" y="6950"/>
                  </a:lnTo>
                  <a:lnTo>
                    <a:pt x="2624" y="6924"/>
                  </a:lnTo>
                  <a:lnTo>
                    <a:pt x="2650" y="6824"/>
                  </a:lnTo>
                  <a:lnTo>
                    <a:pt x="2774" y="6824"/>
                  </a:lnTo>
                  <a:lnTo>
                    <a:pt x="2800" y="6874"/>
                  </a:lnTo>
                  <a:lnTo>
                    <a:pt x="2700" y="6900"/>
                  </a:lnTo>
                  <a:lnTo>
                    <a:pt x="2700" y="7024"/>
                  </a:lnTo>
                  <a:lnTo>
                    <a:pt x="5124" y="7024"/>
                  </a:lnTo>
                  <a:lnTo>
                    <a:pt x="5124" y="6950"/>
                  </a:lnTo>
                  <a:lnTo>
                    <a:pt x="5224" y="6924"/>
                  </a:lnTo>
                  <a:lnTo>
                    <a:pt x="5224" y="6800"/>
                  </a:lnTo>
                  <a:lnTo>
                    <a:pt x="5124" y="6774"/>
                  </a:lnTo>
                  <a:lnTo>
                    <a:pt x="5124" y="6650"/>
                  </a:lnTo>
                  <a:lnTo>
                    <a:pt x="5224" y="6624"/>
                  </a:lnTo>
                  <a:lnTo>
                    <a:pt x="5224" y="6500"/>
                  </a:lnTo>
                  <a:lnTo>
                    <a:pt x="5100" y="6500"/>
                  </a:lnTo>
                  <a:lnTo>
                    <a:pt x="5100" y="6574"/>
                  </a:lnTo>
                  <a:lnTo>
                    <a:pt x="5050" y="6600"/>
                  </a:lnTo>
                  <a:lnTo>
                    <a:pt x="5024" y="6574"/>
                  </a:lnTo>
                  <a:lnTo>
                    <a:pt x="5024" y="6450"/>
                  </a:lnTo>
                  <a:lnTo>
                    <a:pt x="5124" y="6424"/>
                  </a:lnTo>
                  <a:lnTo>
                    <a:pt x="5150" y="6324"/>
                  </a:lnTo>
                  <a:lnTo>
                    <a:pt x="5224" y="6324"/>
                  </a:lnTo>
                  <a:lnTo>
                    <a:pt x="5224" y="6200"/>
                  </a:lnTo>
                  <a:lnTo>
                    <a:pt x="5100" y="6200"/>
                  </a:lnTo>
                  <a:lnTo>
                    <a:pt x="5100" y="6274"/>
                  </a:lnTo>
                  <a:lnTo>
                    <a:pt x="5000" y="6300"/>
                  </a:lnTo>
                  <a:lnTo>
                    <a:pt x="5000" y="6374"/>
                  </a:lnTo>
                  <a:lnTo>
                    <a:pt x="4900" y="6400"/>
                  </a:lnTo>
                  <a:lnTo>
                    <a:pt x="4900" y="6474"/>
                  </a:lnTo>
                  <a:lnTo>
                    <a:pt x="4850" y="6500"/>
                  </a:lnTo>
                  <a:lnTo>
                    <a:pt x="4824" y="6474"/>
                  </a:lnTo>
                  <a:lnTo>
                    <a:pt x="4824" y="6350"/>
                  </a:lnTo>
                  <a:lnTo>
                    <a:pt x="4924" y="6324"/>
                  </a:lnTo>
                  <a:lnTo>
                    <a:pt x="4924" y="6200"/>
                  </a:lnTo>
                  <a:lnTo>
                    <a:pt x="4800" y="6200"/>
                  </a:lnTo>
                  <a:lnTo>
                    <a:pt x="4774" y="6300"/>
                  </a:lnTo>
                  <a:lnTo>
                    <a:pt x="4724" y="6274"/>
                  </a:lnTo>
                  <a:lnTo>
                    <a:pt x="4724" y="6200"/>
                  </a:lnTo>
                  <a:lnTo>
                    <a:pt x="4250" y="6200"/>
                  </a:lnTo>
                  <a:lnTo>
                    <a:pt x="4224" y="6100"/>
                  </a:lnTo>
                  <a:lnTo>
                    <a:pt x="4124" y="6074"/>
                  </a:lnTo>
                  <a:lnTo>
                    <a:pt x="4124" y="6000"/>
                  </a:lnTo>
                  <a:lnTo>
                    <a:pt x="3950" y="6000"/>
                  </a:lnTo>
                  <a:lnTo>
                    <a:pt x="3924" y="5900"/>
                  </a:lnTo>
                  <a:lnTo>
                    <a:pt x="3550" y="5900"/>
                  </a:lnTo>
                  <a:lnTo>
                    <a:pt x="3524" y="5800"/>
                  </a:lnTo>
                  <a:lnTo>
                    <a:pt x="3350" y="5800"/>
                  </a:lnTo>
                  <a:lnTo>
                    <a:pt x="3324" y="5700"/>
                  </a:lnTo>
                  <a:lnTo>
                    <a:pt x="3150" y="5700"/>
                  </a:lnTo>
                  <a:lnTo>
                    <a:pt x="3124" y="5600"/>
                  </a:lnTo>
                  <a:lnTo>
                    <a:pt x="3050" y="5600"/>
                  </a:lnTo>
                  <a:lnTo>
                    <a:pt x="3024" y="5500"/>
                  </a:lnTo>
                  <a:lnTo>
                    <a:pt x="2950" y="5500"/>
                  </a:lnTo>
                  <a:lnTo>
                    <a:pt x="2924" y="5400"/>
                  </a:lnTo>
                  <a:lnTo>
                    <a:pt x="2850" y="5400"/>
                  </a:lnTo>
                  <a:lnTo>
                    <a:pt x="2824" y="5300"/>
                  </a:lnTo>
                  <a:lnTo>
                    <a:pt x="2724" y="5274"/>
                  </a:lnTo>
                  <a:lnTo>
                    <a:pt x="2724" y="5100"/>
                  </a:lnTo>
                  <a:lnTo>
                    <a:pt x="2650" y="5100"/>
                  </a:lnTo>
                  <a:lnTo>
                    <a:pt x="2624" y="5000"/>
                  </a:lnTo>
                  <a:lnTo>
                    <a:pt x="2524" y="4974"/>
                  </a:lnTo>
                  <a:lnTo>
                    <a:pt x="2524" y="4700"/>
                  </a:lnTo>
                  <a:lnTo>
                    <a:pt x="2424" y="4674"/>
                  </a:lnTo>
                  <a:lnTo>
                    <a:pt x="2424" y="4100"/>
                  </a:lnTo>
                  <a:lnTo>
                    <a:pt x="2324" y="4074"/>
                  </a:lnTo>
                  <a:lnTo>
                    <a:pt x="2324" y="3950"/>
                  </a:lnTo>
                  <a:lnTo>
                    <a:pt x="2424" y="3924"/>
                  </a:lnTo>
                  <a:lnTo>
                    <a:pt x="2424" y="3350"/>
                  </a:lnTo>
                  <a:lnTo>
                    <a:pt x="2524" y="3324"/>
                  </a:lnTo>
                  <a:lnTo>
                    <a:pt x="2524" y="3150"/>
                  </a:lnTo>
                  <a:lnTo>
                    <a:pt x="2624" y="3124"/>
                  </a:lnTo>
                  <a:lnTo>
                    <a:pt x="2650" y="3024"/>
                  </a:lnTo>
                  <a:lnTo>
                    <a:pt x="2724" y="3024"/>
                  </a:lnTo>
                  <a:lnTo>
                    <a:pt x="2724" y="2850"/>
                  </a:lnTo>
                  <a:lnTo>
                    <a:pt x="2824" y="2824"/>
                  </a:lnTo>
                  <a:lnTo>
                    <a:pt x="2824" y="2750"/>
                  </a:lnTo>
                  <a:lnTo>
                    <a:pt x="2924" y="2724"/>
                  </a:lnTo>
                  <a:lnTo>
                    <a:pt x="2924" y="2650"/>
                  </a:lnTo>
                  <a:lnTo>
                    <a:pt x="3024" y="2624"/>
                  </a:lnTo>
                  <a:lnTo>
                    <a:pt x="3024" y="2550"/>
                  </a:lnTo>
                  <a:lnTo>
                    <a:pt x="3124" y="2524"/>
                  </a:lnTo>
                  <a:lnTo>
                    <a:pt x="3124" y="2450"/>
                  </a:lnTo>
                  <a:lnTo>
                    <a:pt x="3224" y="2424"/>
                  </a:lnTo>
                  <a:lnTo>
                    <a:pt x="3250" y="2324"/>
                  </a:lnTo>
                  <a:lnTo>
                    <a:pt x="3424" y="2324"/>
                  </a:lnTo>
                  <a:lnTo>
                    <a:pt x="3450" y="2224"/>
                  </a:lnTo>
                  <a:lnTo>
                    <a:pt x="3724" y="2224"/>
                  </a:lnTo>
                  <a:lnTo>
                    <a:pt x="3750" y="2124"/>
                  </a:lnTo>
                  <a:lnTo>
                    <a:pt x="4224" y="2124"/>
                  </a:lnTo>
                  <a:lnTo>
                    <a:pt x="4250" y="2024"/>
                  </a:lnTo>
                  <a:lnTo>
                    <a:pt x="4374" y="2024"/>
                  </a:lnTo>
                  <a:lnTo>
                    <a:pt x="4400" y="2124"/>
                  </a:lnTo>
                  <a:lnTo>
                    <a:pt x="4724" y="2124"/>
                  </a:lnTo>
                  <a:lnTo>
                    <a:pt x="4724" y="2050"/>
                  </a:lnTo>
                  <a:lnTo>
                    <a:pt x="4774" y="2024"/>
                  </a:lnTo>
                  <a:lnTo>
                    <a:pt x="4800" y="2124"/>
                  </a:lnTo>
                  <a:lnTo>
                    <a:pt x="4974" y="2124"/>
                  </a:lnTo>
                  <a:lnTo>
                    <a:pt x="5000" y="2224"/>
                  </a:lnTo>
                  <a:lnTo>
                    <a:pt x="5174" y="2224"/>
                  </a:lnTo>
                  <a:lnTo>
                    <a:pt x="5200" y="2324"/>
                  </a:lnTo>
                  <a:lnTo>
                    <a:pt x="5374" y="2324"/>
                  </a:lnTo>
                  <a:lnTo>
                    <a:pt x="5400" y="2424"/>
                  </a:lnTo>
                  <a:lnTo>
                    <a:pt x="5524" y="2424"/>
                  </a:lnTo>
                  <a:lnTo>
                    <a:pt x="5524" y="2000"/>
                  </a:lnTo>
                  <a:lnTo>
                    <a:pt x="5400" y="2000"/>
                  </a:lnTo>
                  <a:lnTo>
                    <a:pt x="5400" y="2074"/>
                  </a:lnTo>
                  <a:lnTo>
                    <a:pt x="5350" y="2100"/>
                  </a:lnTo>
                  <a:lnTo>
                    <a:pt x="5324" y="2074"/>
                  </a:lnTo>
                  <a:lnTo>
                    <a:pt x="5324" y="1900"/>
                  </a:lnTo>
                  <a:lnTo>
                    <a:pt x="5224" y="1874"/>
                  </a:lnTo>
                  <a:lnTo>
                    <a:pt x="5250" y="1824"/>
                  </a:lnTo>
                  <a:lnTo>
                    <a:pt x="5324" y="1824"/>
                  </a:lnTo>
                  <a:lnTo>
                    <a:pt x="5350" y="1724"/>
                  </a:lnTo>
                  <a:lnTo>
                    <a:pt x="5400" y="1750"/>
                  </a:lnTo>
                  <a:lnTo>
                    <a:pt x="5400" y="1824"/>
                  </a:lnTo>
                  <a:lnTo>
                    <a:pt x="5524" y="1824"/>
                  </a:lnTo>
                  <a:lnTo>
                    <a:pt x="5524" y="1700"/>
                  </a:lnTo>
                  <a:lnTo>
                    <a:pt x="5424" y="1674"/>
                  </a:lnTo>
                  <a:lnTo>
                    <a:pt x="5450" y="1624"/>
                  </a:lnTo>
                  <a:lnTo>
                    <a:pt x="5524" y="1624"/>
                  </a:lnTo>
                  <a:lnTo>
                    <a:pt x="5524" y="1500"/>
                  </a:lnTo>
                  <a:lnTo>
                    <a:pt x="5400" y="1500"/>
                  </a:lnTo>
                  <a:lnTo>
                    <a:pt x="5400" y="1574"/>
                  </a:lnTo>
                  <a:lnTo>
                    <a:pt x="5300" y="1600"/>
                  </a:lnTo>
                  <a:lnTo>
                    <a:pt x="5300" y="1674"/>
                  </a:lnTo>
                  <a:lnTo>
                    <a:pt x="5200" y="1700"/>
                  </a:lnTo>
                  <a:lnTo>
                    <a:pt x="5200" y="1774"/>
                  </a:lnTo>
                  <a:lnTo>
                    <a:pt x="5150" y="1800"/>
                  </a:lnTo>
                  <a:lnTo>
                    <a:pt x="5124" y="1774"/>
                  </a:lnTo>
                  <a:lnTo>
                    <a:pt x="5124" y="1600"/>
                  </a:lnTo>
                  <a:lnTo>
                    <a:pt x="5050" y="1600"/>
                  </a:lnTo>
                  <a:lnTo>
                    <a:pt x="5024" y="1500"/>
                  </a:lnTo>
                  <a:lnTo>
                    <a:pt x="4900" y="1500"/>
                  </a:lnTo>
                  <a:lnTo>
                    <a:pt x="4900" y="1574"/>
                  </a:lnTo>
                  <a:lnTo>
                    <a:pt x="4800" y="1600"/>
                  </a:lnTo>
                  <a:lnTo>
                    <a:pt x="4800" y="1674"/>
                  </a:lnTo>
                  <a:lnTo>
                    <a:pt x="4750" y="1700"/>
                  </a:lnTo>
                  <a:lnTo>
                    <a:pt x="4724" y="1600"/>
                  </a:lnTo>
                  <a:lnTo>
                    <a:pt x="4624" y="1574"/>
                  </a:lnTo>
                  <a:lnTo>
                    <a:pt x="4624" y="1400"/>
                  </a:lnTo>
                  <a:lnTo>
                    <a:pt x="4450" y="1400"/>
                  </a:lnTo>
                  <a:lnTo>
                    <a:pt x="4424" y="1300"/>
                  </a:lnTo>
                  <a:lnTo>
                    <a:pt x="4324" y="1274"/>
                  </a:lnTo>
                  <a:lnTo>
                    <a:pt x="4324" y="100"/>
                  </a:lnTo>
                  <a:lnTo>
                    <a:pt x="4250" y="100"/>
                  </a:lnTo>
                  <a:lnTo>
                    <a:pt x="4224" y="0"/>
                  </a:lnTo>
                  <a:lnTo>
                    <a:pt x="3100" y="0"/>
                  </a:lnTo>
                  <a:lnTo>
                    <a:pt x="3074" y="100"/>
                  </a:lnTo>
                  <a:lnTo>
                    <a:pt x="3024" y="74"/>
                  </a:lnTo>
                  <a:lnTo>
                    <a:pt x="3024" y="0"/>
                  </a:lnTo>
                  <a:lnTo>
                    <a:pt x="2400" y="0"/>
                  </a:lnTo>
                  <a:lnTo>
                    <a:pt x="2374" y="100"/>
                  </a:lnTo>
                  <a:lnTo>
                    <a:pt x="1750" y="100"/>
                  </a:lnTo>
                  <a:lnTo>
                    <a:pt x="1724" y="0"/>
                  </a:lnTo>
                  <a:lnTo>
                    <a:pt x="1400" y="0"/>
                  </a:lnTo>
                  <a:lnTo>
                    <a:pt x="1374" y="100"/>
                  </a:lnTo>
                  <a:lnTo>
                    <a:pt x="1250" y="100"/>
                  </a:lnTo>
                  <a:lnTo>
                    <a:pt x="1224" y="0"/>
                  </a:lnTo>
                  <a:lnTo>
                    <a:pt x="1000" y="0"/>
                  </a:lnTo>
                  <a:lnTo>
                    <a:pt x="974" y="100"/>
                  </a:lnTo>
                  <a:lnTo>
                    <a:pt x="400" y="100"/>
                  </a:lnTo>
                  <a:lnTo>
                    <a:pt x="400" y="324"/>
                  </a:lnTo>
                  <a:lnTo>
                    <a:pt x="474" y="324"/>
                  </a:lnTo>
                  <a:lnTo>
                    <a:pt x="500" y="374"/>
                  </a:lnTo>
                  <a:lnTo>
                    <a:pt x="400" y="400"/>
                  </a:lnTo>
                  <a:lnTo>
                    <a:pt x="374" y="500"/>
                  </a:lnTo>
                  <a:lnTo>
                    <a:pt x="324" y="474"/>
                  </a:lnTo>
                  <a:lnTo>
                    <a:pt x="324" y="300"/>
                  </a:lnTo>
                  <a:lnTo>
                    <a:pt x="200" y="300"/>
                  </a:lnTo>
                  <a:lnTo>
                    <a:pt x="174" y="400"/>
                  </a:lnTo>
                  <a:lnTo>
                    <a:pt x="124" y="374"/>
                  </a:lnTo>
                  <a:lnTo>
                    <a:pt x="124" y="300"/>
                  </a:lnTo>
                  <a:close/>
                  <a:moveTo>
                    <a:pt x="2324" y="6850"/>
                  </a:moveTo>
                  <a:lnTo>
                    <a:pt x="2350" y="6824"/>
                  </a:lnTo>
                  <a:lnTo>
                    <a:pt x="2474" y="6824"/>
                  </a:lnTo>
                  <a:lnTo>
                    <a:pt x="2500" y="6874"/>
                  </a:lnTo>
                  <a:lnTo>
                    <a:pt x="2474" y="6900"/>
                  </a:lnTo>
                  <a:lnTo>
                    <a:pt x="2350" y="6900"/>
                  </a:lnTo>
                  <a:close/>
                  <a:moveTo>
                    <a:pt x="424" y="6850"/>
                  </a:moveTo>
                  <a:lnTo>
                    <a:pt x="474" y="6824"/>
                  </a:lnTo>
                  <a:lnTo>
                    <a:pt x="500" y="6874"/>
                  </a:lnTo>
                  <a:lnTo>
                    <a:pt x="450" y="6900"/>
                  </a:lnTo>
                  <a:close/>
                  <a:moveTo>
                    <a:pt x="124" y="6850"/>
                  </a:moveTo>
                  <a:lnTo>
                    <a:pt x="174" y="6824"/>
                  </a:lnTo>
                  <a:lnTo>
                    <a:pt x="200" y="6874"/>
                  </a:lnTo>
                  <a:lnTo>
                    <a:pt x="150" y="6900"/>
                  </a:lnTo>
                  <a:close/>
                  <a:moveTo>
                    <a:pt x="2824" y="6750"/>
                  </a:moveTo>
                  <a:lnTo>
                    <a:pt x="2874" y="6724"/>
                  </a:lnTo>
                  <a:lnTo>
                    <a:pt x="2900" y="6774"/>
                  </a:lnTo>
                  <a:lnTo>
                    <a:pt x="2850" y="6800"/>
                  </a:lnTo>
                  <a:close/>
                  <a:moveTo>
                    <a:pt x="1124" y="6750"/>
                  </a:moveTo>
                  <a:lnTo>
                    <a:pt x="1174" y="6724"/>
                  </a:lnTo>
                  <a:lnTo>
                    <a:pt x="1200" y="6774"/>
                  </a:lnTo>
                  <a:lnTo>
                    <a:pt x="1150" y="6800"/>
                  </a:lnTo>
                  <a:close/>
                  <a:moveTo>
                    <a:pt x="824" y="6750"/>
                  </a:moveTo>
                  <a:lnTo>
                    <a:pt x="874" y="6724"/>
                  </a:lnTo>
                  <a:lnTo>
                    <a:pt x="900" y="6774"/>
                  </a:lnTo>
                  <a:lnTo>
                    <a:pt x="850" y="6800"/>
                  </a:lnTo>
                  <a:close/>
                  <a:moveTo>
                    <a:pt x="524" y="6750"/>
                  </a:moveTo>
                  <a:lnTo>
                    <a:pt x="574" y="6724"/>
                  </a:lnTo>
                  <a:lnTo>
                    <a:pt x="600" y="6774"/>
                  </a:lnTo>
                  <a:lnTo>
                    <a:pt x="550" y="6800"/>
                  </a:lnTo>
                  <a:close/>
                  <a:moveTo>
                    <a:pt x="224" y="6750"/>
                  </a:moveTo>
                  <a:lnTo>
                    <a:pt x="274" y="6724"/>
                  </a:lnTo>
                  <a:lnTo>
                    <a:pt x="300" y="6774"/>
                  </a:lnTo>
                  <a:lnTo>
                    <a:pt x="250" y="6800"/>
                  </a:lnTo>
                  <a:close/>
                  <a:moveTo>
                    <a:pt x="4924" y="6650"/>
                  </a:moveTo>
                  <a:lnTo>
                    <a:pt x="4974" y="6624"/>
                  </a:lnTo>
                  <a:lnTo>
                    <a:pt x="5000" y="6674"/>
                  </a:lnTo>
                  <a:lnTo>
                    <a:pt x="4950" y="6700"/>
                  </a:lnTo>
                  <a:close/>
                  <a:moveTo>
                    <a:pt x="3924" y="6650"/>
                  </a:moveTo>
                  <a:lnTo>
                    <a:pt x="3950" y="6624"/>
                  </a:lnTo>
                  <a:lnTo>
                    <a:pt x="4074" y="6624"/>
                  </a:lnTo>
                  <a:lnTo>
                    <a:pt x="4100" y="6674"/>
                  </a:lnTo>
                  <a:lnTo>
                    <a:pt x="4074" y="6700"/>
                  </a:lnTo>
                  <a:lnTo>
                    <a:pt x="3950" y="6700"/>
                  </a:lnTo>
                  <a:close/>
                  <a:moveTo>
                    <a:pt x="1324" y="6650"/>
                  </a:moveTo>
                  <a:lnTo>
                    <a:pt x="1374" y="6624"/>
                  </a:lnTo>
                  <a:lnTo>
                    <a:pt x="1400" y="6674"/>
                  </a:lnTo>
                  <a:lnTo>
                    <a:pt x="1350" y="6700"/>
                  </a:lnTo>
                  <a:close/>
                  <a:moveTo>
                    <a:pt x="324" y="6650"/>
                  </a:moveTo>
                  <a:lnTo>
                    <a:pt x="350" y="6624"/>
                  </a:lnTo>
                  <a:lnTo>
                    <a:pt x="474" y="6624"/>
                  </a:lnTo>
                  <a:lnTo>
                    <a:pt x="500" y="6674"/>
                  </a:lnTo>
                  <a:lnTo>
                    <a:pt x="474" y="6700"/>
                  </a:lnTo>
                  <a:lnTo>
                    <a:pt x="350" y="6700"/>
                  </a:lnTo>
                  <a:close/>
                  <a:moveTo>
                    <a:pt x="4324" y="6674"/>
                  </a:moveTo>
                  <a:lnTo>
                    <a:pt x="4324" y="6550"/>
                  </a:lnTo>
                  <a:lnTo>
                    <a:pt x="4350" y="6524"/>
                  </a:lnTo>
                  <a:lnTo>
                    <a:pt x="4474" y="6524"/>
                  </a:lnTo>
                  <a:lnTo>
                    <a:pt x="4500" y="6550"/>
                  </a:lnTo>
                  <a:lnTo>
                    <a:pt x="4474" y="6600"/>
                  </a:lnTo>
                  <a:lnTo>
                    <a:pt x="4400" y="6600"/>
                  </a:lnTo>
                  <a:lnTo>
                    <a:pt x="4374" y="6700"/>
                  </a:lnTo>
                  <a:close/>
                  <a:moveTo>
                    <a:pt x="224" y="6550"/>
                  </a:moveTo>
                  <a:lnTo>
                    <a:pt x="274" y="6524"/>
                  </a:lnTo>
                  <a:lnTo>
                    <a:pt x="300" y="6574"/>
                  </a:lnTo>
                  <a:lnTo>
                    <a:pt x="250" y="6600"/>
                  </a:lnTo>
                  <a:close/>
                  <a:moveTo>
                    <a:pt x="3924" y="6450"/>
                  </a:moveTo>
                  <a:lnTo>
                    <a:pt x="3974" y="6424"/>
                  </a:lnTo>
                  <a:lnTo>
                    <a:pt x="4000" y="6474"/>
                  </a:lnTo>
                  <a:lnTo>
                    <a:pt x="3950" y="6500"/>
                  </a:lnTo>
                  <a:close/>
                  <a:moveTo>
                    <a:pt x="4624" y="6350"/>
                  </a:moveTo>
                  <a:lnTo>
                    <a:pt x="4674" y="6324"/>
                  </a:lnTo>
                  <a:lnTo>
                    <a:pt x="4700" y="6374"/>
                  </a:lnTo>
                  <a:lnTo>
                    <a:pt x="4650" y="6400"/>
                  </a:lnTo>
                  <a:close/>
                  <a:moveTo>
                    <a:pt x="224" y="6250"/>
                  </a:moveTo>
                  <a:lnTo>
                    <a:pt x="274" y="6224"/>
                  </a:lnTo>
                  <a:lnTo>
                    <a:pt x="300" y="6274"/>
                  </a:lnTo>
                  <a:lnTo>
                    <a:pt x="250" y="6300"/>
                  </a:lnTo>
                  <a:close/>
                  <a:moveTo>
                    <a:pt x="524" y="6150"/>
                  </a:moveTo>
                  <a:lnTo>
                    <a:pt x="624" y="6124"/>
                  </a:lnTo>
                  <a:lnTo>
                    <a:pt x="624" y="6050"/>
                  </a:lnTo>
                  <a:lnTo>
                    <a:pt x="724" y="6024"/>
                  </a:lnTo>
                  <a:lnTo>
                    <a:pt x="750" y="5924"/>
                  </a:lnTo>
                  <a:lnTo>
                    <a:pt x="2974" y="5924"/>
                  </a:lnTo>
                  <a:lnTo>
                    <a:pt x="3000" y="6024"/>
                  </a:lnTo>
                  <a:lnTo>
                    <a:pt x="3100" y="6050"/>
                  </a:lnTo>
                  <a:lnTo>
                    <a:pt x="3100" y="6274"/>
                  </a:lnTo>
                  <a:lnTo>
                    <a:pt x="3074" y="6300"/>
                  </a:lnTo>
                  <a:lnTo>
                    <a:pt x="650" y="6300"/>
                  </a:lnTo>
                  <a:lnTo>
                    <a:pt x="624" y="6200"/>
                  </a:lnTo>
                  <a:lnTo>
                    <a:pt x="550" y="6200"/>
                  </a:lnTo>
                  <a:close/>
                  <a:moveTo>
                    <a:pt x="224" y="5850"/>
                  </a:moveTo>
                  <a:lnTo>
                    <a:pt x="274" y="5824"/>
                  </a:lnTo>
                  <a:lnTo>
                    <a:pt x="300" y="5874"/>
                  </a:lnTo>
                  <a:lnTo>
                    <a:pt x="250" y="5900"/>
                  </a:lnTo>
                  <a:close/>
                  <a:moveTo>
                    <a:pt x="524" y="5450"/>
                  </a:moveTo>
                  <a:lnTo>
                    <a:pt x="624" y="5424"/>
                  </a:lnTo>
                  <a:lnTo>
                    <a:pt x="624" y="5250"/>
                  </a:lnTo>
                  <a:lnTo>
                    <a:pt x="650" y="5224"/>
                  </a:lnTo>
                  <a:lnTo>
                    <a:pt x="2374" y="5224"/>
                  </a:lnTo>
                  <a:lnTo>
                    <a:pt x="2400" y="5324"/>
                  </a:lnTo>
                  <a:lnTo>
                    <a:pt x="2500" y="5350"/>
                  </a:lnTo>
                  <a:lnTo>
                    <a:pt x="2500" y="5474"/>
                  </a:lnTo>
                  <a:lnTo>
                    <a:pt x="2400" y="5500"/>
                  </a:lnTo>
                  <a:lnTo>
                    <a:pt x="2374" y="5600"/>
                  </a:lnTo>
                  <a:lnTo>
                    <a:pt x="650" y="5600"/>
                  </a:lnTo>
                  <a:lnTo>
                    <a:pt x="624" y="5500"/>
                  </a:lnTo>
                  <a:lnTo>
                    <a:pt x="550" y="5500"/>
                  </a:lnTo>
                  <a:close/>
                  <a:moveTo>
                    <a:pt x="524" y="4650"/>
                  </a:moveTo>
                  <a:lnTo>
                    <a:pt x="624" y="4624"/>
                  </a:lnTo>
                  <a:lnTo>
                    <a:pt x="650" y="4524"/>
                  </a:lnTo>
                  <a:lnTo>
                    <a:pt x="1574" y="4524"/>
                  </a:lnTo>
                  <a:lnTo>
                    <a:pt x="1600" y="4624"/>
                  </a:lnTo>
                  <a:lnTo>
                    <a:pt x="1700" y="4650"/>
                  </a:lnTo>
                  <a:lnTo>
                    <a:pt x="1700" y="4774"/>
                  </a:lnTo>
                  <a:lnTo>
                    <a:pt x="1600" y="4800"/>
                  </a:lnTo>
                  <a:lnTo>
                    <a:pt x="1574" y="4900"/>
                  </a:lnTo>
                  <a:lnTo>
                    <a:pt x="650" y="4900"/>
                  </a:lnTo>
                  <a:lnTo>
                    <a:pt x="624" y="4800"/>
                  </a:lnTo>
                  <a:lnTo>
                    <a:pt x="524" y="4774"/>
                  </a:lnTo>
                  <a:close/>
                  <a:moveTo>
                    <a:pt x="2024" y="4450"/>
                  </a:moveTo>
                  <a:lnTo>
                    <a:pt x="2074" y="4424"/>
                  </a:lnTo>
                  <a:lnTo>
                    <a:pt x="2100" y="4474"/>
                  </a:lnTo>
                  <a:lnTo>
                    <a:pt x="2050" y="4500"/>
                  </a:lnTo>
                  <a:close/>
                  <a:moveTo>
                    <a:pt x="524" y="4050"/>
                  </a:moveTo>
                  <a:lnTo>
                    <a:pt x="624" y="4024"/>
                  </a:lnTo>
                  <a:lnTo>
                    <a:pt x="624" y="3850"/>
                  </a:lnTo>
                  <a:lnTo>
                    <a:pt x="650" y="3824"/>
                  </a:lnTo>
                  <a:lnTo>
                    <a:pt x="1974" y="3824"/>
                  </a:lnTo>
                  <a:lnTo>
                    <a:pt x="2000" y="3850"/>
                  </a:lnTo>
                  <a:lnTo>
                    <a:pt x="2000" y="4074"/>
                  </a:lnTo>
                  <a:lnTo>
                    <a:pt x="1900" y="4100"/>
                  </a:lnTo>
                  <a:lnTo>
                    <a:pt x="1874" y="4200"/>
                  </a:lnTo>
                  <a:lnTo>
                    <a:pt x="650" y="4200"/>
                  </a:lnTo>
                  <a:lnTo>
                    <a:pt x="624" y="4100"/>
                  </a:lnTo>
                  <a:lnTo>
                    <a:pt x="550" y="4100"/>
                  </a:lnTo>
                  <a:close/>
                  <a:moveTo>
                    <a:pt x="524" y="3050"/>
                  </a:moveTo>
                  <a:lnTo>
                    <a:pt x="550" y="3024"/>
                  </a:lnTo>
                  <a:lnTo>
                    <a:pt x="724" y="3024"/>
                  </a:lnTo>
                  <a:lnTo>
                    <a:pt x="750" y="2924"/>
                  </a:lnTo>
                  <a:lnTo>
                    <a:pt x="2174" y="2924"/>
                  </a:lnTo>
                  <a:lnTo>
                    <a:pt x="2200" y="3024"/>
                  </a:lnTo>
                  <a:lnTo>
                    <a:pt x="2300" y="3050"/>
                  </a:lnTo>
                  <a:lnTo>
                    <a:pt x="2300" y="3274"/>
                  </a:lnTo>
                  <a:lnTo>
                    <a:pt x="2274" y="3300"/>
                  </a:lnTo>
                  <a:lnTo>
                    <a:pt x="2100" y="3300"/>
                  </a:lnTo>
                  <a:lnTo>
                    <a:pt x="2074" y="3400"/>
                  </a:lnTo>
                  <a:lnTo>
                    <a:pt x="1950" y="3400"/>
                  </a:lnTo>
                  <a:lnTo>
                    <a:pt x="1924" y="3300"/>
                  </a:lnTo>
                  <a:lnTo>
                    <a:pt x="1800" y="3300"/>
                  </a:lnTo>
                  <a:lnTo>
                    <a:pt x="1774" y="3400"/>
                  </a:lnTo>
                  <a:lnTo>
                    <a:pt x="1724" y="3374"/>
                  </a:lnTo>
                  <a:lnTo>
                    <a:pt x="1724" y="3300"/>
                  </a:lnTo>
                  <a:lnTo>
                    <a:pt x="900" y="3300"/>
                  </a:lnTo>
                  <a:lnTo>
                    <a:pt x="874" y="3400"/>
                  </a:lnTo>
                  <a:lnTo>
                    <a:pt x="750" y="3400"/>
                  </a:lnTo>
                  <a:lnTo>
                    <a:pt x="724" y="3300"/>
                  </a:lnTo>
                  <a:lnTo>
                    <a:pt x="650" y="3300"/>
                  </a:lnTo>
                  <a:lnTo>
                    <a:pt x="624" y="3200"/>
                  </a:lnTo>
                  <a:lnTo>
                    <a:pt x="524" y="3174"/>
                  </a:lnTo>
                  <a:close/>
                  <a:moveTo>
                    <a:pt x="524" y="2350"/>
                  </a:moveTo>
                  <a:lnTo>
                    <a:pt x="624" y="2324"/>
                  </a:lnTo>
                  <a:lnTo>
                    <a:pt x="650" y="2224"/>
                  </a:lnTo>
                  <a:lnTo>
                    <a:pt x="2574" y="2224"/>
                  </a:lnTo>
                  <a:lnTo>
                    <a:pt x="2600" y="2250"/>
                  </a:lnTo>
                  <a:lnTo>
                    <a:pt x="2600" y="2424"/>
                  </a:lnTo>
                  <a:lnTo>
                    <a:pt x="2674" y="2424"/>
                  </a:lnTo>
                  <a:lnTo>
                    <a:pt x="2700" y="2474"/>
                  </a:lnTo>
                  <a:lnTo>
                    <a:pt x="2600" y="2500"/>
                  </a:lnTo>
                  <a:lnTo>
                    <a:pt x="2574" y="2600"/>
                  </a:lnTo>
                  <a:lnTo>
                    <a:pt x="650" y="2600"/>
                  </a:lnTo>
                  <a:lnTo>
                    <a:pt x="624" y="2500"/>
                  </a:lnTo>
                  <a:lnTo>
                    <a:pt x="524" y="2474"/>
                  </a:lnTo>
                  <a:close/>
                  <a:moveTo>
                    <a:pt x="5124" y="1950"/>
                  </a:moveTo>
                  <a:lnTo>
                    <a:pt x="5174" y="1924"/>
                  </a:lnTo>
                  <a:lnTo>
                    <a:pt x="5200" y="1974"/>
                  </a:lnTo>
                  <a:lnTo>
                    <a:pt x="5150" y="2000"/>
                  </a:lnTo>
                  <a:close/>
                  <a:moveTo>
                    <a:pt x="5024" y="1850"/>
                  </a:moveTo>
                  <a:lnTo>
                    <a:pt x="5074" y="1824"/>
                  </a:lnTo>
                  <a:lnTo>
                    <a:pt x="5100" y="1874"/>
                  </a:lnTo>
                  <a:lnTo>
                    <a:pt x="5050" y="1900"/>
                  </a:lnTo>
                  <a:close/>
                  <a:moveTo>
                    <a:pt x="4974" y="1624"/>
                  </a:moveTo>
                  <a:lnTo>
                    <a:pt x="5000" y="1650"/>
                  </a:lnTo>
                  <a:lnTo>
                    <a:pt x="5000" y="1774"/>
                  </a:lnTo>
                  <a:lnTo>
                    <a:pt x="4974" y="1800"/>
                  </a:lnTo>
                  <a:lnTo>
                    <a:pt x="4850" y="1800"/>
                  </a:lnTo>
                  <a:lnTo>
                    <a:pt x="4824" y="1750"/>
                  </a:lnTo>
                  <a:lnTo>
                    <a:pt x="4924" y="1724"/>
                  </a:lnTo>
                  <a:lnTo>
                    <a:pt x="4924" y="1650"/>
                  </a:lnTo>
                  <a:close/>
                  <a:moveTo>
                    <a:pt x="3724" y="1450"/>
                  </a:moveTo>
                  <a:lnTo>
                    <a:pt x="3774" y="1424"/>
                  </a:lnTo>
                  <a:lnTo>
                    <a:pt x="3800" y="1474"/>
                  </a:lnTo>
                  <a:lnTo>
                    <a:pt x="3750" y="1500"/>
                  </a:lnTo>
                  <a:close/>
                  <a:moveTo>
                    <a:pt x="524" y="1674"/>
                  </a:moveTo>
                  <a:lnTo>
                    <a:pt x="550" y="1624"/>
                  </a:lnTo>
                  <a:lnTo>
                    <a:pt x="624" y="1624"/>
                  </a:lnTo>
                  <a:lnTo>
                    <a:pt x="650" y="1524"/>
                  </a:lnTo>
                  <a:lnTo>
                    <a:pt x="724" y="1524"/>
                  </a:lnTo>
                  <a:lnTo>
                    <a:pt x="750" y="1424"/>
                  </a:lnTo>
                  <a:lnTo>
                    <a:pt x="1074" y="1424"/>
                  </a:lnTo>
                  <a:lnTo>
                    <a:pt x="1100" y="1524"/>
                  </a:lnTo>
                  <a:lnTo>
                    <a:pt x="1424" y="1524"/>
                  </a:lnTo>
                  <a:lnTo>
                    <a:pt x="1450" y="1424"/>
                  </a:lnTo>
                  <a:lnTo>
                    <a:pt x="1574" y="1424"/>
                  </a:lnTo>
                  <a:lnTo>
                    <a:pt x="1600" y="1524"/>
                  </a:lnTo>
                  <a:lnTo>
                    <a:pt x="1924" y="1524"/>
                  </a:lnTo>
                  <a:lnTo>
                    <a:pt x="1950" y="1424"/>
                  </a:lnTo>
                  <a:lnTo>
                    <a:pt x="2174" y="1424"/>
                  </a:lnTo>
                  <a:lnTo>
                    <a:pt x="2200" y="1524"/>
                  </a:lnTo>
                  <a:lnTo>
                    <a:pt x="2424" y="1524"/>
                  </a:lnTo>
                  <a:lnTo>
                    <a:pt x="2450" y="1424"/>
                  </a:lnTo>
                  <a:lnTo>
                    <a:pt x="2774" y="1424"/>
                  </a:lnTo>
                  <a:lnTo>
                    <a:pt x="2800" y="1524"/>
                  </a:lnTo>
                  <a:lnTo>
                    <a:pt x="3074" y="1524"/>
                  </a:lnTo>
                  <a:lnTo>
                    <a:pt x="3100" y="1550"/>
                  </a:lnTo>
                  <a:lnTo>
                    <a:pt x="3074" y="1600"/>
                  </a:lnTo>
                  <a:lnTo>
                    <a:pt x="3000" y="1600"/>
                  </a:lnTo>
                  <a:lnTo>
                    <a:pt x="3000" y="1774"/>
                  </a:lnTo>
                  <a:lnTo>
                    <a:pt x="2974" y="1800"/>
                  </a:lnTo>
                  <a:lnTo>
                    <a:pt x="2700" y="1800"/>
                  </a:lnTo>
                  <a:lnTo>
                    <a:pt x="2674" y="1900"/>
                  </a:lnTo>
                  <a:lnTo>
                    <a:pt x="2550" y="1900"/>
                  </a:lnTo>
                  <a:lnTo>
                    <a:pt x="2524" y="1800"/>
                  </a:lnTo>
                  <a:lnTo>
                    <a:pt x="2300" y="1800"/>
                  </a:lnTo>
                  <a:lnTo>
                    <a:pt x="2274" y="1900"/>
                  </a:lnTo>
                  <a:lnTo>
                    <a:pt x="2224" y="1874"/>
                  </a:lnTo>
                  <a:lnTo>
                    <a:pt x="2224" y="1800"/>
                  </a:lnTo>
                  <a:lnTo>
                    <a:pt x="1800" y="1800"/>
                  </a:lnTo>
                  <a:lnTo>
                    <a:pt x="1774" y="1900"/>
                  </a:lnTo>
                  <a:lnTo>
                    <a:pt x="1650" y="1900"/>
                  </a:lnTo>
                  <a:lnTo>
                    <a:pt x="1624" y="1800"/>
                  </a:lnTo>
                  <a:lnTo>
                    <a:pt x="900" y="1800"/>
                  </a:lnTo>
                  <a:lnTo>
                    <a:pt x="874" y="1900"/>
                  </a:lnTo>
                  <a:lnTo>
                    <a:pt x="750" y="1900"/>
                  </a:lnTo>
                  <a:lnTo>
                    <a:pt x="724" y="1800"/>
                  </a:lnTo>
                  <a:lnTo>
                    <a:pt x="650" y="1800"/>
                  </a:lnTo>
                  <a:lnTo>
                    <a:pt x="624" y="1700"/>
                  </a:lnTo>
                  <a:close/>
                  <a:moveTo>
                    <a:pt x="3824" y="1350"/>
                  </a:moveTo>
                  <a:lnTo>
                    <a:pt x="3874" y="1324"/>
                  </a:lnTo>
                  <a:lnTo>
                    <a:pt x="3900" y="1374"/>
                  </a:lnTo>
                  <a:lnTo>
                    <a:pt x="3850" y="1400"/>
                  </a:lnTo>
                  <a:close/>
                  <a:moveTo>
                    <a:pt x="124" y="850"/>
                  </a:moveTo>
                  <a:lnTo>
                    <a:pt x="174" y="824"/>
                  </a:lnTo>
                  <a:lnTo>
                    <a:pt x="200" y="874"/>
                  </a:lnTo>
                  <a:lnTo>
                    <a:pt x="150" y="900"/>
                  </a:lnTo>
                  <a:close/>
                  <a:moveTo>
                    <a:pt x="524" y="850"/>
                  </a:moveTo>
                  <a:lnTo>
                    <a:pt x="624" y="824"/>
                  </a:lnTo>
                  <a:lnTo>
                    <a:pt x="650" y="724"/>
                  </a:lnTo>
                  <a:lnTo>
                    <a:pt x="3474" y="724"/>
                  </a:lnTo>
                  <a:lnTo>
                    <a:pt x="3500" y="750"/>
                  </a:lnTo>
                  <a:lnTo>
                    <a:pt x="3500" y="1074"/>
                  </a:lnTo>
                  <a:lnTo>
                    <a:pt x="3474" y="1100"/>
                  </a:lnTo>
                  <a:lnTo>
                    <a:pt x="650" y="1100"/>
                  </a:lnTo>
                  <a:lnTo>
                    <a:pt x="624" y="1000"/>
                  </a:lnTo>
                  <a:lnTo>
                    <a:pt x="524" y="974"/>
                  </a:lnTo>
                  <a:close/>
                  <a:moveTo>
                    <a:pt x="224" y="750"/>
                  </a:moveTo>
                  <a:lnTo>
                    <a:pt x="274" y="724"/>
                  </a:lnTo>
                  <a:lnTo>
                    <a:pt x="300" y="774"/>
                  </a:lnTo>
                  <a:lnTo>
                    <a:pt x="250" y="800"/>
                  </a:lnTo>
                  <a:close/>
                  <a:moveTo>
                    <a:pt x="324" y="650"/>
                  </a:moveTo>
                  <a:lnTo>
                    <a:pt x="350" y="624"/>
                  </a:lnTo>
                  <a:lnTo>
                    <a:pt x="474" y="624"/>
                  </a:lnTo>
                  <a:lnTo>
                    <a:pt x="500" y="674"/>
                  </a:lnTo>
                  <a:lnTo>
                    <a:pt x="474" y="700"/>
                  </a:lnTo>
                  <a:lnTo>
                    <a:pt x="350" y="700"/>
                  </a:lnTo>
                  <a:close/>
                  <a:moveTo>
                    <a:pt x="1624" y="350"/>
                  </a:moveTo>
                  <a:lnTo>
                    <a:pt x="1674" y="324"/>
                  </a:lnTo>
                  <a:lnTo>
                    <a:pt x="1700" y="374"/>
                  </a:lnTo>
                  <a:lnTo>
                    <a:pt x="1650" y="400"/>
                  </a:lnTo>
                  <a:close/>
                </a:path>
              </a:pathLst>
            </a:custGeom>
            <a:solidFill>
              <a:srgbClr val="FFE7C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9" name="Format reward illustration color 8"/>
            <p:cNvSpPr/>
            <p:nvPr/>
          </p:nvSpPr>
          <p:spPr>
            <a:xfrm>
              <a:off x="11662075" y="7519843"/>
              <a:ext cx="614843" cy="706283"/>
            </a:xfrm>
            <a:custGeom>
              <a:avLst/>
              <a:gdLst/>
              <a:ahLst/>
              <a:cxnLst/>
              <a:rect l="l" t="t" r="r" b="b"/>
              <a:pathLst>
                <a:path w="6724" h="7724">
                  <a:moveTo>
                    <a:pt x="6300" y="7600"/>
                  </a:moveTo>
                  <a:lnTo>
                    <a:pt x="6300" y="7724"/>
                  </a:lnTo>
                  <a:lnTo>
                    <a:pt x="6424" y="7724"/>
                  </a:lnTo>
                  <a:lnTo>
                    <a:pt x="6424" y="7600"/>
                  </a:lnTo>
                  <a:close/>
                  <a:moveTo>
                    <a:pt x="6100" y="7600"/>
                  </a:moveTo>
                  <a:lnTo>
                    <a:pt x="6100" y="7724"/>
                  </a:lnTo>
                  <a:lnTo>
                    <a:pt x="6224" y="7724"/>
                  </a:lnTo>
                  <a:lnTo>
                    <a:pt x="6224" y="7600"/>
                  </a:lnTo>
                  <a:close/>
                  <a:moveTo>
                    <a:pt x="6600" y="7400"/>
                  </a:moveTo>
                  <a:lnTo>
                    <a:pt x="6600" y="7524"/>
                  </a:lnTo>
                  <a:lnTo>
                    <a:pt x="6724" y="7524"/>
                  </a:lnTo>
                  <a:lnTo>
                    <a:pt x="6724" y="7400"/>
                  </a:lnTo>
                  <a:close/>
                  <a:moveTo>
                    <a:pt x="5400" y="7400"/>
                  </a:moveTo>
                  <a:lnTo>
                    <a:pt x="5400" y="7524"/>
                  </a:lnTo>
                  <a:lnTo>
                    <a:pt x="5524" y="7524"/>
                  </a:lnTo>
                  <a:lnTo>
                    <a:pt x="5524" y="7400"/>
                  </a:lnTo>
                  <a:close/>
                  <a:moveTo>
                    <a:pt x="5600" y="7200"/>
                  </a:moveTo>
                  <a:lnTo>
                    <a:pt x="5600" y="7324"/>
                  </a:lnTo>
                  <a:lnTo>
                    <a:pt x="5724" y="7324"/>
                  </a:lnTo>
                  <a:lnTo>
                    <a:pt x="5724" y="7200"/>
                  </a:lnTo>
                  <a:close/>
                  <a:moveTo>
                    <a:pt x="6500" y="6700"/>
                  </a:moveTo>
                  <a:lnTo>
                    <a:pt x="6500" y="6824"/>
                  </a:lnTo>
                  <a:lnTo>
                    <a:pt x="6624" y="6824"/>
                  </a:lnTo>
                  <a:lnTo>
                    <a:pt x="6624" y="6700"/>
                  </a:lnTo>
                  <a:close/>
                  <a:moveTo>
                    <a:pt x="5000" y="6400"/>
                  </a:moveTo>
                  <a:lnTo>
                    <a:pt x="5000" y="6524"/>
                  </a:lnTo>
                  <a:lnTo>
                    <a:pt x="5124" y="6524"/>
                  </a:lnTo>
                  <a:lnTo>
                    <a:pt x="5124" y="6400"/>
                  </a:lnTo>
                  <a:close/>
                  <a:moveTo>
                    <a:pt x="2700" y="6300"/>
                  </a:moveTo>
                  <a:lnTo>
                    <a:pt x="2700" y="6424"/>
                  </a:lnTo>
                  <a:lnTo>
                    <a:pt x="2824" y="6424"/>
                  </a:lnTo>
                  <a:lnTo>
                    <a:pt x="2824" y="6300"/>
                  </a:lnTo>
                  <a:close/>
                  <a:moveTo>
                    <a:pt x="3700" y="6200"/>
                  </a:moveTo>
                  <a:lnTo>
                    <a:pt x="3700" y="6324"/>
                  </a:lnTo>
                  <a:lnTo>
                    <a:pt x="3824" y="6324"/>
                  </a:lnTo>
                  <a:lnTo>
                    <a:pt x="3824" y="6200"/>
                  </a:lnTo>
                  <a:close/>
                  <a:moveTo>
                    <a:pt x="6000" y="6100"/>
                  </a:moveTo>
                  <a:lnTo>
                    <a:pt x="6000" y="6224"/>
                  </a:lnTo>
                  <a:lnTo>
                    <a:pt x="6074" y="6224"/>
                  </a:lnTo>
                  <a:lnTo>
                    <a:pt x="6100" y="6324"/>
                  </a:lnTo>
                  <a:lnTo>
                    <a:pt x="6224" y="6324"/>
                  </a:lnTo>
                  <a:lnTo>
                    <a:pt x="6224" y="6200"/>
                  </a:lnTo>
                  <a:lnTo>
                    <a:pt x="6150" y="6200"/>
                  </a:lnTo>
                  <a:lnTo>
                    <a:pt x="6124" y="6100"/>
                  </a:lnTo>
                  <a:close/>
                  <a:moveTo>
                    <a:pt x="4700" y="6100"/>
                  </a:moveTo>
                  <a:lnTo>
                    <a:pt x="4700" y="6224"/>
                  </a:lnTo>
                  <a:lnTo>
                    <a:pt x="4824" y="6224"/>
                  </a:lnTo>
                  <a:lnTo>
                    <a:pt x="4824" y="6100"/>
                  </a:lnTo>
                  <a:close/>
                  <a:moveTo>
                    <a:pt x="3300" y="6100"/>
                  </a:moveTo>
                  <a:lnTo>
                    <a:pt x="3300" y="6224"/>
                  </a:lnTo>
                  <a:lnTo>
                    <a:pt x="3424" y="6224"/>
                  </a:lnTo>
                  <a:lnTo>
                    <a:pt x="3424" y="6100"/>
                  </a:lnTo>
                  <a:close/>
                  <a:moveTo>
                    <a:pt x="300" y="5800"/>
                  </a:moveTo>
                  <a:lnTo>
                    <a:pt x="300" y="5924"/>
                  </a:lnTo>
                  <a:lnTo>
                    <a:pt x="424" y="5924"/>
                  </a:lnTo>
                  <a:lnTo>
                    <a:pt x="424" y="5800"/>
                  </a:lnTo>
                  <a:close/>
                  <a:moveTo>
                    <a:pt x="2100" y="5600"/>
                  </a:moveTo>
                  <a:lnTo>
                    <a:pt x="2100" y="5724"/>
                  </a:lnTo>
                  <a:lnTo>
                    <a:pt x="2224" y="5724"/>
                  </a:lnTo>
                  <a:lnTo>
                    <a:pt x="2224" y="5600"/>
                  </a:lnTo>
                  <a:close/>
                  <a:moveTo>
                    <a:pt x="5600" y="5300"/>
                  </a:moveTo>
                  <a:lnTo>
                    <a:pt x="5600" y="5424"/>
                  </a:lnTo>
                  <a:lnTo>
                    <a:pt x="5724" y="5424"/>
                  </a:lnTo>
                  <a:lnTo>
                    <a:pt x="5724" y="5300"/>
                  </a:lnTo>
                  <a:close/>
                  <a:moveTo>
                    <a:pt x="4500" y="5300"/>
                  </a:moveTo>
                  <a:lnTo>
                    <a:pt x="4500" y="5424"/>
                  </a:lnTo>
                  <a:lnTo>
                    <a:pt x="4624" y="5424"/>
                  </a:lnTo>
                  <a:lnTo>
                    <a:pt x="4624" y="5300"/>
                  </a:lnTo>
                  <a:close/>
                  <a:moveTo>
                    <a:pt x="1100" y="5100"/>
                  </a:moveTo>
                  <a:lnTo>
                    <a:pt x="1100" y="5224"/>
                  </a:lnTo>
                  <a:lnTo>
                    <a:pt x="1224" y="5224"/>
                  </a:lnTo>
                  <a:lnTo>
                    <a:pt x="1224" y="5100"/>
                  </a:lnTo>
                  <a:close/>
                  <a:moveTo>
                    <a:pt x="900" y="5100"/>
                  </a:moveTo>
                  <a:lnTo>
                    <a:pt x="900" y="5224"/>
                  </a:lnTo>
                  <a:lnTo>
                    <a:pt x="1024" y="5224"/>
                  </a:lnTo>
                  <a:lnTo>
                    <a:pt x="1024" y="5100"/>
                  </a:lnTo>
                  <a:close/>
                  <a:moveTo>
                    <a:pt x="400" y="5100"/>
                  </a:moveTo>
                  <a:lnTo>
                    <a:pt x="400" y="5224"/>
                  </a:lnTo>
                  <a:lnTo>
                    <a:pt x="524" y="5224"/>
                  </a:lnTo>
                  <a:lnTo>
                    <a:pt x="524" y="5100"/>
                  </a:lnTo>
                  <a:close/>
                  <a:moveTo>
                    <a:pt x="5800" y="4900"/>
                  </a:moveTo>
                  <a:lnTo>
                    <a:pt x="5800" y="5024"/>
                  </a:lnTo>
                  <a:lnTo>
                    <a:pt x="5924" y="5024"/>
                  </a:lnTo>
                  <a:lnTo>
                    <a:pt x="5924" y="4900"/>
                  </a:lnTo>
                  <a:close/>
                  <a:moveTo>
                    <a:pt x="3000" y="4900"/>
                  </a:moveTo>
                  <a:lnTo>
                    <a:pt x="3000" y="5024"/>
                  </a:lnTo>
                  <a:lnTo>
                    <a:pt x="3124" y="5024"/>
                  </a:lnTo>
                  <a:lnTo>
                    <a:pt x="3124" y="4900"/>
                  </a:lnTo>
                  <a:close/>
                  <a:moveTo>
                    <a:pt x="1300" y="4900"/>
                  </a:moveTo>
                  <a:lnTo>
                    <a:pt x="1300" y="5124"/>
                  </a:lnTo>
                  <a:lnTo>
                    <a:pt x="1424" y="5124"/>
                  </a:lnTo>
                  <a:lnTo>
                    <a:pt x="1424" y="4900"/>
                  </a:lnTo>
                  <a:close/>
                  <a:moveTo>
                    <a:pt x="5100" y="4600"/>
                  </a:moveTo>
                  <a:lnTo>
                    <a:pt x="5100" y="4724"/>
                  </a:lnTo>
                  <a:lnTo>
                    <a:pt x="5224" y="4724"/>
                  </a:lnTo>
                  <a:lnTo>
                    <a:pt x="5224" y="4600"/>
                  </a:lnTo>
                  <a:close/>
                  <a:moveTo>
                    <a:pt x="3300" y="4600"/>
                  </a:moveTo>
                  <a:lnTo>
                    <a:pt x="3300" y="4724"/>
                  </a:lnTo>
                  <a:lnTo>
                    <a:pt x="3424" y="4724"/>
                  </a:lnTo>
                  <a:lnTo>
                    <a:pt x="3424" y="4600"/>
                  </a:lnTo>
                  <a:close/>
                  <a:moveTo>
                    <a:pt x="5900" y="4400"/>
                  </a:moveTo>
                  <a:lnTo>
                    <a:pt x="5900" y="4524"/>
                  </a:lnTo>
                  <a:lnTo>
                    <a:pt x="6024" y="4524"/>
                  </a:lnTo>
                  <a:lnTo>
                    <a:pt x="6024" y="4400"/>
                  </a:lnTo>
                  <a:close/>
                  <a:moveTo>
                    <a:pt x="4400" y="4400"/>
                  </a:moveTo>
                  <a:lnTo>
                    <a:pt x="4400" y="4524"/>
                  </a:lnTo>
                  <a:lnTo>
                    <a:pt x="4524" y="4524"/>
                  </a:lnTo>
                  <a:lnTo>
                    <a:pt x="4524" y="4400"/>
                  </a:lnTo>
                  <a:close/>
                  <a:moveTo>
                    <a:pt x="3700" y="4300"/>
                  </a:moveTo>
                  <a:lnTo>
                    <a:pt x="3700" y="4424"/>
                  </a:lnTo>
                  <a:lnTo>
                    <a:pt x="3824" y="4424"/>
                  </a:lnTo>
                  <a:lnTo>
                    <a:pt x="3824" y="4300"/>
                  </a:lnTo>
                  <a:close/>
                  <a:moveTo>
                    <a:pt x="4000" y="4100"/>
                  </a:moveTo>
                  <a:lnTo>
                    <a:pt x="4000" y="4224"/>
                  </a:lnTo>
                  <a:lnTo>
                    <a:pt x="4124" y="4224"/>
                  </a:lnTo>
                  <a:lnTo>
                    <a:pt x="4124" y="4100"/>
                  </a:lnTo>
                  <a:close/>
                  <a:moveTo>
                    <a:pt x="3500" y="4100"/>
                  </a:moveTo>
                  <a:lnTo>
                    <a:pt x="3500" y="4224"/>
                  </a:lnTo>
                  <a:lnTo>
                    <a:pt x="3624" y="4224"/>
                  </a:lnTo>
                  <a:lnTo>
                    <a:pt x="3624" y="4100"/>
                  </a:lnTo>
                  <a:close/>
                  <a:moveTo>
                    <a:pt x="5900" y="4000"/>
                  </a:moveTo>
                  <a:lnTo>
                    <a:pt x="5900" y="4324"/>
                  </a:lnTo>
                  <a:lnTo>
                    <a:pt x="6024" y="4324"/>
                  </a:lnTo>
                  <a:lnTo>
                    <a:pt x="6024" y="4000"/>
                  </a:lnTo>
                  <a:close/>
                  <a:moveTo>
                    <a:pt x="4800" y="3800"/>
                  </a:moveTo>
                  <a:lnTo>
                    <a:pt x="4800" y="3924"/>
                  </a:lnTo>
                  <a:lnTo>
                    <a:pt x="4924" y="3924"/>
                  </a:lnTo>
                  <a:lnTo>
                    <a:pt x="4924" y="3800"/>
                  </a:lnTo>
                  <a:close/>
                  <a:moveTo>
                    <a:pt x="5000" y="3700"/>
                  </a:moveTo>
                  <a:lnTo>
                    <a:pt x="5000" y="3824"/>
                  </a:lnTo>
                  <a:lnTo>
                    <a:pt x="5124" y="3824"/>
                  </a:lnTo>
                  <a:lnTo>
                    <a:pt x="5124" y="3700"/>
                  </a:lnTo>
                  <a:close/>
                  <a:moveTo>
                    <a:pt x="2100" y="3700"/>
                  </a:moveTo>
                  <a:lnTo>
                    <a:pt x="2100" y="3824"/>
                  </a:lnTo>
                  <a:lnTo>
                    <a:pt x="2224" y="3824"/>
                  </a:lnTo>
                  <a:lnTo>
                    <a:pt x="2224" y="3700"/>
                  </a:lnTo>
                  <a:close/>
                  <a:moveTo>
                    <a:pt x="4700" y="3600"/>
                  </a:moveTo>
                  <a:lnTo>
                    <a:pt x="4700" y="3724"/>
                  </a:lnTo>
                  <a:lnTo>
                    <a:pt x="4824" y="3724"/>
                  </a:lnTo>
                  <a:lnTo>
                    <a:pt x="4824" y="3600"/>
                  </a:lnTo>
                  <a:close/>
                  <a:moveTo>
                    <a:pt x="5700" y="3400"/>
                  </a:moveTo>
                  <a:lnTo>
                    <a:pt x="5700" y="3524"/>
                  </a:lnTo>
                  <a:lnTo>
                    <a:pt x="5824" y="3524"/>
                  </a:lnTo>
                  <a:lnTo>
                    <a:pt x="5824" y="3400"/>
                  </a:lnTo>
                  <a:close/>
                  <a:moveTo>
                    <a:pt x="3400" y="3300"/>
                  </a:moveTo>
                  <a:lnTo>
                    <a:pt x="3400" y="3424"/>
                  </a:lnTo>
                  <a:lnTo>
                    <a:pt x="3524" y="3424"/>
                  </a:lnTo>
                  <a:lnTo>
                    <a:pt x="3524" y="3300"/>
                  </a:lnTo>
                  <a:close/>
                  <a:moveTo>
                    <a:pt x="5600" y="3200"/>
                  </a:moveTo>
                  <a:lnTo>
                    <a:pt x="5600" y="3324"/>
                  </a:lnTo>
                  <a:lnTo>
                    <a:pt x="5724" y="3324"/>
                  </a:lnTo>
                  <a:lnTo>
                    <a:pt x="5724" y="3200"/>
                  </a:lnTo>
                  <a:close/>
                  <a:moveTo>
                    <a:pt x="500" y="3200"/>
                  </a:moveTo>
                  <a:lnTo>
                    <a:pt x="500" y="3324"/>
                  </a:lnTo>
                  <a:lnTo>
                    <a:pt x="624" y="3324"/>
                  </a:lnTo>
                  <a:lnTo>
                    <a:pt x="624" y="3200"/>
                  </a:lnTo>
                  <a:close/>
                  <a:moveTo>
                    <a:pt x="2500" y="3000"/>
                  </a:moveTo>
                  <a:lnTo>
                    <a:pt x="2500" y="3124"/>
                  </a:lnTo>
                  <a:lnTo>
                    <a:pt x="2624" y="3124"/>
                  </a:lnTo>
                  <a:lnTo>
                    <a:pt x="2624" y="3000"/>
                  </a:lnTo>
                  <a:close/>
                  <a:moveTo>
                    <a:pt x="2700" y="2800"/>
                  </a:moveTo>
                  <a:lnTo>
                    <a:pt x="2700" y="2924"/>
                  </a:lnTo>
                  <a:lnTo>
                    <a:pt x="2824" y="2924"/>
                  </a:lnTo>
                  <a:lnTo>
                    <a:pt x="2824" y="2800"/>
                  </a:lnTo>
                  <a:close/>
                  <a:moveTo>
                    <a:pt x="1800" y="2800"/>
                  </a:moveTo>
                  <a:lnTo>
                    <a:pt x="1800" y="2924"/>
                  </a:lnTo>
                  <a:lnTo>
                    <a:pt x="1924" y="2924"/>
                  </a:lnTo>
                  <a:lnTo>
                    <a:pt x="1924" y="2800"/>
                  </a:lnTo>
                  <a:close/>
                  <a:moveTo>
                    <a:pt x="600" y="2800"/>
                  </a:moveTo>
                  <a:lnTo>
                    <a:pt x="600" y="2924"/>
                  </a:lnTo>
                  <a:lnTo>
                    <a:pt x="924" y="2924"/>
                  </a:lnTo>
                  <a:lnTo>
                    <a:pt x="924" y="2800"/>
                  </a:lnTo>
                  <a:close/>
                  <a:moveTo>
                    <a:pt x="4800" y="2500"/>
                  </a:moveTo>
                  <a:lnTo>
                    <a:pt x="4800" y="2624"/>
                  </a:lnTo>
                  <a:lnTo>
                    <a:pt x="4924" y="2624"/>
                  </a:lnTo>
                  <a:lnTo>
                    <a:pt x="4924" y="2500"/>
                  </a:lnTo>
                  <a:close/>
                  <a:moveTo>
                    <a:pt x="300" y="2500"/>
                  </a:moveTo>
                  <a:lnTo>
                    <a:pt x="300" y="2624"/>
                  </a:lnTo>
                  <a:lnTo>
                    <a:pt x="424" y="2624"/>
                  </a:lnTo>
                  <a:lnTo>
                    <a:pt x="424" y="2500"/>
                  </a:lnTo>
                  <a:close/>
                  <a:moveTo>
                    <a:pt x="5500" y="1900"/>
                  </a:moveTo>
                  <a:lnTo>
                    <a:pt x="5500" y="2024"/>
                  </a:lnTo>
                  <a:lnTo>
                    <a:pt x="5624" y="2024"/>
                  </a:lnTo>
                  <a:lnTo>
                    <a:pt x="5624" y="1900"/>
                  </a:lnTo>
                  <a:close/>
                  <a:moveTo>
                    <a:pt x="5000" y="1300"/>
                  </a:moveTo>
                  <a:lnTo>
                    <a:pt x="5000" y="1424"/>
                  </a:lnTo>
                  <a:lnTo>
                    <a:pt x="5124" y="1424"/>
                  </a:lnTo>
                  <a:lnTo>
                    <a:pt x="5124" y="1300"/>
                  </a:lnTo>
                  <a:close/>
                  <a:moveTo>
                    <a:pt x="3000" y="1300"/>
                  </a:moveTo>
                  <a:lnTo>
                    <a:pt x="3000" y="1424"/>
                  </a:lnTo>
                  <a:lnTo>
                    <a:pt x="3124" y="1424"/>
                  </a:lnTo>
                  <a:lnTo>
                    <a:pt x="3124" y="1300"/>
                  </a:lnTo>
                  <a:close/>
                  <a:moveTo>
                    <a:pt x="1300" y="1300"/>
                  </a:moveTo>
                  <a:lnTo>
                    <a:pt x="1300" y="1424"/>
                  </a:lnTo>
                  <a:lnTo>
                    <a:pt x="1424" y="1424"/>
                  </a:lnTo>
                  <a:lnTo>
                    <a:pt x="1424" y="1300"/>
                  </a:lnTo>
                  <a:close/>
                  <a:moveTo>
                    <a:pt x="5200" y="1000"/>
                  </a:moveTo>
                  <a:lnTo>
                    <a:pt x="5200" y="1124"/>
                  </a:lnTo>
                  <a:lnTo>
                    <a:pt x="5274" y="1124"/>
                  </a:lnTo>
                  <a:lnTo>
                    <a:pt x="5300" y="1224"/>
                  </a:lnTo>
                  <a:lnTo>
                    <a:pt x="5424" y="1224"/>
                  </a:lnTo>
                  <a:lnTo>
                    <a:pt x="5424" y="1100"/>
                  </a:lnTo>
                  <a:lnTo>
                    <a:pt x="5350" y="1100"/>
                  </a:lnTo>
                  <a:lnTo>
                    <a:pt x="5324" y="1000"/>
                  </a:lnTo>
                  <a:close/>
                  <a:moveTo>
                    <a:pt x="4800" y="1000"/>
                  </a:moveTo>
                  <a:lnTo>
                    <a:pt x="4800" y="1124"/>
                  </a:lnTo>
                  <a:lnTo>
                    <a:pt x="4924" y="1124"/>
                  </a:lnTo>
                  <a:lnTo>
                    <a:pt x="4924" y="1000"/>
                  </a:lnTo>
                  <a:close/>
                  <a:moveTo>
                    <a:pt x="1000" y="1000"/>
                  </a:moveTo>
                  <a:lnTo>
                    <a:pt x="1000" y="1124"/>
                  </a:lnTo>
                  <a:lnTo>
                    <a:pt x="1124" y="1124"/>
                  </a:lnTo>
                  <a:lnTo>
                    <a:pt x="1124" y="1000"/>
                  </a:lnTo>
                  <a:close/>
                  <a:moveTo>
                    <a:pt x="4200" y="0"/>
                  </a:moveTo>
                  <a:lnTo>
                    <a:pt x="4200" y="124"/>
                  </a:lnTo>
                  <a:lnTo>
                    <a:pt x="4324" y="124"/>
                  </a:lnTo>
                  <a:lnTo>
                    <a:pt x="4324" y="0"/>
                  </a:lnTo>
                  <a:close/>
                  <a:moveTo>
                    <a:pt x="2100" y="0"/>
                  </a:moveTo>
                  <a:lnTo>
                    <a:pt x="2100" y="124"/>
                  </a:lnTo>
                  <a:lnTo>
                    <a:pt x="2224" y="124"/>
                  </a:lnTo>
                  <a:lnTo>
                    <a:pt x="2224" y="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ADB1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0" name="Format reward illustration color 9"/>
            <p:cNvSpPr/>
            <p:nvPr/>
          </p:nvSpPr>
          <p:spPr>
            <a:xfrm>
              <a:off x="11872387" y="7757587"/>
              <a:ext cx="367955" cy="441107"/>
            </a:xfrm>
            <a:custGeom>
              <a:avLst/>
              <a:gdLst/>
              <a:ahLst/>
              <a:cxnLst/>
              <a:rect l="l" t="t" r="r" b="b"/>
              <a:pathLst>
                <a:path w="4024" h="4824">
                  <a:moveTo>
                    <a:pt x="3700" y="4700"/>
                  </a:moveTo>
                  <a:lnTo>
                    <a:pt x="3700" y="4824"/>
                  </a:lnTo>
                  <a:lnTo>
                    <a:pt x="3824" y="4824"/>
                  </a:lnTo>
                  <a:lnTo>
                    <a:pt x="3824" y="4700"/>
                  </a:lnTo>
                  <a:close/>
                  <a:moveTo>
                    <a:pt x="3300" y="4200"/>
                  </a:moveTo>
                  <a:lnTo>
                    <a:pt x="3300" y="4324"/>
                  </a:lnTo>
                  <a:lnTo>
                    <a:pt x="3424" y="4324"/>
                  </a:lnTo>
                  <a:lnTo>
                    <a:pt x="3424" y="4200"/>
                  </a:lnTo>
                  <a:close/>
                  <a:moveTo>
                    <a:pt x="3800" y="4000"/>
                  </a:moveTo>
                  <a:lnTo>
                    <a:pt x="3800" y="4124"/>
                  </a:lnTo>
                  <a:lnTo>
                    <a:pt x="3874" y="4124"/>
                  </a:lnTo>
                  <a:lnTo>
                    <a:pt x="3900" y="4224"/>
                  </a:lnTo>
                  <a:lnTo>
                    <a:pt x="4024" y="4224"/>
                  </a:lnTo>
                  <a:lnTo>
                    <a:pt x="4024" y="4100"/>
                  </a:lnTo>
                  <a:lnTo>
                    <a:pt x="3950" y="4100"/>
                  </a:lnTo>
                  <a:lnTo>
                    <a:pt x="3924" y="4000"/>
                  </a:lnTo>
                  <a:close/>
                  <a:moveTo>
                    <a:pt x="3100" y="4000"/>
                  </a:moveTo>
                  <a:lnTo>
                    <a:pt x="3100" y="4124"/>
                  </a:lnTo>
                  <a:lnTo>
                    <a:pt x="3224" y="4124"/>
                  </a:lnTo>
                  <a:lnTo>
                    <a:pt x="3224" y="4000"/>
                  </a:lnTo>
                  <a:close/>
                  <a:moveTo>
                    <a:pt x="3224" y="3700"/>
                  </a:moveTo>
                  <a:lnTo>
                    <a:pt x="3100" y="3700"/>
                  </a:lnTo>
                  <a:lnTo>
                    <a:pt x="3100" y="3774"/>
                  </a:lnTo>
                  <a:lnTo>
                    <a:pt x="3000" y="3800"/>
                  </a:lnTo>
                  <a:lnTo>
                    <a:pt x="3000" y="3924"/>
                  </a:lnTo>
                  <a:lnTo>
                    <a:pt x="3124" y="3924"/>
                  </a:lnTo>
                  <a:lnTo>
                    <a:pt x="3124" y="3850"/>
                  </a:lnTo>
                  <a:lnTo>
                    <a:pt x="3224" y="3824"/>
                  </a:lnTo>
                  <a:close/>
                  <a:moveTo>
                    <a:pt x="3500" y="3600"/>
                  </a:moveTo>
                  <a:lnTo>
                    <a:pt x="3500" y="3724"/>
                  </a:lnTo>
                  <a:lnTo>
                    <a:pt x="3624" y="3724"/>
                  </a:lnTo>
                  <a:lnTo>
                    <a:pt x="3624" y="3600"/>
                  </a:lnTo>
                  <a:close/>
                  <a:moveTo>
                    <a:pt x="3200" y="3400"/>
                  </a:moveTo>
                  <a:lnTo>
                    <a:pt x="3200" y="3524"/>
                  </a:lnTo>
                  <a:lnTo>
                    <a:pt x="3324" y="3524"/>
                  </a:lnTo>
                  <a:lnTo>
                    <a:pt x="3324" y="3400"/>
                  </a:lnTo>
                  <a:close/>
                  <a:moveTo>
                    <a:pt x="2700" y="3400"/>
                  </a:moveTo>
                  <a:lnTo>
                    <a:pt x="2700" y="3524"/>
                  </a:lnTo>
                  <a:lnTo>
                    <a:pt x="2774" y="3524"/>
                  </a:lnTo>
                  <a:lnTo>
                    <a:pt x="2800" y="3624"/>
                  </a:lnTo>
                  <a:lnTo>
                    <a:pt x="2900" y="3650"/>
                  </a:lnTo>
                  <a:lnTo>
                    <a:pt x="2900" y="3724"/>
                  </a:lnTo>
                  <a:lnTo>
                    <a:pt x="3024" y="3724"/>
                  </a:lnTo>
                  <a:lnTo>
                    <a:pt x="3024" y="3600"/>
                  </a:lnTo>
                  <a:lnTo>
                    <a:pt x="2950" y="3600"/>
                  </a:lnTo>
                  <a:lnTo>
                    <a:pt x="2924" y="3500"/>
                  </a:lnTo>
                  <a:lnTo>
                    <a:pt x="2824" y="3474"/>
                  </a:lnTo>
                  <a:lnTo>
                    <a:pt x="2824" y="3400"/>
                  </a:lnTo>
                  <a:close/>
                  <a:moveTo>
                    <a:pt x="2100" y="3300"/>
                  </a:moveTo>
                  <a:lnTo>
                    <a:pt x="2100" y="3424"/>
                  </a:lnTo>
                  <a:lnTo>
                    <a:pt x="2224" y="3424"/>
                  </a:lnTo>
                  <a:lnTo>
                    <a:pt x="2224" y="3300"/>
                  </a:lnTo>
                  <a:close/>
                  <a:moveTo>
                    <a:pt x="1300" y="3300"/>
                  </a:moveTo>
                  <a:lnTo>
                    <a:pt x="1300" y="3424"/>
                  </a:lnTo>
                  <a:lnTo>
                    <a:pt x="1424" y="3424"/>
                  </a:lnTo>
                  <a:lnTo>
                    <a:pt x="1424" y="3300"/>
                  </a:lnTo>
                  <a:close/>
                  <a:moveTo>
                    <a:pt x="2400" y="3200"/>
                  </a:moveTo>
                  <a:lnTo>
                    <a:pt x="2400" y="3324"/>
                  </a:lnTo>
                  <a:lnTo>
                    <a:pt x="2524" y="3324"/>
                  </a:lnTo>
                  <a:lnTo>
                    <a:pt x="2524" y="3200"/>
                  </a:lnTo>
                  <a:close/>
                  <a:moveTo>
                    <a:pt x="2600" y="3100"/>
                  </a:moveTo>
                  <a:lnTo>
                    <a:pt x="2600" y="3224"/>
                  </a:lnTo>
                  <a:lnTo>
                    <a:pt x="2724" y="3224"/>
                  </a:lnTo>
                  <a:lnTo>
                    <a:pt x="2724" y="3100"/>
                  </a:lnTo>
                  <a:close/>
                  <a:moveTo>
                    <a:pt x="600" y="3000"/>
                  </a:moveTo>
                  <a:lnTo>
                    <a:pt x="600" y="3124"/>
                  </a:lnTo>
                  <a:lnTo>
                    <a:pt x="674" y="3124"/>
                  </a:lnTo>
                  <a:lnTo>
                    <a:pt x="700" y="3224"/>
                  </a:lnTo>
                  <a:lnTo>
                    <a:pt x="824" y="3224"/>
                  </a:lnTo>
                  <a:lnTo>
                    <a:pt x="824" y="3100"/>
                  </a:lnTo>
                  <a:lnTo>
                    <a:pt x="750" y="3100"/>
                  </a:lnTo>
                  <a:lnTo>
                    <a:pt x="724" y="3000"/>
                  </a:lnTo>
                  <a:close/>
                  <a:moveTo>
                    <a:pt x="1000" y="2900"/>
                  </a:moveTo>
                  <a:lnTo>
                    <a:pt x="1000" y="3024"/>
                  </a:lnTo>
                  <a:lnTo>
                    <a:pt x="1124" y="3024"/>
                  </a:lnTo>
                  <a:lnTo>
                    <a:pt x="1124" y="2900"/>
                  </a:lnTo>
                  <a:close/>
                  <a:moveTo>
                    <a:pt x="2700" y="2600"/>
                  </a:moveTo>
                  <a:lnTo>
                    <a:pt x="2700" y="2724"/>
                  </a:lnTo>
                  <a:lnTo>
                    <a:pt x="2824" y="2724"/>
                  </a:lnTo>
                  <a:lnTo>
                    <a:pt x="2824" y="2600"/>
                  </a:lnTo>
                  <a:close/>
                  <a:moveTo>
                    <a:pt x="500" y="2500"/>
                  </a:moveTo>
                  <a:lnTo>
                    <a:pt x="500" y="2624"/>
                  </a:lnTo>
                  <a:lnTo>
                    <a:pt x="574" y="2624"/>
                  </a:lnTo>
                  <a:lnTo>
                    <a:pt x="600" y="2724"/>
                  </a:lnTo>
                  <a:lnTo>
                    <a:pt x="700" y="2750"/>
                  </a:lnTo>
                  <a:lnTo>
                    <a:pt x="700" y="2824"/>
                  </a:lnTo>
                  <a:lnTo>
                    <a:pt x="824" y="2824"/>
                  </a:lnTo>
                  <a:lnTo>
                    <a:pt x="824" y="2700"/>
                  </a:lnTo>
                  <a:lnTo>
                    <a:pt x="750" y="2700"/>
                  </a:lnTo>
                  <a:lnTo>
                    <a:pt x="724" y="2600"/>
                  </a:lnTo>
                  <a:lnTo>
                    <a:pt x="624" y="2574"/>
                  </a:lnTo>
                  <a:lnTo>
                    <a:pt x="624" y="2500"/>
                  </a:lnTo>
                  <a:close/>
                  <a:moveTo>
                    <a:pt x="200" y="2500"/>
                  </a:moveTo>
                  <a:lnTo>
                    <a:pt x="200" y="2624"/>
                  </a:lnTo>
                  <a:lnTo>
                    <a:pt x="324" y="2624"/>
                  </a:lnTo>
                  <a:lnTo>
                    <a:pt x="324" y="2500"/>
                  </a:lnTo>
                  <a:close/>
                  <a:moveTo>
                    <a:pt x="3200" y="2400"/>
                  </a:moveTo>
                  <a:lnTo>
                    <a:pt x="3200" y="2524"/>
                  </a:lnTo>
                  <a:lnTo>
                    <a:pt x="3324" y="2524"/>
                  </a:lnTo>
                  <a:lnTo>
                    <a:pt x="3324" y="2400"/>
                  </a:lnTo>
                  <a:close/>
                  <a:moveTo>
                    <a:pt x="400" y="2300"/>
                  </a:moveTo>
                  <a:lnTo>
                    <a:pt x="400" y="2424"/>
                  </a:lnTo>
                  <a:lnTo>
                    <a:pt x="524" y="2424"/>
                  </a:lnTo>
                  <a:lnTo>
                    <a:pt x="524" y="2300"/>
                  </a:lnTo>
                  <a:close/>
                  <a:moveTo>
                    <a:pt x="100" y="2300"/>
                  </a:moveTo>
                  <a:lnTo>
                    <a:pt x="100" y="2424"/>
                  </a:lnTo>
                  <a:lnTo>
                    <a:pt x="224" y="2424"/>
                  </a:lnTo>
                  <a:lnTo>
                    <a:pt x="224" y="2300"/>
                  </a:lnTo>
                  <a:close/>
                  <a:moveTo>
                    <a:pt x="3000" y="2200"/>
                  </a:moveTo>
                  <a:lnTo>
                    <a:pt x="3000" y="2324"/>
                  </a:lnTo>
                  <a:lnTo>
                    <a:pt x="3124" y="2324"/>
                  </a:lnTo>
                  <a:lnTo>
                    <a:pt x="3124" y="2200"/>
                  </a:lnTo>
                  <a:close/>
                  <a:moveTo>
                    <a:pt x="3300" y="2100"/>
                  </a:moveTo>
                  <a:lnTo>
                    <a:pt x="3300" y="2224"/>
                  </a:lnTo>
                  <a:lnTo>
                    <a:pt x="3424" y="2224"/>
                  </a:lnTo>
                  <a:lnTo>
                    <a:pt x="3424" y="2100"/>
                  </a:lnTo>
                  <a:close/>
                  <a:moveTo>
                    <a:pt x="300" y="2000"/>
                  </a:moveTo>
                  <a:lnTo>
                    <a:pt x="300" y="2124"/>
                  </a:lnTo>
                  <a:lnTo>
                    <a:pt x="424" y="2124"/>
                  </a:lnTo>
                  <a:lnTo>
                    <a:pt x="424" y="20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2324" y="1300"/>
                  </a:moveTo>
                  <a:lnTo>
                    <a:pt x="2100" y="1300"/>
                  </a:lnTo>
                  <a:lnTo>
                    <a:pt x="2100" y="1474"/>
                  </a:lnTo>
                  <a:lnTo>
                    <a:pt x="2000" y="1500"/>
                  </a:lnTo>
                  <a:lnTo>
                    <a:pt x="1974" y="1600"/>
                  </a:lnTo>
                  <a:lnTo>
                    <a:pt x="1900" y="1600"/>
                  </a:lnTo>
                  <a:lnTo>
                    <a:pt x="1900" y="1774"/>
                  </a:lnTo>
                  <a:lnTo>
                    <a:pt x="1800" y="1800"/>
                  </a:lnTo>
                  <a:lnTo>
                    <a:pt x="1774" y="1900"/>
                  </a:lnTo>
                  <a:lnTo>
                    <a:pt x="1700" y="1900"/>
                  </a:lnTo>
                  <a:lnTo>
                    <a:pt x="1700" y="2074"/>
                  </a:lnTo>
                  <a:lnTo>
                    <a:pt x="1674" y="2100"/>
                  </a:lnTo>
                  <a:lnTo>
                    <a:pt x="1550" y="2100"/>
                  </a:lnTo>
                  <a:lnTo>
                    <a:pt x="1524" y="2000"/>
                  </a:lnTo>
                  <a:lnTo>
                    <a:pt x="1450" y="2000"/>
                  </a:lnTo>
                  <a:lnTo>
                    <a:pt x="1424" y="1900"/>
                  </a:lnTo>
                  <a:lnTo>
                    <a:pt x="1350" y="1900"/>
                  </a:lnTo>
                  <a:lnTo>
                    <a:pt x="1324" y="1800"/>
                  </a:lnTo>
                  <a:lnTo>
                    <a:pt x="1224" y="1774"/>
                  </a:lnTo>
                  <a:lnTo>
                    <a:pt x="1224" y="1700"/>
                  </a:lnTo>
                  <a:lnTo>
                    <a:pt x="1000" y="1700"/>
                  </a:lnTo>
                  <a:lnTo>
                    <a:pt x="1000" y="1824"/>
                  </a:lnTo>
                  <a:lnTo>
                    <a:pt x="1100" y="1850"/>
                  </a:lnTo>
                  <a:lnTo>
                    <a:pt x="1100" y="2024"/>
                  </a:lnTo>
                  <a:lnTo>
                    <a:pt x="1274" y="2024"/>
                  </a:lnTo>
                  <a:lnTo>
                    <a:pt x="1300" y="2050"/>
                  </a:lnTo>
                  <a:lnTo>
                    <a:pt x="1300" y="2224"/>
                  </a:lnTo>
                  <a:lnTo>
                    <a:pt x="1474" y="2224"/>
                  </a:lnTo>
                  <a:lnTo>
                    <a:pt x="1500" y="2324"/>
                  </a:lnTo>
                  <a:lnTo>
                    <a:pt x="1624" y="2324"/>
                  </a:lnTo>
                  <a:lnTo>
                    <a:pt x="1624" y="2250"/>
                  </a:lnTo>
                  <a:lnTo>
                    <a:pt x="1724" y="2224"/>
                  </a:lnTo>
                  <a:lnTo>
                    <a:pt x="1724" y="2150"/>
                  </a:lnTo>
                  <a:lnTo>
                    <a:pt x="1824" y="2124"/>
                  </a:lnTo>
                  <a:lnTo>
                    <a:pt x="1824" y="2050"/>
                  </a:lnTo>
                  <a:lnTo>
                    <a:pt x="1924" y="2024"/>
                  </a:lnTo>
                  <a:lnTo>
                    <a:pt x="1924" y="1950"/>
                  </a:lnTo>
                  <a:lnTo>
                    <a:pt x="2024" y="1924"/>
                  </a:lnTo>
                  <a:lnTo>
                    <a:pt x="2050" y="1824"/>
                  </a:lnTo>
                  <a:lnTo>
                    <a:pt x="2124" y="1824"/>
                  </a:lnTo>
                  <a:lnTo>
                    <a:pt x="2124" y="1650"/>
                  </a:lnTo>
                  <a:lnTo>
                    <a:pt x="2224" y="1624"/>
                  </a:lnTo>
                  <a:lnTo>
                    <a:pt x="2250" y="1524"/>
                  </a:lnTo>
                  <a:lnTo>
                    <a:pt x="2324" y="1524"/>
                  </a:lnTo>
                  <a:close/>
                  <a:moveTo>
                    <a:pt x="3300" y="1200"/>
                  </a:moveTo>
                  <a:lnTo>
                    <a:pt x="3300" y="1324"/>
                  </a:lnTo>
                  <a:lnTo>
                    <a:pt x="3424" y="1324"/>
                  </a:lnTo>
                  <a:lnTo>
                    <a:pt x="3424" y="1200"/>
                  </a:lnTo>
                  <a:close/>
                  <a:moveTo>
                    <a:pt x="100" y="1100"/>
                  </a:moveTo>
                  <a:lnTo>
                    <a:pt x="100" y="1224"/>
                  </a:lnTo>
                  <a:lnTo>
                    <a:pt x="224" y="1224"/>
                  </a:lnTo>
                  <a:lnTo>
                    <a:pt x="224" y="1100"/>
                  </a:lnTo>
                  <a:close/>
                  <a:moveTo>
                    <a:pt x="3200" y="900"/>
                  </a:moveTo>
                  <a:lnTo>
                    <a:pt x="3200" y="1024"/>
                  </a:lnTo>
                  <a:lnTo>
                    <a:pt x="3324" y="1024"/>
                  </a:lnTo>
                  <a:lnTo>
                    <a:pt x="3324" y="900"/>
                  </a:lnTo>
                  <a:close/>
                  <a:moveTo>
                    <a:pt x="500" y="900"/>
                  </a:moveTo>
                  <a:lnTo>
                    <a:pt x="500" y="1024"/>
                  </a:lnTo>
                  <a:lnTo>
                    <a:pt x="624" y="1024"/>
                  </a:lnTo>
                  <a:lnTo>
                    <a:pt x="624" y="900"/>
                  </a:lnTo>
                  <a:close/>
                  <a:moveTo>
                    <a:pt x="200" y="800"/>
                  </a:moveTo>
                  <a:lnTo>
                    <a:pt x="200" y="924"/>
                  </a:lnTo>
                  <a:lnTo>
                    <a:pt x="324" y="924"/>
                  </a:lnTo>
                  <a:lnTo>
                    <a:pt x="324" y="800"/>
                  </a:lnTo>
                  <a:close/>
                  <a:moveTo>
                    <a:pt x="2600" y="600"/>
                  </a:moveTo>
                  <a:lnTo>
                    <a:pt x="2600" y="724"/>
                  </a:lnTo>
                  <a:lnTo>
                    <a:pt x="2674" y="724"/>
                  </a:lnTo>
                  <a:lnTo>
                    <a:pt x="2700" y="824"/>
                  </a:lnTo>
                  <a:lnTo>
                    <a:pt x="2824" y="824"/>
                  </a:lnTo>
                  <a:lnTo>
                    <a:pt x="2824" y="700"/>
                  </a:lnTo>
                  <a:lnTo>
                    <a:pt x="2750" y="700"/>
                  </a:lnTo>
                  <a:lnTo>
                    <a:pt x="2724" y="600"/>
                  </a:lnTo>
                  <a:close/>
                  <a:moveTo>
                    <a:pt x="2900" y="500"/>
                  </a:moveTo>
                  <a:lnTo>
                    <a:pt x="2900" y="624"/>
                  </a:lnTo>
                  <a:lnTo>
                    <a:pt x="2974" y="624"/>
                  </a:lnTo>
                  <a:lnTo>
                    <a:pt x="3000" y="724"/>
                  </a:lnTo>
                  <a:lnTo>
                    <a:pt x="3100" y="750"/>
                  </a:lnTo>
                  <a:lnTo>
                    <a:pt x="3100" y="824"/>
                  </a:lnTo>
                  <a:lnTo>
                    <a:pt x="3224" y="824"/>
                  </a:lnTo>
                  <a:lnTo>
                    <a:pt x="3224" y="700"/>
                  </a:lnTo>
                  <a:lnTo>
                    <a:pt x="3150" y="700"/>
                  </a:lnTo>
                  <a:lnTo>
                    <a:pt x="3124" y="600"/>
                  </a:lnTo>
                  <a:lnTo>
                    <a:pt x="3024" y="574"/>
                  </a:lnTo>
                  <a:lnTo>
                    <a:pt x="3024" y="500"/>
                  </a:lnTo>
                  <a:close/>
                  <a:moveTo>
                    <a:pt x="900" y="500"/>
                  </a:moveTo>
                  <a:lnTo>
                    <a:pt x="900" y="624"/>
                  </a:lnTo>
                  <a:lnTo>
                    <a:pt x="1024" y="624"/>
                  </a:lnTo>
                  <a:lnTo>
                    <a:pt x="1024" y="500"/>
                  </a:lnTo>
                  <a:close/>
                  <a:moveTo>
                    <a:pt x="1100" y="400"/>
                  </a:moveTo>
                  <a:lnTo>
                    <a:pt x="1100" y="524"/>
                  </a:lnTo>
                  <a:lnTo>
                    <a:pt x="1224" y="524"/>
                  </a:lnTo>
                  <a:lnTo>
                    <a:pt x="1224" y="400"/>
                  </a:lnTo>
                  <a:close/>
                  <a:moveTo>
                    <a:pt x="1900" y="300"/>
                  </a:moveTo>
                  <a:lnTo>
                    <a:pt x="1900" y="424"/>
                  </a:lnTo>
                  <a:lnTo>
                    <a:pt x="2024" y="424"/>
                  </a:lnTo>
                  <a:lnTo>
                    <a:pt x="2024" y="300"/>
                  </a:lnTo>
                  <a:close/>
                  <a:moveTo>
                    <a:pt x="1400" y="300"/>
                  </a:moveTo>
                  <a:lnTo>
                    <a:pt x="1400" y="424"/>
                  </a:lnTo>
                  <a:lnTo>
                    <a:pt x="1624" y="424"/>
                  </a:lnTo>
                  <a:lnTo>
                    <a:pt x="1624" y="300"/>
                  </a:lnTo>
                  <a:close/>
                  <a:moveTo>
                    <a:pt x="700" y="300"/>
                  </a:moveTo>
                  <a:lnTo>
                    <a:pt x="700" y="424"/>
                  </a:lnTo>
                  <a:lnTo>
                    <a:pt x="824" y="424"/>
                  </a:lnTo>
                  <a:lnTo>
                    <a:pt x="824" y="300"/>
                  </a:lnTo>
                  <a:close/>
                  <a:moveTo>
                    <a:pt x="1800" y="0"/>
                  </a:moveTo>
                  <a:lnTo>
                    <a:pt x="1800" y="124"/>
                  </a:lnTo>
                  <a:lnTo>
                    <a:pt x="1924" y="12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25585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1" name="Format reward illustration color 10"/>
            <p:cNvSpPr/>
            <p:nvPr/>
          </p:nvSpPr>
          <p:spPr>
            <a:xfrm>
              <a:off x="11607211" y="7519843"/>
              <a:ext cx="669707" cy="706283"/>
            </a:xfrm>
            <a:custGeom>
              <a:avLst/>
              <a:gdLst/>
              <a:ahLst/>
              <a:cxnLst/>
              <a:rect l="l" t="t" r="r" b="b"/>
              <a:pathLst>
                <a:path w="7324" h="7724">
                  <a:moveTo>
                    <a:pt x="7000" y="7600"/>
                  </a:moveTo>
                  <a:lnTo>
                    <a:pt x="7000" y="7724"/>
                  </a:lnTo>
                  <a:lnTo>
                    <a:pt x="7124" y="7724"/>
                  </a:lnTo>
                  <a:lnTo>
                    <a:pt x="7124" y="7600"/>
                  </a:lnTo>
                  <a:close/>
                  <a:moveTo>
                    <a:pt x="5800" y="7600"/>
                  </a:moveTo>
                  <a:lnTo>
                    <a:pt x="5800" y="7724"/>
                  </a:lnTo>
                  <a:lnTo>
                    <a:pt x="5924" y="7724"/>
                  </a:lnTo>
                  <a:lnTo>
                    <a:pt x="5924" y="7600"/>
                  </a:lnTo>
                  <a:close/>
                  <a:moveTo>
                    <a:pt x="4700" y="7600"/>
                  </a:moveTo>
                  <a:lnTo>
                    <a:pt x="4700" y="7724"/>
                  </a:lnTo>
                  <a:lnTo>
                    <a:pt x="5124" y="7724"/>
                  </a:lnTo>
                  <a:lnTo>
                    <a:pt x="5124" y="7600"/>
                  </a:lnTo>
                  <a:close/>
                  <a:moveTo>
                    <a:pt x="3600" y="7600"/>
                  </a:moveTo>
                  <a:lnTo>
                    <a:pt x="3600" y="7724"/>
                  </a:lnTo>
                  <a:lnTo>
                    <a:pt x="3824" y="7724"/>
                  </a:lnTo>
                  <a:lnTo>
                    <a:pt x="3824" y="7600"/>
                  </a:lnTo>
                  <a:close/>
                  <a:moveTo>
                    <a:pt x="2800" y="7600"/>
                  </a:moveTo>
                  <a:lnTo>
                    <a:pt x="2800" y="7724"/>
                  </a:lnTo>
                  <a:lnTo>
                    <a:pt x="3524" y="7724"/>
                  </a:lnTo>
                  <a:lnTo>
                    <a:pt x="3524" y="7600"/>
                  </a:lnTo>
                  <a:close/>
                  <a:moveTo>
                    <a:pt x="1700" y="7600"/>
                  </a:moveTo>
                  <a:lnTo>
                    <a:pt x="1700" y="7724"/>
                  </a:lnTo>
                  <a:lnTo>
                    <a:pt x="2724" y="7724"/>
                  </a:lnTo>
                  <a:lnTo>
                    <a:pt x="2724" y="7600"/>
                  </a:lnTo>
                  <a:close/>
                  <a:moveTo>
                    <a:pt x="300" y="7600"/>
                  </a:moveTo>
                  <a:lnTo>
                    <a:pt x="300" y="7724"/>
                  </a:lnTo>
                  <a:lnTo>
                    <a:pt x="1424" y="7724"/>
                  </a:lnTo>
                  <a:lnTo>
                    <a:pt x="1424" y="7600"/>
                  </a:lnTo>
                  <a:close/>
                  <a:moveTo>
                    <a:pt x="7200" y="7500"/>
                  </a:moveTo>
                  <a:lnTo>
                    <a:pt x="7200" y="7624"/>
                  </a:lnTo>
                  <a:lnTo>
                    <a:pt x="7324" y="7624"/>
                  </a:lnTo>
                  <a:lnTo>
                    <a:pt x="7324" y="7500"/>
                  </a:lnTo>
                  <a:close/>
                  <a:moveTo>
                    <a:pt x="6400" y="7500"/>
                  </a:moveTo>
                  <a:lnTo>
                    <a:pt x="6400" y="7624"/>
                  </a:lnTo>
                  <a:lnTo>
                    <a:pt x="6474" y="7624"/>
                  </a:lnTo>
                  <a:lnTo>
                    <a:pt x="6500" y="7724"/>
                  </a:lnTo>
                  <a:lnTo>
                    <a:pt x="6724" y="7724"/>
                  </a:lnTo>
                  <a:lnTo>
                    <a:pt x="6724" y="7600"/>
                  </a:lnTo>
                  <a:lnTo>
                    <a:pt x="6550" y="7600"/>
                  </a:lnTo>
                  <a:lnTo>
                    <a:pt x="6524" y="7500"/>
                  </a:lnTo>
                  <a:close/>
                  <a:moveTo>
                    <a:pt x="0" y="7400"/>
                  </a:moveTo>
                  <a:lnTo>
                    <a:pt x="0" y="7524"/>
                  </a:lnTo>
                  <a:lnTo>
                    <a:pt x="124" y="7524"/>
                  </a:lnTo>
                  <a:lnTo>
                    <a:pt x="124" y="7400"/>
                  </a:lnTo>
                  <a:close/>
                  <a:moveTo>
                    <a:pt x="6100" y="7200"/>
                  </a:moveTo>
                  <a:lnTo>
                    <a:pt x="6100" y="7424"/>
                  </a:lnTo>
                  <a:lnTo>
                    <a:pt x="6224" y="7424"/>
                  </a:lnTo>
                  <a:lnTo>
                    <a:pt x="6224" y="7200"/>
                  </a:lnTo>
                  <a:close/>
                  <a:moveTo>
                    <a:pt x="7000" y="6500"/>
                  </a:moveTo>
                  <a:lnTo>
                    <a:pt x="7000" y="6624"/>
                  </a:lnTo>
                  <a:lnTo>
                    <a:pt x="7124" y="6624"/>
                  </a:lnTo>
                  <a:lnTo>
                    <a:pt x="7124" y="6500"/>
                  </a:lnTo>
                  <a:close/>
                  <a:moveTo>
                    <a:pt x="800" y="6400"/>
                  </a:moveTo>
                  <a:lnTo>
                    <a:pt x="800" y="6524"/>
                  </a:lnTo>
                  <a:lnTo>
                    <a:pt x="924" y="6524"/>
                  </a:lnTo>
                  <a:lnTo>
                    <a:pt x="924" y="6400"/>
                  </a:lnTo>
                  <a:close/>
                  <a:moveTo>
                    <a:pt x="3800" y="6100"/>
                  </a:moveTo>
                  <a:lnTo>
                    <a:pt x="3800" y="6224"/>
                  </a:lnTo>
                  <a:lnTo>
                    <a:pt x="3924" y="6224"/>
                  </a:lnTo>
                  <a:lnTo>
                    <a:pt x="3924" y="6100"/>
                  </a:lnTo>
                  <a:close/>
                  <a:moveTo>
                    <a:pt x="6500" y="5900"/>
                  </a:moveTo>
                  <a:lnTo>
                    <a:pt x="6500" y="6024"/>
                  </a:lnTo>
                  <a:lnTo>
                    <a:pt x="6624" y="6024"/>
                  </a:lnTo>
                  <a:lnTo>
                    <a:pt x="6624" y="5900"/>
                  </a:lnTo>
                  <a:close/>
                  <a:moveTo>
                    <a:pt x="3400" y="5900"/>
                  </a:moveTo>
                  <a:lnTo>
                    <a:pt x="3400" y="6024"/>
                  </a:lnTo>
                  <a:lnTo>
                    <a:pt x="3524" y="6024"/>
                  </a:lnTo>
                  <a:lnTo>
                    <a:pt x="3524" y="5900"/>
                  </a:lnTo>
                  <a:close/>
                  <a:moveTo>
                    <a:pt x="3000" y="5500"/>
                  </a:moveTo>
                  <a:lnTo>
                    <a:pt x="3000" y="5624"/>
                  </a:lnTo>
                  <a:lnTo>
                    <a:pt x="3074" y="5624"/>
                  </a:lnTo>
                  <a:lnTo>
                    <a:pt x="3100" y="5724"/>
                  </a:lnTo>
                  <a:lnTo>
                    <a:pt x="3224" y="5724"/>
                  </a:lnTo>
                  <a:lnTo>
                    <a:pt x="3224" y="5600"/>
                  </a:lnTo>
                  <a:lnTo>
                    <a:pt x="3150" y="5600"/>
                  </a:lnTo>
                  <a:lnTo>
                    <a:pt x="3124" y="5500"/>
                  </a:lnTo>
                  <a:close/>
                  <a:moveTo>
                    <a:pt x="2300" y="5500"/>
                  </a:moveTo>
                  <a:lnTo>
                    <a:pt x="2300" y="5624"/>
                  </a:lnTo>
                  <a:lnTo>
                    <a:pt x="2524" y="5624"/>
                  </a:lnTo>
                  <a:lnTo>
                    <a:pt x="2524" y="5500"/>
                  </a:lnTo>
                  <a:close/>
                  <a:moveTo>
                    <a:pt x="900" y="5500"/>
                  </a:moveTo>
                  <a:lnTo>
                    <a:pt x="900" y="5624"/>
                  </a:lnTo>
                  <a:lnTo>
                    <a:pt x="1024" y="5624"/>
                  </a:lnTo>
                  <a:lnTo>
                    <a:pt x="1024" y="5500"/>
                  </a:lnTo>
                  <a:close/>
                  <a:moveTo>
                    <a:pt x="6324" y="5400"/>
                  </a:moveTo>
                  <a:lnTo>
                    <a:pt x="6200" y="5400"/>
                  </a:lnTo>
                  <a:lnTo>
                    <a:pt x="6200" y="5474"/>
                  </a:lnTo>
                  <a:lnTo>
                    <a:pt x="6100" y="5500"/>
                  </a:lnTo>
                  <a:lnTo>
                    <a:pt x="6100" y="5624"/>
                  </a:lnTo>
                  <a:lnTo>
                    <a:pt x="6224" y="5624"/>
                  </a:lnTo>
                  <a:lnTo>
                    <a:pt x="6224" y="5550"/>
                  </a:lnTo>
                  <a:lnTo>
                    <a:pt x="6324" y="5524"/>
                  </a:lnTo>
                  <a:close/>
                  <a:moveTo>
                    <a:pt x="6300" y="5200"/>
                  </a:moveTo>
                  <a:lnTo>
                    <a:pt x="6300" y="5324"/>
                  </a:lnTo>
                  <a:lnTo>
                    <a:pt x="6424" y="5324"/>
                  </a:lnTo>
                  <a:lnTo>
                    <a:pt x="6424" y="5200"/>
                  </a:lnTo>
                  <a:close/>
                  <a:moveTo>
                    <a:pt x="2800" y="5200"/>
                  </a:moveTo>
                  <a:lnTo>
                    <a:pt x="2800" y="5324"/>
                  </a:lnTo>
                  <a:lnTo>
                    <a:pt x="2924" y="5324"/>
                  </a:lnTo>
                  <a:lnTo>
                    <a:pt x="2924" y="5200"/>
                  </a:lnTo>
                  <a:close/>
                  <a:moveTo>
                    <a:pt x="6400" y="5000"/>
                  </a:moveTo>
                  <a:lnTo>
                    <a:pt x="6400" y="5124"/>
                  </a:lnTo>
                  <a:lnTo>
                    <a:pt x="6524" y="5124"/>
                  </a:lnTo>
                  <a:lnTo>
                    <a:pt x="6524" y="5000"/>
                  </a:lnTo>
                  <a:close/>
                  <a:moveTo>
                    <a:pt x="800" y="5000"/>
                  </a:moveTo>
                  <a:lnTo>
                    <a:pt x="800" y="5124"/>
                  </a:lnTo>
                  <a:lnTo>
                    <a:pt x="924" y="5124"/>
                  </a:lnTo>
                  <a:lnTo>
                    <a:pt x="924" y="5000"/>
                  </a:lnTo>
                  <a:close/>
                  <a:moveTo>
                    <a:pt x="6500" y="4600"/>
                  </a:moveTo>
                  <a:lnTo>
                    <a:pt x="6500" y="4724"/>
                  </a:lnTo>
                  <a:lnTo>
                    <a:pt x="6624" y="4724"/>
                  </a:lnTo>
                  <a:lnTo>
                    <a:pt x="6624" y="4600"/>
                  </a:lnTo>
                  <a:close/>
                  <a:moveTo>
                    <a:pt x="4900" y="4600"/>
                  </a:moveTo>
                  <a:lnTo>
                    <a:pt x="4900" y="4724"/>
                  </a:lnTo>
                  <a:lnTo>
                    <a:pt x="5024" y="4724"/>
                  </a:lnTo>
                  <a:lnTo>
                    <a:pt x="5024" y="4600"/>
                  </a:lnTo>
                  <a:close/>
                  <a:moveTo>
                    <a:pt x="5700" y="4400"/>
                  </a:moveTo>
                  <a:lnTo>
                    <a:pt x="5700" y="4524"/>
                  </a:lnTo>
                  <a:lnTo>
                    <a:pt x="5824" y="4524"/>
                  </a:lnTo>
                  <a:lnTo>
                    <a:pt x="5824" y="4400"/>
                  </a:lnTo>
                  <a:close/>
                  <a:moveTo>
                    <a:pt x="800" y="4300"/>
                  </a:moveTo>
                  <a:lnTo>
                    <a:pt x="800" y="4424"/>
                  </a:lnTo>
                  <a:lnTo>
                    <a:pt x="924" y="4424"/>
                  </a:lnTo>
                  <a:lnTo>
                    <a:pt x="924" y="4300"/>
                  </a:lnTo>
                  <a:close/>
                  <a:moveTo>
                    <a:pt x="2200" y="4100"/>
                  </a:moveTo>
                  <a:lnTo>
                    <a:pt x="2200" y="4224"/>
                  </a:lnTo>
                  <a:lnTo>
                    <a:pt x="2324" y="4224"/>
                  </a:lnTo>
                  <a:lnTo>
                    <a:pt x="2324" y="4100"/>
                  </a:lnTo>
                  <a:close/>
                  <a:moveTo>
                    <a:pt x="3900" y="4000"/>
                  </a:moveTo>
                  <a:lnTo>
                    <a:pt x="3900" y="4124"/>
                  </a:lnTo>
                  <a:lnTo>
                    <a:pt x="4024" y="4124"/>
                  </a:lnTo>
                  <a:lnTo>
                    <a:pt x="4024" y="4000"/>
                  </a:lnTo>
                  <a:close/>
                  <a:moveTo>
                    <a:pt x="6500" y="3800"/>
                  </a:moveTo>
                  <a:lnTo>
                    <a:pt x="6500" y="3924"/>
                  </a:lnTo>
                  <a:lnTo>
                    <a:pt x="6624" y="3924"/>
                  </a:lnTo>
                  <a:lnTo>
                    <a:pt x="6624" y="3800"/>
                  </a:lnTo>
                  <a:close/>
                  <a:moveTo>
                    <a:pt x="3600" y="3700"/>
                  </a:moveTo>
                  <a:lnTo>
                    <a:pt x="3600" y="3824"/>
                  </a:lnTo>
                  <a:lnTo>
                    <a:pt x="3724" y="3824"/>
                  </a:lnTo>
                  <a:lnTo>
                    <a:pt x="3724" y="3700"/>
                  </a:lnTo>
                  <a:close/>
                  <a:moveTo>
                    <a:pt x="2700" y="3600"/>
                  </a:moveTo>
                  <a:lnTo>
                    <a:pt x="2700" y="3724"/>
                  </a:lnTo>
                  <a:lnTo>
                    <a:pt x="2824" y="3724"/>
                  </a:lnTo>
                  <a:lnTo>
                    <a:pt x="2824" y="3600"/>
                  </a:lnTo>
                  <a:close/>
                  <a:moveTo>
                    <a:pt x="2200" y="3600"/>
                  </a:moveTo>
                  <a:lnTo>
                    <a:pt x="2200" y="3724"/>
                  </a:lnTo>
                  <a:lnTo>
                    <a:pt x="2424" y="3724"/>
                  </a:lnTo>
                  <a:lnTo>
                    <a:pt x="2424" y="3600"/>
                  </a:lnTo>
                  <a:close/>
                  <a:moveTo>
                    <a:pt x="6400" y="3500"/>
                  </a:moveTo>
                  <a:lnTo>
                    <a:pt x="6400" y="3624"/>
                  </a:lnTo>
                  <a:lnTo>
                    <a:pt x="6524" y="3624"/>
                  </a:lnTo>
                  <a:lnTo>
                    <a:pt x="6524" y="3500"/>
                  </a:lnTo>
                  <a:close/>
                  <a:moveTo>
                    <a:pt x="5100" y="3500"/>
                  </a:moveTo>
                  <a:lnTo>
                    <a:pt x="5100" y="3624"/>
                  </a:lnTo>
                  <a:lnTo>
                    <a:pt x="5224" y="3624"/>
                  </a:lnTo>
                  <a:lnTo>
                    <a:pt x="5224" y="3500"/>
                  </a:lnTo>
                  <a:close/>
                  <a:moveTo>
                    <a:pt x="2800" y="3400"/>
                  </a:moveTo>
                  <a:lnTo>
                    <a:pt x="2800" y="3524"/>
                  </a:lnTo>
                  <a:lnTo>
                    <a:pt x="2924" y="3524"/>
                  </a:lnTo>
                  <a:lnTo>
                    <a:pt x="2924" y="3400"/>
                  </a:lnTo>
                  <a:close/>
                  <a:moveTo>
                    <a:pt x="6300" y="3300"/>
                  </a:moveTo>
                  <a:lnTo>
                    <a:pt x="6300" y="3424"/>
                  </a:lnTo>
                  <a:lnTo>
                    <a:pt x="6424" y="3424"/>
                  </a:lnTo>
                  <a:lnTo>
                    <a:pt x="6424" y="3300"/>
                  </a:lnTo>
                  <a:close/>
                  <a:moveTo>
                    <a:pt x="4400" y="3200"/>
                  </a:moveTo>
                  <a:lnTo>
                    <a:pt x="4400" y="3324"/>
                  </a:lnTo>
                  <a:lnTo>
                    <a:pt x="4524" y="3324"/>
                  </a:lnTo>
                  <a:lnTo>
                    <a:pt x="4524" y="3200"/>
                  </a:lnTo>
                  <a:close/>
                  <a:moveTo>
                    <a:pt x="6100" y="2700"/>
                  </a:moveTo>
                  <a:lnTo>
                    <a:pt x="6100" y="3124"/>
                  </a:lnTo>
                  <a:lnTo>
                    <a:pt x="6224" y="3124"/>
                  </a:lnTo>
                  <a:lnTo>
                    <a:pt x="6224" y="2700"/>
                  </a:lnTo>
                  <a:close/>
                  <a:moveTo>
                    <a:pt x="800" y="2600"/>
                  </a:moveTo>
                  <a:lnTo>
                    <a:pt x="800" y="2824"/>
                  </a:lnTo>
                  <a:lnTo>
                    <a:pt x="874" y="2824"/>
                  </a:lnTo>
                  <a:lnTo>
                    <a:pt x="900" y="2924"/>
                  </a:lnTo>
                  <a:lnTo>
                    <a:pt x="1024" y="2924"/>
                  </a:lnTo>
                  <a:lnTo>
                    <a:pt x="1024" y="2800"/>
                  </a:lnTo>
                  <a:lnTo>
                    <a:pt x="924" y="2774"/>
                  </a:lnTo>
                  <a:lnTo>
                    <a:pt x="924" y="2600"/>
                  </a:lnTo>
                  <a:close/>
                  <a:moveTo>
                    <a:pt x="2800" y="2100"/>
                  </a:moveTo>
                  <a:lnTo>
                    <a:pt x="2800" y="2224"/>
                  </a:lnTo>
                  <a:lnTo>
                    <a:pt x="3024" y="2224"/>
                  </a:lnTo>
                  <a:lnTo>
                    <a:pt x="3024" y="2100"/>
                  </a:lnTo>
                  <a:close/>
                  <a:moveTo>
                    <a:pt x="2500" y="2100"/>
                  </a:moveTo>
                  <a:lnTo>
                    <a:pt x="2500" y="2224"/>
                  </a:lnTo>
                  <a:lnTo>
                    <a:pt x="2624" y="2224"/>
                  </a:lnTo>
                  <a:lnTo>
                    <a:pt x="2624" y="2100"/>
                  </a:lnTo>
                  <a:close/>
                  <a:moveTo>
                    <a:pt x="1000" y="2100"/>
                  </a:moveTo>
                  <a:lnTo>
                    <a:pt x="1000" y="2224"/>
                  </a:lnTo>
                  <a:lnTo>
                    <a:pt x="1224" y="2224"/>
                  </a:lnTo>
                  <a:lnTo>
                    <a:pt x="1224" y="2100"/>
                  </a:lnTo>
                  <a:close/>
                  <a:moveTo>
                    <a:pt x="3200" y="2000"/>
                  </a:moveTo>
                  <a:lnTo>
                    <a:pt x="3200" y="2124"/>
                  </a:lnTo>
                  <a:lnTo>
                    <a:pt x="3324" y="2124"/>
                  </a:lnTo>
                  <a:lnTo>
                    <a:pt x="3324" y="2000"/>
                  </a:lnTo>
                  <a:close/>
                  <a:moveTo>
                    <a:pt x="2700" y="1700"/>
                  </a:moveTo>
                  <a:lnTo>
                    <a:pt x="2700" y="1824"/>
                  </a:lnTo>
                  <a:lnTo>
                    <a:pt x="2824" y="1824"/>
                  </a:lnTo>
                  <a:lnTo>
                    <a:pt x="2824" y="1700"/>
                  </a:lnTo>
                  <a:close/>
                  <a:moveTo>
                    <a:pt x="6100" y="1500"/>
                  </a:moveTo>
                  <a:lnTo>
                    <a:pt x="6100" y="1624"/>
                  </a:lnTo>
                  <a:lnTo>
                    <a:pt x="6224" y="1624"/>
                  </a:lnTo>
                  <a:lnTo>
                    <a:pt x="6224" y="1500"/>
                  </a:lnTo>
                  <a:close/>
                  <a:moveTo>
                    <a:pt x="6100" y="1300"/>
                  </a:moveTo>
                  <a:lnTo>
                    <a:pt x="6100" y="1424"/>
                  </a:lnTo>
                  <a:lnTo>
                    <a:pt x="6224" y="1424"/>
                  </a:lnTo>
                  <a:lnTo>
                    <a:pt x="6224" y="1300"/>
                  </a:lnTo>
                  <a:close/>
                  <a:moveTo>
                    <a:pt x="3700" y="1300"/>
                  </a:moveTo>
                  <a:lnTo>
                    <a:pt x="3700" y="1424"/>
                  </a:lnTo>
                  <a:lnTo>
                    <a:pt x="3824" y="1424"/>
                  </a:lnTo>
                  <a:lnTo>
                    <a:pt x="3824" y="1300"/>
                  </a:lnTo>
                  <a:close/>
                  <a:moveTo>
                    <a:pt x="800" y="1200"/>
                  </a:moveTo>
                  <a:lnTo>
                    <a:pt x="800" y="1324"/>
                  </a:lnTo>
                  <a:lnTo>
                    <a:pt x="924" y="1324"/>
                  </a:lnTo>
                  <a:lnTo>
                    <a:pt x="924" y="1200"/>
                  </a:lnTo>
                  <a:close/>
                  <a:moveTo>
                    <a:pt x="3700" y="1000"/>
                  </a:moveTo>
                  <a:lnTo>
                    <a:pt x="3700" y="1124"/>
                  </a:lnTo>
                  <a:lnTo>
                    <a:pt x="3824" y="1124"/>
                  </a:lnTo>
                  <a:lnTo>
                    <a:pt x="3824" y="1000"/>
                  </a:lnTo>
                  <a:close/>
                  <a:moveTo>
                    <a:pt x="5500" y="600"/>
                  </a:moveTo>
                  <a:lnTo>
                    <a:pt x="5500" y="724"/>
                  </a:lnTo>
                  <a:lnTo>
                    <a:pt x="5574" y="724"/>
                  </a:lnTo>
                  <a:lnTo>
                    <a:pt x="5600" y="824"/>
                  </a:lnTo>
                  <a:lnTo>
                    <a:pt x="5700" y="850"/>
                  </a:lnTo>
                  <a:lnTo>
                    <a:pt x="5700" y="924"/>
                  </a:lnTo>
                  <a:lnTo>
                    <a:pt x="5824" y="924"/>
                  </a:lnTo>
                  <a:lnTo>
                    <a:pt x="5824" y="800"/>
                  </a:lnTo>
                  <a:lnTo>
                    <a:pt x="5750" y="800"/>
                  </a:lnTo>
                  <a:lnTo>
                    <a:pt x="5724" y="700"/>
                  </a:lnTo>
                  <a:lnTo>
                    <a:pt x="5624" y="674"/>
                  </a:lnTo>
                  <a:lnTo>
                    <a:pt x="5624" y="600"/>
                  </a:lnTo>
                  <a:close/>
                  <a:moveTo>
                    <a:pt x="4900" y="0"/>
                  </a:moveTo>
                  <a:lnTo>
                    <a:pt x="4900" y="124"/>
                  </a:lnTo>
                  <a:lnTo>
                    <a:pt x="4974" y="124"/>
                  </a:lnTo>
                  <a:lnTo>
                    <a:pt x="5000" y="224"/>
                  </a:lnTo>
                  <a:lnTo>
                    <a:pt x="5074" y="224"/>
                  </a:lnTo>
                  <a:lnTo>
                    <a:pt x="5100" y="324"/>
                  </a:lnTo>
                  <a:lnTo>
                    <a:pt x="5174" y="324"/>
                  </a:lnTo>
                  <a:lnTo>
                    <a:pt x="5200" y="424"/>
                  </a:lnTo>
                  <a:lnTo>
                    <a:pt x="5300" y="450"/>
                  </a:lnTo>
                  <a:lnTo>
                    <a:pt x="5300" y="524"/>
                  </a:lnTo>
                  <a:lnTo>
                    <a:pt x="5424" y="524"/>
                  </a:lnTo>
                  <a:lnTo>
                    <a:pt x="5424" y="400"/>
                  </a:lnTo>
                  <a:lnTo>
                    <a:pt x="5350" y="400"/>
                  </a:lnTo>
                  <a:lnTo>
                    <a:pt x="5324" y="300"/>
                  </a:lnTo>
                  <a:lnTo>
                    <a:pt x="5250" y="300"/>
                  </a:lnTo>
                  <a:lnTo>
                    <a:pt x="5224" y="200"/>
                  </a:lnTo>
                  <a:lnTo>
                    <a:pt x="5150" y="200"/>
                  </a:lnTo>
                  <a:lnTo>
                    <a:pt x="5124" y="100"/>
                  </a:lnTo>
                  <a:lnTo>
                    <a:pt x="5024" y="74"/>
                  </a:lnTo>
                  <a:lnTo>
                    <a:pt x="5024" y="0"/>
                  </a:lnTo>
                  <a:close/>
                  <a:moveTo>
                    <a:pt x="200" y="0"/>
                  </a:moveTo>
                  <a:lnTo>
                    <a:pt x="200" y="124"/>
                  </a:lnTo>
                  <a:lnTo>
                    <a:pt x="324" y="124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D6DCD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2" name="Format reward illustration color 11"/>
            <p:cNvSpPr/>
            <p:nvPr/>
          </p:nvSpPr>
          <p:spPr>
            <a:xfrm>
              <a:off x="11881531" y="7766731"/>
              <a:ext cx="322235" cy="395387"/>
            </a:xfrm>
            <a:custGeom>
              <a:avLst/>
              <a:gdLst/>
              <a:ahLst/>
              <a:cxnLst/>
              <a:rect l="l" t="t" r="r" b="b"/>
              <a:pathLst>
                <a:path w="3524" h="4324">
                  <a:moveTo>
                    <a:pt x="3400" y="4200"/>
                  </a:moveTo>
                  <a:lnTo>
                    <a:pt x="3400" y="4324"/>
                  </a:lnTo>
                  <a:lnTo>
                    <a:pt x="3524" y="4324"/>
                  </a:lnTo>
                  <a:lnTo>
                    <a:pt x="3524" y="4200"/>
                  </a:lnTo>
                  <a:close/>
                  <a:moveTo>
                    <a:pt x="2900" y="3200"/>
                  </a:moveTo>
                  <a:lnTo>
                    <a:pt x="2900" y="3324"/>
                  </a:lnTo>
                  <a:lnTo>
                    <a:pt x="3024" y="3324"/>
                  </a:lnTo>
                  <a:lnTo>
                    <a:pt x="3024" y="3200"/>
                  </a:lnTo>
                  <a:close/>
                  <a:moveTo>
                    <a:pt x="800" y="2900"/>
                  </a:moveTo>
                  <a:lnTo>
                    <a:pt x="800" y="3024"/>
                  </a:lnTo>
                  <a:lnTo>
                    <a:pt x="874" y="3024"/>
                  </a:lnTo>
                  <a:lnTo>
                    <a:pt x="900" y="3124"/>
                  </a:lnTo>
                  <a:lnTo>
                    <a:pt x="1074" y="3124"/>
                  </a:lnTo>
                  <a:lnTo>
                    <a:pt x="1100" y="3224"/>
                  </a:lnTo>
                  <a:lnTo>
                    <a:pt x="1724" y="3224"/>
                  </a:lnTo>
                  <a:lnTo>
                    <a:pt x="1724" y="3100"/>
                  </a:lnTo>
                  <a:lnTo>
                    <a:pt x="1250" y="3100"/>
                  </a:lnTo>
                  <a:lnTo>
                    <a:pt x="1224" y="3000"/>
                  </a:lnTo>
                  <a:lnTo>
                    <a:pt x="1050" y="3000"/>
                  </a:lnTo>
                  <a:lnTo>
                    <a:pt x="1024" y="2900"/>
                  </a:lnTo>
                  <a:close/>
                  <a:moveTo>
                    <a:pt x="3024" y="2400"/>
                  </a:moveTo>
                  <a:lnTo>
                    <a:pt x="2900" y="2400"/>
                  </a:lnTo>
                  <a:lnTo>
                    <a:pt x="2900" y="2474"/>
                  </a:lnTo>
                  <a:lnTo>
                    <a:pt x="2800" y="2500"/>
                  </a:lnTo>
                  <a:lnTo>
                    <a:pt x="2800" y="2574"/>
                  </a:lnTo>
                  <a:lnTo>
                    <a:pt x="2700" y="2600"/>
                  </a:lnTo>
                  <a:lnTo>
                    <a:pt x="2700" y="2674"/>
                  </a:lnTo>
                  <a:lnTo>
                    <a:pt x="2600" y="2700"/>
                  </a:lnTo>
                  <a:lnTo>
                    <a:pt x="2600" y="2774"/>
                  </a:lnTo>
                  <a:lnTo>
                    <a:pt x="2500" y="2800"/>
                  </a:lnTo>
                  <a:lnTo>
                    <a:pt x="2474" y="2900"/>
                  </a:lnTo>
                  <a:lnTo>
                    <a:pt x="2300" y="2900"/>
                  </a:lnTo>
                  <a:lnTo>
                    <a:pt x="2274" y="3000"/>
                  </a:lnTo>
                  <a:lnTo>
                    <a:pt x="2000" y="3000"/>
                  </a:lnTo>
                  <a:lnTo>
                    <a:pt x="1974" y="3100"/>
                  </a:lnTo>
                  <a:lnTo>
                    <a:pt x="1800" y="3100"/>
                  </a:lnTo>
                  <a:lnTo>
                    <a:pt x="1800" y="3224"/>
                  </a:lnTo>
                  <a:lnTo>
                    <a:pt x="2124" y="3224"/>
                  </a:lnTo>
                  <a:lnTo>
                    <a:pt x="2150" y="3124"/>
                  </a:lnTo>
                  <a:lnTo>
                    <a:pt x="2324" y="3124"/>
                  </a:lnTo>
                  <a:lnTo>
                    <a:pt x="2350" y="3024"/>
                  </a:lnTo>
                  <a:lnTo>
                    <a:pt x="2524" y="3024"/>
                  </a:lnTo>
                  <a:lnTo>
                    <a:pt x="2550" y="2924"/>
                  </a:lnTo>
                  <a:lnTo>
                    <a:pt x="2724" y="2924"/>
                  </a:lnTo>
                  <a:lnTo>
                    <a:pt x="2724" y="2850"/>
                  </a:lnTo>
                  <a:lnTo>
                    <a:pt x="2824" y="2824"/>
                  </a:lnTo>
                  <a:lnTo>
                    <a:pt x="2850" y="2724"/>
                  </a:lnTo>
                  <a:lnTo>
                    <a:pt x="2924" y="2724"/>
                  </a:lnTo>
                  <a:lnTo>
                    <a:pt x="2924" y="2550"/>
                  </a:lnTo>
                  <a:lnTo>
                    <a:pt x="3024" y="2524"/>
                  </a:lnTo>
                  <a:close/>
                  <a:moveTo>
                    <a:pt x="3000" y="2200"/>
                  </a:moveTo>
                  <a:lnTo>
                    <a:pt x="3000" y="2324"/>
                  </a:lnTo>
                  <a:lnTo>
                    <a:pt x="3124" y="2324"/>
                  </a:lnTo>
                  <a:lnTo>
                    <a:pt x="3124" y="2200"/>
                  </a:lnTo>
                  <a:close/>
                  <a:moveTo>
                    <a:pt x="0" y="1500"/>
                  </a:moveTo>
                  <a:lnTo>
                    <a:pt x="0" y="2024"/>
                  </a:lnTo>
                  <a:lnTo>
                    <a:pt x="100" y="2050"/>
                  </a:lnTo>
                  <a:lnTo>
                    <a:pt x="100" y="2324"/>
                  </a:lnTo>
                  <a:lnTo>
                    <a:pt x="200" y="2350"/>
                  </a:lnTo>
                  <a:lnTo>
                    <a:pt x="200" y="2524"/>
                  </a:lnTo>
                  <a:lnTo>
                    <a:pt x="274" y="2524"/>
                  </a:lnTo>
                  <a:lnTo>
                    <a:pt x="300" y="2624"/>
                  </a:lnTo>
                  <a:lnTo>
                    <a:pt x="374" y="2624"/>
                  </a:lnTo>
                  <a:lnTo>
                    <a:pt x="400" y="2724"/>
                  </a:lnTo>
                  <a:lnTo>
                    <a:pt x="474" y="2724"/>
                  </a:lnTo>
                  <a:lnTo>
                    <a:pt x="500" y="2824"/>
                  </a:lnTo>
                  <a:lnTo>
                    <a:pt x="600" y="2850"/>
                  </a:lnTo>
                  <a:lnTo>
                    <a:pt x="600" y="2924"/>
                  </a:lnTo>
                  <a:lnTo>
                    <a:pt x="724" y="2924"/>
                  </a:lnTo>
                  <a:lnTo>
                    <a:pt x="724" y="2800"/>
                  </a:lnTo>
                  <a:lnTo>
                    <a:pt x="650" y="2800"/>
                  </a:lnTo>
                  <a:lnTo>
                    <a:pt x="624" y="2700"/>
                  </a:lnTo>
                  <a:lnTo>
                    <a:pt x="550" y="2700"/>
                  </a:lnTo>
                  <a:lnTo>
                    <a:pt x="524" y="2600"/>
                  </a:lnTo>
                  <a:lnTo>
                    <a:pt x="424" y="2574"/>
                  </a:lnTo>
                  <a:lnTo>
                    <a:pt x="424" y="2400"/>
                  </a:lnTo>
                  <a:lnTo>
                    <a:pt x="350" y="2400"/>
                  </a:lnTo>
                  <a:lnTo>
                    <a:pt x="324" y="2300"/>
                  </a:lnTo>
                  <a:lnTo>
                    <a:pt x="224" y="2274"/>
                  </a:lnTo>
                  <a:lnTo>
                    <a:pt x="224" y="1900"/>
                  </a:lnTo>
                  <a:lnTo>
                    <a:pt x="124" y="1874"/>
                  </a:lnTo>
                  <a:lnTo>
                    <a:pt x="124" y="1500"/>
                  </a:lnTo>
                  <a:close/>
                  <a:moveTo>
                    <a:pt x="3100" y="1400"/>
                  </a:moveTo>
                  <a:lnTo>
                    <a:pt x="3100" y="2124"/>
                  </a:lnTo>
                  <a:lnTo>
                    <a:pt x="3224" y="2124"/>
                  </a:lnTo>
                  <a:lnTo>
                    <a:pt x="3224" y="1400"/>
                  </a:lnTo>
                  <a:close/>
                  <a:moveTo>
                    <a:pt x="224" y="1100"/>
                  </a:moveTo>
                  <a:lnTo>
                    <a:pt x="100" y="1100"/>
                  </a:lnTo>
                  <a:lnTo>
                    <a:pt x="100" y="1274"/>
                  </a:lnTo>
                  <a:lnTo>
                    <a:pt x="0" y="1300"/>
                  </a:lnTo>
                  <a:lnTo>
                    <a:pt x="0" y="1424"/>
                  </a:lnTo>
                  <a:lnTo>
                    <a:pt x="124" y="1424"/>
                  </a:lnTo>
                  <a:lnTo>
                    <a:pt x="124" y="1350"/>
                  </a:lnTo>
                  <a:lnTo>
                    <a:pt x="224" y="1324"/>
                  </a:lnTo>
                  <a:close/>
                  <a:moveTo>
                    <a:pt x="624" y="500"/>
                  </a:moveTo>
                  <a:lnTo>
                    <a:pt x="400" y="500"/>
                  </a:lnTo>
                  <a:lnTo>
                    <a:pt x="400" y="574"/>
                  </a:lnTo>
                  <a:lnTo>
                    <a:pt x="300" y="600"/>
                  </a:lnTo>
                  <a:lnTo>
                    <a:pt x="300" y="774"/>
                  </a:lnTo>
                  <a:lnTo>
                    <a:pt x="200" y="800"/>
                  </a:lnTo>
                  <a:lnTo>
                    <a:pt x="200" y="1024"/>
                  </a:lnTo>
                  <a:lnTo>
                    <a:pt x="324" y="1024"/>
                  </a:lnTo>
                  <a:lnTo>
                    <a:pt x="324" y="850"/>
                  </a:lnTo>
                  <a:lnTo>
                    <a:pt x="424" y="824"/>
                  </a:lnTo>
                  <a:lnTo>
                    <a:pt x="424" y="750"/>
                  </a:lnTo>
                  <a:lnTo>
                    <a:pt x="524" y="724"/>
                  </a:lnTo>
                  <a:lnTo>
                    <a:pt x="550" y="624"/>
                  </a:lnTo>
                  <a:lnTo>
                    <a:pt x="624" y="624"/>
                  </a:lnTo>
                  <a:close/>
                  <a:moveTo>
                    <a:pt x="1800" y="100"/>
                  </a:moveTo>
                  <a:lnTo>
                    <a:pt x="1800" y="224"/>
                  </a:lnTo>
                  <a:lnTo>
                    <a:pt x="2074" y="224"/>
                  </a:lnTo>
                  <a:lnTo>
                    <a:pt x="2100" y="324"/>
                  </a:lnTo>
                  <a:lnTo>
                    <a:pt x="2374" y="324"/>
                  </a:lnTo>
                  <a:lnTo>
                    <a:pt x="2400" y="424"/>
                  </a:lnTo>
                  <a:lnTo>
                    <a:pt x="2500" y="450"/>
                  </a:lnTo>
                  <a:lnTo>
                    <a:pt x="2500" y="524"/>
                  </a:lnTo>
                  <a:lnTo>
                    <a:pt x="2674" y="524"/>
                  </a:lnTo>
                  <a:lnTo>
                    <a:pt x="2700" y="624"/>
                  </a:lnTo>
                  <a:lnTo>
                    <a:pt x="2774" y="624"/>
                  </a:lnTo>
                  <a:lnTo>
                    <a:pt x="2800" y="724"/>
                  </a:lnTo>
                  <a:lnTo>
                    <a:pt x="2900" y="750"/>
                  </a:lnTo>
                  <a:lnTo>
                    <a:pt x="2900" y="924"/>
                  </a:lnTo>
                  <a:lnTo>
                    <a:pt x="2974" y="924"/>
                  </a:lnTo>
                  <a:lnTo>
                    <a:pt x="3000" y="1024"/>
                  </a:lnTo>
                  <a:lnTo>
                    <a:pt x="3100" y="1050"/>
                  </a:lnTo>
                  <a:lnTo>
                    <a:pt x="3100" y="1324"/>
                  </a:lnTo>
                  <a:lnTo>
                    <a:pt x="3224" y="1324"/>
                  </a:lnTo>
                  <a:lnTo>
                    <a:pt x="3224" y="1000"/>
                  </a:lnTo>
                  <a:lnTo>
                    <a:pt x="3124" y="974"/>
                  </a:lnTo>
                  <a:lnTo>
                    <a:pt x="3124" y="800"/>
                  </a:lnTo>
                  <a:lnTo>
                    <a:pt x="3050" y="800"/>
                  </a:lnTo>
                  <a:lnTo>
                    <a:pt x="3024" y="700"/>
                  </a:lnTo>
                  <a:lnTo>
                    <a:pt x="2950" y="700"/>
                  </a:lnTo>
                  <a:lnTo>
                    <a:pt x="2924" y="600"/>
                  </a:lnTo>
                  <a:lnTo>
                    <a:pt x="2850" y="600"/>
                  </a:lnTo>
                  <a:lnTo>
                    <a:pt x="2824" y="500"/>
                  </a:lnTo>
                  <a:lnTo>
                    <a:pt x="2724" y="474"/>
                  </a:lnTo>
                  <a:lnTo>
                    <a:pt x="2724" y="400"/>
                  </a:lnTo>
                  <a:lnTo>
                    <a:pt x="2550" y="400"/>
                  </a:lnTo>
                  <a:lnTo>
                    <a:pt x="2524" y="300"/>
                  </a:lnTo>
                  <a:lnTo>
                    <a:pt x="2424" y="274"/>
                  </a:lnTo>
                  <a:lnTo>
                    <a:pt x="2424" y="200"/>
                  </a:lnTo>
                  <a:lnTo>
                    <a:pt x="2250" y="200"/>
                  </a:lnTo>
                  <a:lnTo>
                    <a:pt x="2224" y="100"/>
                  </a:lnTo>
                  <a:close/>
                  <a:moveTo>
                    <a:pt x="1224" y="100"/>
                  </a:moveTo>
                  <a:lnTo>
                    <a:pt x="1000" y="100"/>
                  </a:lnTo>
                  <a:lnTo>
                    <a:pt x="974" y="200"/>
                  </a:lnTo>
                  <a:lnTo>
                    <a:pt x="800" y="200"/>
                  </a:lnTo>
                  <a:lnTo>
                    <a:pt x="800" y="274"/>
                  </a:lnTo>
                  <a:lnTo>
                    <a:pt x="700" y="300"/>
                  </a:lnTo>
                  <a:lnTo>
                    <a:pt x="700" y="424"/>
                  </a:lnTo>
                  <a:lnTo>
                    <a:pt x="824" y="424"/>
                  </a:lnTo>
                  <a:lnTo>
                    <a:pt x="850" y="324"/>
                  </a:lnTo>
                  <a:lnTo>
                    <a:pt x="1024" y="324"/>
                  </a:lnTo>
                  <a:lnTo>
                    <a:pt x="1050" y="224"/>
                  </a:lnTo>
                  <a:lnTo>
                    <a:pt x="1224" y="224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rgbClr val="459B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3" name="Format reward illustration color 12"/>
            <p:cNvSpPr/>
            <p:nvPr/>
          </p:nvSpPr>
          <p:spPr>
            <a:xfrm>
              <a:off x="11616355" y="7528987"/>
              <a:ext cx="660563" cy="687995"/>
            </a:xfrm>
            <a:custGeom>
              <a:avLst/>
              <a:gdLst/>
              <a:ahLst/>
              <a:cxnLst/>
              <a:rect l="l" t="t" r="r" b="b"/>
              <a:pathLst>
                <a:path w="7224" h="7524">
                  <a:moveTo>
                    <a:pt x="1300" y="7300"/>
                  </a:moveTo>
                  <a:lnTo>
                    <a:pt x="1300" y="7424"/>
                  </a:lnTo>
                  <a:lnTo>
                    <a:pt x="1574" y="7424"/>
                  </a:lnTo>
                  <a:lnTo>
                    <a:pt x="1600" y="7524"/>
                  </a:lnTo>
                  <a:lnTo>
                    <a:pt x="1724" y="7524"/>
                  </a:lnTo>
                  <a:lnTo>
                    <a:pt x="1750" y="7424"/>
                  </a:lnTo>
                  <a:lnTo>
                    <a:pt x="2624" y="7424"/>
                  </a:lnTo>
                  <a:lnTo>
                    <a:pt x="2624" y="7300"/>
                  </a:lnTo>
                  <a:close/>
                  <a:moveTo>
                    <a:pt x="600" y="7300"/>
                  </a:moveTo>
                  <a:lnTo>
                    <a:pt x="600" y="7424"/>
                  </a:lnTo>
                  <a:lnTo>
                    <a:pt x="1124" y="7424"/>
                  </a:lnTo>
                  <a:lnTo>
                    <a:pt x="1124" y="7300"/>
                  </a:lnTo>
                  <a:close/>
                  <a:moveTo>
                    <a:pt x="7124" y="7200"/>
                  </a:moveTo>
                  <a:lnTo>
                    <a:pt x="7000" y="7200"/>
                  </a:lnTo>
                  <a:lnTo>
                    <a:pt x="7000" y="7274"/>
                  </a:lnTo>
                  <a:lnTo>
                    <a:pt x="6900" y="7300"/>
                  </a:lnTo>
                  <a:lnTo>
                    <a:pt x="6874" y="7400"/>
                  </a:lnTo>
                  <a:lnTo>
                    <a:pt x="6824" y="7374"/>
                  </a:lnTo>
                  <a:lnTo>
                    <a:pt x="6824" y="7300"/>
                  </a:lnTo>
                  <a:lnTo>
                    <a:pt x="6500" y="7300"/>
                  </a:lnTo>
                  <a:lnTo>
                    <a:pt x="6500" y="7424"/>
                  </a:lnTo>
                  <a:lnTo>
                    <a:pt x="6574" y="7424"/>
                  </a:lnTo>
                  <a:lnTo>
                    <a:pt x="6600" y="7524"/>
                  </a:lnTo>
                  <a:lnTo>
                    <a:pt x="6924" y="7524"/>
                  </a:lnTo>
                  <a:lnTo>
                    <a:pt x="6924" y="7450"/>
                  </a:lnTo>
                  <a:lnTo>
                    <a:pt x="7024" y="7424"/>
                  </a:lnTo>
                  <a:lnTo>
                    <a:pt x="7050" y="7324"/>
                  </a:lnTo>
                  <a:lnTo>
                    <a:pt x="7124" y="7324"/>
                  </a:lnTo>
                  <a:close/>
                  <a:moveTo>
                    <a:pt x="6700" y="6400"/>
                  </a:moveTo>
                  <a:lnTo>
                    <a:pt x="6700" y="6624"/>
                  </a:lnTo>
                  <a:lnTo>
                    <a:pt x="6774" y="6624"/>
                  </a:lnTo>
                  <a:lnTo>
                    <a:pt x="6800" y="6724"/>
                  </a:lnTo>
                  <a:lnTo>
                    <a:pt x="6874" y="6724"/>
                  </a:lnTo>
                  <a:lnTo>
                    <a:pt x="6900" y="6824"/>
                  </a:lnTo>
                  <a:lnTo>
                    <a:pt x="7000" y="6850"/>
                  </a:lnTo>
                  <a:lnTo>
                    <a:pt x="7000" y="7124"/>
                  </a:lnTo>
                  <a:lnTo>
                    <a:pt x="7124" y="7124"/>
                  </a:lnTo>
                  <a:lnTo>
                    <a:pt x="7124" y="7050"/>
                  </a:lnTo>
                  <a:lnTo>
                    <a:pt x="7224" y="7024"/>
                  </a:lnTo>
                  <a:lnTo>
                    <a:pt x="7224" y="6900"/>
                  </a:lnTo>
                  <a:lnTo>
                    <a:pt x="7124" y="6874"/>
                  </a:lnTo>
                  <a:lnTo>
                    <a:pt x="7124" y="6700"/>
                  </a:lnTo>
                  <a:lnTo>
                    <a:pt x="6950" y="6700"/>
                  </a:lnTo>
                  <a:lnTo>
                    <a:pt x="6924" y="6674"/>
                  </a:lnTo>
                  <a:lnTo>
                    <a:pt x="6924" y="6500"/>
                  </a:lnTo>
                  <a:lnTo>
                    <a:pt x="6850" y="6500"/>
                  </a:lnTo>
                  <a:lnTo>
                    <a:pt x="6824" y="6400"/>
                  </a:lnTo>
                  <a:close/>
                  <a:moveTo>
                    <a:pt x="2100" y="6300"/>
                  </a:moveTo>
                  <a:lnTo>
                    <a:pt x="2100" y="6424"/>
                  </a:lnTo>
                  <a:lnTo>
                    <a:pt x="3124" y="6424"/>
                  </a:lnTo>
                  <a:lnTo>
                    <a:pt x="3124" y="6300"/>
                  </a:lnTo>
                  <a:close/>
                  <a:moveTo>
                    <a:pt x="900" y="6300"/>
                  </a:moveTo>
                  <a:lnTo>
                    <a:pt x="900" y="6424"/>
                  </a:lnTo>
                  <a:lnTo>
                    <a:pt x="1924" y="6424"/>
                  </a:lnTo>
                  <a:lnTo>
                    <a:pt x="1924" y="6300"/>
                  </a:lnTo>
                  <a:close/>
                  <a:moveTo>
                    <a:pt x="6400" y="6100"/>
                  </a:moveTo>
                  <a:lnTo>
                    <a:pt x="6400" y="6224"/>
                  </a:lnTo>
                  <a:lnTo>
                    <a:pt x="6524" y="6224"/>
                  </a:lnTo>
                  <a:lnTo>
                    <a:pt x="6524" y="6100"/>
                  </a:lnTo>
                  <a:close/>
                  <a:moveTo>
                    <a:pt x="800" y="5600"/>
                  </a:moveTo>
                  <a:lnTo>
                    <a:pt x="800" y="5724"/>
                  </a:lnTo>
                  <a:lnTo>
                    <a:pt x="1724" y="5724"/>
                  </a:lnTo>
                  <a:lnTo>
                    <a:pt x="1724" y="5600"/>
                  </a:lnTo>
                  <a:close/>
                  <a:moveTo>
                    <a:pt x="1800" y="5600"/>
                  </a:moveTo>
                  <a:lnTo>
                    <a:pt x="1800" y="5724"/>
                  </a:lnTo>
                  <a:lnTo>
                    <a:pt x="2124" y="5724"/>
                  </a:lnTo>
                  <a:lnTo>
                    <a:pt x="2150" y="5624"/>
                  </a:lnTo>
                  <a:lnTo>
                    <a:pt x="2200" y="5650"/>
                  </a:lnTo>
                  <a:lnTo>
                    <a:pt x="2200" y="5724"/>
                  </a:lnTo>
                  <a:lnTo>
                    <a:pt x="2524" y="5724"/>
                  </a:lnTo>
                  <a:lnTo>
                    <a:pt x="2524" y="5600"/>
                  </a:lnTo>
                  <a:lnTo>
                    <a:pt x="2250" y="5600"/>
                  </a:lnTo>
                  <a:lnTo>
                    <a:pt x="2224" y="5500"/>
                  </a:lnTo>
                  <a:lnTo>
                    <a:pt x="2100" y="5500"/>
                  </a:lnTo>
                  <a:lnTo>
                    <a:pt x="2074" y="5600"/>
                  </a:lnTo>
                  <a:lnTo>
                    <a:pt x="2024" y="5574"/>
                  </a:lnTo>
                  <a:lnTo>
                    <a:pt x="2024" y="5500"/>
                  </a:lnTo>
                  <a:lnTo>
                    <a:pt x="1900" y="5500"/>
                  </a:lnTo>
                  <a:lnTo>
                    <a:pt x="1900" y="5574"/>
                  </a:lnTo>
                  <a:close/>
                  <a:moveTo>
                    <a:pt x="4200" y="5400"/>
                  </a:moveTo>
                  <a:lnTo>
                    <a:pt x="4200" y="5524"/>
                  </a:lnTo>
                  <a:lnTo>
                    <a:pt x="4824" y="5524"/>
                  </a:lnTo>
                  <a:lnTo>
                    <a:pt x="4824" y="5400"/>
                  </a:lnTo>
                  <a:close/>
                  <a:moveTo>
                    <a:pt x="5324" y="5200"/>
                  </a:moveTo>
                  <a:lnTo>
                    <a:pt x="5200" y="5200"/>
                  </a:lnTo>
                  <a:lnTo>
                    <a:pt x="5200" y="5274"/>
                  </a:lnTo>
                  <a:lnTo>
                    <a:pt x="5100" y="5300"/>
                  </a:lnTo>
                  <a:lnTo>
                    <a:pt x="5074" y="5400"/>
                  </a:lnTo>
                  <a:lnTo>
                    <a:pt x="4900" y="5400"/>
                  </a:lnTo>
                  <a:lnTo>
                    <a:pt x="4900" y="5524"/>
                  </a:lnTo>
                  <a:lnTo>
                    <a:pt x="5124" y="5524"/>
                  </a:lnTo>
                  <a:lnTo>
                    <a:pt x="5150" y="5424"/>
                  </a:lnTo>
                  <a:lnTo>
                    <a:pt x="5324" y="5424"/>
                  </a:lnTo>
                  <a:close/>
                  <a:moveTo>
                    <a:pt x="6124" y="5100"/>
                  </a:moveTo>
                  <a:lnTo>
                    <a:pt x="6000" y="5100"/>
                  </a:lnTo>
                  <a:lnTo>
                    <a:pt x="6000" y="5174"/>
                  </a:lnTo>
                  <a:lnTo>
                    <a:pt x="5900" y="5200"/>
                  </a:lnTo>
                  <a:lnTo>
                    <a:pt x="5900" y="5424"/>
                  </a:lnTo>
                  <a:lnTo>
                    <a:pt x="6024" y="5424"/>
                  </a:lnTo>
                  <a:lnTo>
                    <a:pt x="6024" y="5350"/>
                  </a:lnTo>
                  <a:lnTo>
                    <a:pt x="6124" y="5324"/>
                  </a:lnTo>
                  <a:close/>
                  <a:moveTo>
                    <a:pt x="5400" y="5100"/>
                  </a:moveTo>
                  <a:lnTo>
                    <a:pt x="5400" y="5224"/>
                  </a:lnTo>
                  <a:lnTo>
                    <a:pt x="5524" y="5224"/>
                  </a:lnTo>
                  <a:lnTo>
                    <a:pt x="5524" y="5100"/>
                  </a:lnTo>
                  <a:close/>
                  <a:moveTo>
                    <a:pt x="3500" y="5000"/>
                  </a:moveTo>
                  <a:lnTo>
                    <a:pt x="3500" y="5224"/>
                  </a:lnTo>
                  <a:lnTo>
                    <a:pt x="3674" y="5224"/>
                  </a:lnTo>
                  <a:lnTo>
                    <a:pt x="3700" y="5324"/>
                  </a:lnTo>
                  <a:lnTo>
                    <a:pt x="3800" y="5350"/>
                  </a:lnTo>
                  <a:lnTo>
                    <a:pt x="3800" y="5424"/>
                  </a:lnTo>
                  <a:lnTo>
                    <a:pt x="4024" y="5424"/>
                  </a:lnTo>
                  <a:lnTo>
                    <a:pt x="4024" y="5300"/>
                  </a:lnTo>
                  <a:lnTo>
                    <a:pt x="3850" y="5300"/>
                  </a:lnTo>
                  <a:lnTo>
                    <a:pt x="3824" y="5200"/>
                  </a:lnTo>
                  <a:lnTo>
                    <a:pt x="3750" y="5200"/>
                  </a:lnTo>
                  <a:lnTo>
                    <a:pt x="3724" y="5100"/>
                  </a:lnTo>
                  <a:lnTo>
                    <a:pt x="3624" y="5074"/>
                  </a:lnTo>
                  <a:lnTo>
                    <a:pt x="3624" y="5000"/>
                  </a:lnTo>
                  <a:close/>
                  <a:moveTo>
                    <a:pt x="2800" y="5000"/>
                  </a:moveTo>
                  <a:lnTo>
                    <a:pt x="2800" y="5124"/>
                  </a:lnTo>
                  <a:lnTo>
                    <a:pt x="2874" y="5124"/>
                  </a:lnTo>
                  <a:lnTo>
                    <a:pt x="2900" y="5224"/>
                  </a:lnTo>
                  <a:lnTo>
                    <a:pt x="3000" y="5250"/>
                  </a:lnTo>
                  <a:lnTo>
                    <a:pt x="3000" y="5424"/>
                  </a:lnTo>
                  <a:lnTo>
                    <a:pt x="3074" y="5424"/>
                  </a:lnTo>
                  <a:lnTo>
                    <a:pt x="3100" y="5524"/>
                  </a:lnTo>
                  <a:lnTo>
                    <a:pt x="3174" y="5524"/>
                  </a:lnTo>
                  <a:lnTo>
                    <a:pt x="3200" y="5624"/>
                  </a:lnTo>
                  <a:lnTo>
                    <a:pt x="3274" y="5624"/>
                  </a:lnTo>
                  <a:lnTo>
                    <a:pt x="3300" y="5724"/>
                  </a:lnTo>
                  <a:lnTo>
                    <a:pt x="3400" y="5750"/>
                  </a:lnTo>
                  <a:lnTo>
                    <a:pt x="3400" y="5824"/>
                  </a:lnTo>
                  <a:lnTo>
                    <a:pt x="3574" y="5824"/>
                  </a:lnTo>
                  <a:lnTo>
                    <a:pt x="3600" y="5924"/>
                  </a:lnTo>
                  <a:lnTo>
                    <a:pt x="3774" y="5924"/>
                  </a:lnTo>
                  <a:lnTo>
                    <a:pt x="3800" y="6024"/>
                  </a:lnTo>
                  <a:lnTo>
                    <a:pt x="4174" y="6024"/>
                  </a:lnTo>
                  <a:lnTo>
                    <a:pt x="4200" y="6124"/>
                  </a:lnTo>
                  <a:lnTo>
                    <a:pt x="5024" y="6124"/>
                  </a:lnTo>
                  <a:lnTo>
                    <a:pt x="5050" y="6024"/>
                  </a:lnTo>
                  <a:lnTo>
                    <a:pt x="5474" y="6024"/>
                  </a:lnTo>
                  <a:lnTo>
                    <a:pt x="5500" y="6050"/>
                  </a:lnTo>
                  <a:lnTo>
                    <a:pt x="5500" y="6224"/>
                  </a:lnTo>
                  <a:lnTo>
                    <a:pt x="5574" y="6224"/>
                  </a:lnTo>
                  <a:lnTo>
                    <a:pt x="5600" y="6324"/>
                  </a:lnTo>
                  <a:lnTo>
                    <a:pt x="5700" y="6350"/>
                  </a:lnTo>
                  <a:lnTo>
                    <a:pt x="5700" y="6624"/>
                  </a:lnTo>
                  <a:lnTo>
                    <a:pt x="5800" y="6650"/>
                  </a:lnTo>
                  <a:lnTo>
                    <a:pt x="5800" y="7274"/>
                  </a:lnTo>
                  <a:lnTo>
                    <a:pt x="5774" y="7300"/>
                  </a:lnTo>
                  <a:lnTo>
                    <a:pt x="2700" y="7300"/>
                  </a:lnTo>
                  <a:lnTo>
                    <a:pt x="2700" y="7424"/>
                  </a:lnTo>
                  <a:lnTo>
                    <a:pt x="5824" y="7424"/>
                  </a:lnTo>
                  <a:lnTo>
                    <a:pt x="5824" y="7350"/>
                  </a:lnTo>
                  <a:lnTo>
                    <a:pt x="5924" y="7324"/>
                  </a:lnTo>
                  <a:lnTo>
                    <a:pt x="5924" y="7050"/>
                  </a:lnTo>
                  <a:lnTo>
                    <a:pt x="5950" y="7024"/>
                  </a:lnTo>
                  <a:lnTo>
                    <a:pt x="6174" y="7024"/>
                  </a:lnTo>
                  <a:lnTo>
                    <a:pt x="6200" y="7124"/>
                  </a:lnTo>
                  <a:lnTo>
                    <a:pt x="6300" y="7150"/>
                  </a:lnTo>
                  <a:lnTo>
                    <a:pt x="6300" y="7224"/>
                  </a:lnTo>
                  <a:lnTo>
                    <a:pt x="6424" y="7224"/>
                  </a:lnTo>
                  <a:lnTo>
                    <a:pt x="6424" y="7100"/>
                  </a:lnTo>
                  <a:lnTo>
                    <a:pt x="6350" y="7100"/>
                  </a:lnTo>
                  <a:lnTo>
                    <a:pt x="6324" y="7000"/>
                  </a:lnTo>
                  <a:lnTo>
                    <a:pt x="6224" y="6974"/>
                  </a:lnTo>
                  <a:lnTo>
                    <a:pt x="6224" y="6800"/>
                  </a:lnTo>
                  <a:lnTo>
                    <a:pt x="6150" y="6800"/>
                  </a:lnTo>
                  <a:lnTo>
                    <a:pt x="6124" y="6700"/>
                  </a:lnTo>
                  <a:lnTo>
                    <a:pt x="6024" y="6674"/>
                  </a:lnTo>
                  <a:lnTo>
                    <a:pt x="6024" y="6600"/>
                  </a:lnTo>
                  <a:lnTo>
                    <a:pt x="5850" y="6600"/>
                  </a:lnTo>
                  <a:lnTo>
                    <a:pt x="5824" y="6574"/>
                  </a:lnTo>
                  <a:lnTo>
                    <a:pt x="5824" y="6350"/>
                  </a:lnTo>
                  <a:lnTo>
                    <a:pt x="5924" y="6324"/>
                  </a:lnTo>
                  <a:lnTo>
                    <a:pt x="5924" y="6250"/>
                  </a:lnTo>
                  <a:lnTo>
                    <a:pt x="6024" y="6224"/>
                  </a:lnTo>
                  <a:lnTo>
                    <a:pt x="6024" y="6150"/>
                  </a:lnTo>
                  <a:lnTo>
                    <a:pt x="6124" y="6124"/>
                  </a:lnTo>
                  <a:lnTo>
                    <a:pt x="6150" y="6024"/>
                  </a:lnTo>
                  <a:lnTo>
                    <a:pt x="6424" y="6024"/>
                  </a:lnTo>
                  <a:lnTo>
                    <a:pt x="6424" y="5900"/>
                  </a:lnTo>
                  <a:lnTo>
                    <a:pt x="6100" y="5900"/>
                  </a:lnTo>
                  <a:lnTo>
                    <a:pt x="6100" y="5974"/>
                  </a:lnTo>
                  <a:lnTo>
                    <a:pt x="6000" y="6000"/>
                  </a:lnTo>
                  <a:lnTo>
                    <a:pt x="6000" y="6074"/>
                  </a:lnTo>
                  <a:lnTo>
                    <a:pt x="5900" y="6100"/>
                  </a:lnTo>
                  <a:lnTo>
                    <a:pt x="5900" y="6174"/>
                  </a:lnTo>
                  <a:lnTo>
                    <a:pt x="5800" y="6200"/>
                  </a:lnTo>
                  <a:lnTo>
                    <a:pt x="5774" y="6300"/>
                  </a:lnTo>
                  <a:lnTo>
                    <a:pt x="5724" y="6274"/>
                  </a:lnTo>
                  <a:lnTo>
                    <a:pt x="5724" y="6200"/>
                  </a:lnTo>
                  <a:lnTo>
                    <a:pt x="5624" y="6174"/>
                  </a:lnTo>
                  <a:lnTo>
                    <a:pt x="5624" y="6000"/>
                  </a:lnTo>
                  <a:lnTo>
                    <a:pt x="5524" y="5974"/>
                  </a:lnTo>
                  <a:lnTo>
                    <a:pt x="5524" y="5850"/>
                  </a:lnTo>
                  <a:lnTo>
                    <a:pt x="5624" y="5824"/>
                  </a:lnTo>
                  <a:lnTo>
                    <a:pt x="5624" y="5750"/>
                  </a:lnTo>
                  <a:lnTo>
                    <a:pt x="5724" y="5724"/>
                  </a:lnTo>
                  <a:lnTo>
                    <a:pt x="5750" y="5624"/>
                  </a:lnTo>
                  <a:lnTo>
                    <a:pt x="5874" y="5624"/>
                  </a:lnTo>
                  <a:lnTo>
                    <a:pt x="5900" y="5724"/>
                  </a:lnTo>
                  <a:lnTo>
                    <a:pt x="6024" y="5724"/>
                  </a:lnTo>
                  <a:lnTo>
                    <a:pt x="6024" y="5600"/>
                  </a:lnTo>
                  <a:lnTo>
                    <a:pt x="5950" y="5600"/>
                  </a:lnTo>
                  <a:lnTo>
                    <a:pt x="5924" y="5500"/>
                  </a:lnTo>
                  <a:lnTo>
                    <a:pt x="5700" y="5500"/>
                  </a:lnTo>
                  <a:lnTo>
                    <a:pt x="5674" y="5600"/>
                  </a:lnTo>
                  <a:lnTo>
                    <a:pt x="5500" y="5600"/>
                  </a:lnTo>
                  <a:lnTo>
                    <a:pt x="5500" y="5674"/>
                  </a:lnTo>
                  <a:lnTo>
                    <a:pt x="5400" y="5700"/>
                  </a:lnTo>
                  <a:lnTo>
                    <a:pt x="5374" y="5800"/>
                  </a:lnTo>
                  <a:lnTo>
                    <a:pt x="5200" y="5800"/>
                  </a:lnTo>
                  <a:lnTo>
                    <a:pt x="5174" y="5900"/>
                  </a:lnTo>
                  <a:lnTo>
                    <a:pt x="5000" y="5900"/>
                  </a:lnTo>
                  <a:lnTo>
                    <a:pt x="4974" y="6000"/>
                  </a:lnTo>
                  <a:lnTo>
                    <a:pt x="4350" y="6000"/>
                  </a:lnTo>
                  <a:lnTo>
                    <a:pt x="4324" y="5900"/>
                  </a:lnTo>
                  <a:lnTo>
                    <a:pt x="4050" y="5900"/>
                  </a:lnTo>
                  <a:lnTo>
                    <a:pt x="4024" y="5800"/>
                  </a:lnTo>
                  <a:lnTo>
                    <a:pt x="3750" y="5800"/>
                  </a:lnTo>
                  <a:lnTo>
                    <a:pt x="3724" y="5700"/>
                  </a:lnTo>
                  <a:lnTo>
                    <a:pt x="3550" y="5700"/>
                  </a:lnTo>
                  <a:lnTo>
                    <a:pt x="3524" y="5600"/>
                  </a:lnTo>
                  <a:lnTo>
                    <a:pt x="3450" y="5600"/>
                  </a:lnTo>
                  <a:lnTo>
                    <a:pt x="3424" y="5500"/>
                  </a:lnTo>
                  <a:lnTo>
                    <a:pt x="3324" y="5474"/>
                  </a:lnTo>
                  <a:lnTo>
                    <a:pt x="3324" y="5400"/>
                  </a:lnTo>
                  <a:lnTo>
                    <a:pt x="3150" y="5400"/>
                  </a:lnTo>
                  <a:lnTo>
                    <a:pt x="3124" y="5374"/>
                  </a:lnTo>
                  <a:lnTo>
                    <a:pt x="3124" y="5200"/>
                  </a:lnTo>
                  <a:lnTo>
                    <a:pt x="3024" y="5174"/>
                  </a:lnTo>
                  <a:lnTo>
                    <a:pt x="3024" y="5000"/>
                  </a:lnTo>
                  <a:close/>
                  <a:moveTo>
                    <a:pt x="5950" y="6724"/>
                  </a:moveTo>
                  <a:lnTo>
                    <a:pt x="6000" y="6750"/>
                  </a:lnTo>
                  <a:lnTo>
                    <a:pt x="6000" y="6874"/>
                  </a:lnTo>
                  <a:lnTo>
                    <a:pt x="5974" y="6900"/>
                  </a:lnTo>
                  <a:lnTo>
                    <a:pt x="5924" y="6874"/>
                  </a:lnTo>
                  <a:lnTo>
                    <a:pt x="5924" y="6750"/>
                  </a:lnTo>
                  <a:close/>
                  <a:moveTo>
                    <a:pt x="900" y="4800"/>
                  </a:moveTo>
                  <a:lnTo>
                    <a:pt x="900" y="4924"/>
                  </a:lnTo>
                  <a:lnTo>
                    <a:pt x="1724" y="4924"/>
                  </a:lnTo>
                  <a:lnTo>
                    <a:pt x="1724" y="4800"/>
                  </a:lnTo>
                  <a:close/>
                  <a:moveTo>
                    <a:pt x="5824" y="4700"/>
                  </a:moveTo>
                  <a:lnTo>
                    <a:pt x="5700" y="4700"/>
                  </a:lnTo>
                  <a:lnTo>
                    <a:pt x="5700" y="4774"/>
                  </a:lnTo>
                  <a:lnTo>
                    <a:pt x="5600" y="4800"/>
                  </a:lnTo>
                  <a:lnTo>
                    <a:pt x="5574" y="4900"/>
                  </a:lnTo>
                  <a:lnTo>
                    <a:pt x="5500" y="4900"/>
                  </a:lnTo>
                  <a:lnTo>
                    <a:pt x="5500" y="5024"/>
                  </a:lnTo>
                  <a:lnTo>
                    <a:pt x="5724" y="5024"/>
                  </a:lnTo>
                  <a:lnTo>
                    <a:pt x="5724" y="4850"/>
                  </a:lnTo>
                  <a:lnTo>
                    <a:pt x="5824" y="4824"/>
                  </a:lnTo>
                  <a:close/>
                  <a:moveTo>
                    <a:pt x="0" y="4700"/>
                  </a:moveTo>
                  <a:lnTo>
                    <a:pt x="0" y="7324"/>
                  </a:lnTo>
                  <a:lnTo>
                    <a:pt x="174" y="7324"/>
                  </a:lnTo>
                  <a:lnTo>
                    <a:pt x="200" y="7424"/>
                  </a:lnTo>
                  <a:lnTo>
                    <a:pt x="524" y="7424"/>
                  </a:lnTo>
                  <a:lnTo>
                    <a:pt x="524" y="7300"/>
                  </a:lnTo>
                  <a:lnTo>
                    <a:pt x="250" y="7300"/>
                  </a:lnTo>
                  <a:lnTo>
                    <a:pt x="224" y="7200"/>
                  </a:lnTo>
                  <a:lnTo>
                    <a:pt x="124" y="7174"/>
                  </a:lnTo>
                  <a:lnTo>
                    <a:pt x="124" y="4700"/>
                  </a:lnTo>
                  <a:close/>
                  <a:moveTo>
                    <a:pt x="4000" y="4600"/>
                  </a:moveTo>
                  <a:lnTo>
                    <a:pt x="4000" y="4724"/>
                  </a:lnTo>
                  <a:lnTo>
                    <a:pt x="4124" y="4724"/>
                  </a:lnTo>
                  <a:lnTo>
                    <a:pt x="4124" y="4600"/>
                  </a:lnTo>
                  <a:close/>
                  <a:moveTo>
                    <a:pt x="5700" y="4500"/>
                  </a:moveTo>
                  <a:lnTo>
                    <a:pt x="5700" y="4624"/>
                  </a:lnTo>
                  <a:lnTo>
                    <a:pt x="5824" y="4624"/>
                  </a:lnTo>
                  <a:lnTo>
                    <a:pt x="5824" y="4500"/>
                  </a:lnTo>
                  <a:close/>
                  <a:moveTo>
                    <a:pt x="5800" y="4100"/>
                  </a:moveTo>
                  <a:lnTo>
                    <a:pt x="5800" y="4424"/>
                  </a:lnTo>
                  <a:lnTo>
                    <a:pt x="5924" y="4424"/>
                  </a:lnTo>
                  <a:lnTo>
                    <a:pt x="5924" y="4100"/>
                  </a:lnTo>
                  <a:close/>
                  <a:moveTo>
                    <a:pt x="3700" y="4100"/>
                  </a:moveTo>
                  <a:lnTo>
                    <a:pt x="3700" y="4224"/>
                  </a:lnTo>
                  <a:lnTo>
                    <a:pt x="3824" y="4224"/>
                  </a:lnTo>
                  <a:lnTo>
                    <a:pt x="3824" y="4100"/>
                  </a:lnTo>
                  <a:close/>
                  <a:moveTo>
                    <a:pt x="2700" y="4100"/>
                  </a:moveTo>
                  <a:lnTo>
                    <a:pt x="2700" y="4724"/>
                  </a:lnTo>
                  <a:lnTo>
                    <a:pt x="2824" y="4724"/>
                  </a:lnTo>
                  <a:lnTo>
                    <a:pt x="2824" y="4100"/>
                  </a:lnTo>
                  <a:close/>
                  <a:moveTo>
                    <a:pt x="1500" y="4324"/>
                  </a:moveTo>
                  <a:lnTo>
                    <a:pt x="1824" y="4324"/>
                  </a:lnTo>
                  <a:lnTo>
                    <a:pt x="1850" y="4224"/>
                  </a:lnTo>
                  <a:lnTo>
                    <a:pt x="2024" y="4224"/>
                  </a:lnTo>
                  <a:lnTo>
                    <a:pt x="2024" y="4100"/>
                  </a:lnTo>
                  <a:lnTo>
                    <a:pt x="1700" y="4100"/>
                  </a:lnTo>
                  <a:lnTo>
                    <a:pt x="1674" y="4200"/>
                  </a:lnTo>
                  <a:lnTo>
                    <a:pt x="1500" y="4200"/>
                  </a:lnTo>
                  <a:close/>
                  <a:moveTo>
                    <a:pt x="900" y="4100"/>
                  </a:moveTo>
                  <a:lnTo>
                    <a:pt x="900" y="4224"/>
                  </a:lnTo>
                  <a:lnTo>
                    <a:pt x="1074" y="4224"/>
                  </a:lnTo>
                  <a:lnTo>
                    <a:pt x="1100" y="4324"/>
                  </a:lnTo>
                  <a:lnTo>
                    <a:pt x="1324" y="4324"/>
                  </a:lnTo>
                  <a:lnTo>
                    <a:pt x="1324" y="4200"/>
                  </a:lnTo>
                  <a:lnTo>
                    <a:pt x="1150" y="4200"/>
                  </a:lnTo>
                  <a:lnTo>
                    <a:pt x="1124" y="4100"/>
                  </a:lnTo>
                  <a:close/>
                  <a:moveTo>
                    <a:pt x="3200" y="4000"/>
                  </a:moveTo>
                  <a:lnTo>
                    <a:pt x="3200" y="4074"/>
                  </a:lnTo>
                  <a:lnTo>
                    <a:pt x="3100" y="4100"/>
                  </a:lnTo>
                  <a:lnTo>
                    <a:pt x="3100" y="4324"/>
                  </a:lnTo>
                  <a:lnTo>
                    <a:pt x="3200" y="4350"/>
                  </a:lnTo>
                  <a:lnTo>
                    <a:pt x="3200" y="4724"/>
                  </a:lnTo>
                  <a:lnTo>
                    <a:pt x="3300" y="4750"/>
                  </a:lnTo>
                  <a:lnTo>
                    <a:pt x="3300" y="4924"/>
                  </a:lnTo>
                  <a:lnTo>
                    <a:pt x="3524" y="4924"/>
                  </a:lnTo>
                  <a:lnTo>
                    <a:pt x="3524" y="4800"/>
                  </a:lnTo>
                  <a:lnTo>
                    <a:pt x="3450" y="4800"/>
                  </a:lnTo>
                  <a:lnTo>
                    <a:pt x="3424" y="4700"/>
                  </a:lnTo>
                  <a:lnTo>
                    <a:pt x="3324" y="4674"/>
                  </a:lnTo>
                  <a:lnTo>
                    <a:pt x="3324" y="4300"/>
                  </a:lnTo>
                  <a:lnTo>
                    <a:pt x="3224" y="4274"/>
                  </a:lnTo>
                  <a:lnTo>
                    <a:pt x="3250" y="4224"/>
                  </a:lnTo>
                  <a:lnTo>
                    <a:pt x="3324" y="4224"/>
                  </a:lnTo>
                  <a:lnTo>
                    <a:pt x="3324" y="4000"/>
                  </a:lnTo>
                  <a:close/>
                  <a:moveTo>
                    <a:pt x="6424" y="3800"/>
                  </a:moveTo>
                  <a:lnTo>
                    <a:pt x="6300" y="3800"/>
                  </a:lnTo>
                  <a:lnTo>
                    <a:pt x="6300" y="3874"/>
                  </a:lnTo>
                  <a:lnTo>
                    <a:pt x="6200" y="3900"/>
                  </a:lnTo>
                  <a:lnTo>
                    <a:pt x="6200" y="4024"/>
                  </a:lnTo>
                  <a:lnTo>
                    <a:pt x="6300" y="4050"/>
                  </a:lnTo>
                  <a:lnTo>
                    <a:pt x="6300" y="4574"/>
                  </a:lnTo>
                  <a:lnTo>
                    <a:pt x="6200" y="4600"/>
                  </a:lnTo>
                  <a:lnTo>
                    <a:pt x="6200" y="4924"/>
                  </a:lnTo>
                  <a:lnTo>
                    <a:pt x="6324" y="4924"/>
                  </a:lnTo>
                  <a:lnTo>
                    <a:pt x="6324" y="4650"/>
                  </a:lnTo>
                  <a:lnTo>
                    <a:pt x="6424" y="4624"/>
                  </a:lnTo>
                  <a:close/>
                  <a:moveTo>
                    <a:pt x="6200" y="3600"/>
                  </a:moveTo>
                  <a:lnTo>
                    <a:pt x="6200" y="3724"/>
                  </a:lnTo>
                  <a:lnTo>
                    <a:pt x="6324" y="3724"/>
                  </a:lnTo>
                  <a:lnTo>
                    <a:pt x="6324" y="3600"/>
                  </a:lnTo>
                  <a:close/>
                  <a:moveTo>
                    <a:pt x="2700" y="3600"/>
                  </a:moveTo>
                  <a:lnTo>
                    <a:pt x="2700" y="4024"/>
                  </a:lnTo>
                  <a:lnTo>
                    <a:pt x="2824" y="4024"/>
                  </a:lnTo>
                  <a:lnTo>
                    <a:pt x="2824" y="3600"/>
                  </a:lnTo>
                  <a:close/>
                  <a:moveTo>
                    <a:pt x="6100" y="3400"/>
                  </a:moveTo>
                  <a:lnTo>
                    <a:pt x="6100" y="3524"/>
                  </a:lnTo>
                  <a:lnTo>
                    <a:pt x="6224" y="3524"/>
                  </a:lnTo>
                  <a:lnTo>
                    <a:pt x="6224" y="3400"/>
                  </a:lnTo>
                  <a:close/>
                  <a:moveTo>
                    <a:pt x="5600" y="3400"/>
                  </a:moveTo>
                  <a:lnTo>
                    <a:pt x="5600" y="3724"/>
                  </a:lnTo>
                  <a:lnTo>
                    <a:pt x="5700" y="3750"/>
                  </a:lnTo>
                  <a:lnTo>
                    <a:pt x="5700" y="3924"/>
                  </a:lnTo>
                  <a:lnTo>
                    <a:pt x="5924" y="3924"/>
                  </a:lnTo>
                  <a:lnTo>
                    <a:pt x="5924" y="3800"/>
                  </a:lnTo>
                  <a:lnTo>
                    <a:pt x="5824" y="3774"/>
                  </a:lnTo>
                  <a:lnTo>
                    <a:pt x="5824" y="3600"/>
                  </a:lnTo>
                  <a:lnTo>
                    <a:pt x="5724" y="3574"/>
                  </a:lnTo>
                  <a:lnTo>
                    <a:pt x="5724" y="3400"/>
                  </a:lnTo>
                  <a:close/>
                  <a:moveTo>
                    <a:pt x="2200" y="3300"/>
                  </a:moveTo>
                  <a:lnTo>
                    <a:pt x="2200" y="3424"/>
                  </a:lnTo>
                  <a:lnTo>
                    <a:pt x="2424" y="3424"/>
                  </a:lnTo>
                  <a:lnTo>
                    <a:pt x="2424" y="3300"/>
                  </a:lnTo>
                  <a:close/>
                  <a:moveTo>
                    <a:pt x="2000" y="3300"/>
                  </a:moveTo>
                  <a:lnTo>
                    <a:pt x="2000" y="3424"/>
                  </a:lnTo>
                  <a:lnTo>
                    <a:pt x="2124" y="3424"/>
                  </a:lnTo>
                  <a:lnTo>
                    <a:pt x="2124" y="3300"/>
                  </a:lnTo>
                  <a:close/>
                  <a:moveTo>
                    <a:pt x="1000" y="3300"/>
                  </a:moveTo>
                  <a:lnTo>
                    <a:pt x="1000" y="3424"/>
                  </a:lnTo>
                  <a:lnTo>
                    <a:pt x="1224" y="3424"/>
                  </a:lnTo>
                  <a:lnTo>
                    <a:pt x="1224" y="3300"/>
                  </a:lnTo>
                  <a:close/>
                  <a:moveTo>
                    <a:pt x="5400" y="3200"/>
                  </a:moveTo>
                  <a:lnTo>
                    <a:pt x="5400" y="3424"/>
                  </a:lnTo>
                  <a:lnTo>
                    <a:pt x="5524" y="3424"/>
                  </a:lnTo>
                  <a:lnTo>
                    <a:pt x="5524" y="3200"/>
                  </a:lnTo>
                  <a:close/>
                  <a:moveTo>
                    <a:pt x="5000" y="3000"/>
                  </a:moveTo>
                  <a:lnTo>
                    <a:pt x="5000" y="3124"/>
                  </a:lnTo>
                  <a:lnTo>
                    <a:pt x="5174" y="3124"/>
                  </a:lnTo>
                  <a:lnTo>
                    <a:pt x="5200" y="3224"/>
                  </a:lnTo>
                  <a:lnTo>
                    <a:pt x="5324" y="3224"/>
                  </a:lnTo>
                  <a:lnTo>
                    <a:pt x="5324" y="3100"/>
                  </a:lnTo>
                  <a:lnTo>
                    <a:pt x="5250" y="3100"/>
                  </a:lnTo>
                  <a:lnTo>
                    <a:pt x="5224" y="3000"/>
                  </a:lnTo>
                  <a:close/>
                  <a:moveTo>
                    <a:pt x="4800" y="3000"/>
                  </a:moveTo>
                  <a:lnTo>
                    <a:pt x="4800" y="3124"/>
                  </a:lnTo>
                  <a:lnTo>
                    <a:pt x="4924" y="3124"/>
                  </a:lnTo>
                  <a:lnTo>
                    <a:pt x="4924" y="3000"/>
                  </a:lnTo>
                  <a:close/>
                  <a:moveTo>
                    <a:pt x="4100" y="3000"/>
                  </a:moveTo>
                  <a:lnTo>
                    <a:pt x="4100" y="3124"/>
                  </a:lnTo>
                  <a:lnTo>
                    <a:pt x="4224" y="3124"/>
                  </a:lnTo>
                  <a:lnTo>
                    <a:pt x="4224" y="3000"/>
                  </a:lnTo>
                  <a:close/>
                  <a:moveTo>
                    <a:pt x="4024" y="3000"/>
                  </a:moveTo>
                  <a:lnTo>
                    <a:pt x="3800" y="3000"/>
                  </a:lnTo>
                  <a:lnTo>
                    <a:pt x="3800" y="3074"/>
                  </a:lnTo>
                  <a:lnTo>
                    <a:pt x="3700" y="3100"/>
                  </a:lnTo>
                  <a:lnTo>
                    <a:pt x="3700" y="3174"/>
                  </a:lnTo>
                  <a:lnTo>
                    <a:pt x="3600" y="3200"/>
                  </a:lnTo>
                  <a:lnTo>
                    <a:pt x="3574" y="3300"/>
                  </a:lnTo>
                  <a:lnTo>
                    <a:pt x="3400" y="3300"/>
                  </a:lnTo>
                  <a:lnTo>
                    <a:pt x="3400" y="3574"/>
                  </a:lnTo>
                  <a:lnTo>
                    <a:pt x="3300" y="3600"/>
                  </a:lnTo>
                  <a:lnTo>
                    <a:pt x="3274" y="3700"/>
                  </a:lnTo>
                  <a:lnTo>
                    <a:pt x="3200" y="3700"/>
                  </a:lnTo>
                  <a:lnTo>
                    <a:pt x="3200" y="3924"/>
                  </a:lnTo>
                  <a:lnTo>
                    <a:pt x="3324" y="3924"/>
                  </a:lnTo>
                  <a:lnTo>
                    <a:pt x="3324" y="3850"/>
                  </a:lnTo>
                  <a:lnTo>
                    <a:pt x="3424" y="3824"/>
                  </a:lnTo>
                  <a:lnTo>
                    <a:pt x="3424" y="3650"/>
                  </a:lnTo>
                  <a:lnTo>
                    <a:pt x="3524" y="3624"/>
                  </a:lnTo>
                  <a:lnTo>
                    <a:pt x="3524" y="3450"/>
                  </a:lnTo>
                  <a:lnTo>
                    <a:pt x="3550" y="3424"/>
                  </a:lnTo>
                  <a:lnTo>
                    <a:pt x="3724" y="3424"/>
                  </a:lnTo>
                  <a:lnTo>
                    <a:pt x="3724" y="3350"/>
                  </a:lnTo>
                  <a:lnTo>
                    <a:pt x="3824" y="3324"/>
                  </a:lnTo>
                  <a:lnTo>
                    <a:pt x="3824" y="3250"/>
                  </a:lnTo>
                  <a:lnTo>
                    <a:pt x="3924" y="3224"/>
                  </a:lnTo>
                  <a:lnTo>
                    <a:pt x="3950" y="3124"/>
                  </a:lnTo>
                  <a:lnTo>
                    <a:pt x="4024" y="3124"/>
                  </a:lnTo>
                  <a:close/>
                  <a:moveTo>
                    <a:pt x="4400" y="2900"/>
                  </a:moveTo>
                  <a:lnTo>
                    <a:pt x="4400" y="3024"/>
                  </a:lnTo>
                  <a:lnTo>
                    <a:pt x="4624" y="3024"/>
                  </a:lnTo>
                  <a:lnTo>
                    <a:pt x="4624" y="2900"/>
                  </a:lnTo>
                  <a:close/>
                  <a:moveTo>
                    <a:pt x="3824" y="2600"/>
                  </a:moveTo>
                  <a:lnTo>
                    <a:pt x="3600" y="2600"/>
                  </a:lnTo>
                  <a:lnTo>
                    <a:pt x="3574" y="2700"/>
                  </a:lnTo>
                  <a:lnTo>
                    <a:pt x="3400" y="2700"/>
                  </a:lnTo>
                  <a:lnTo>
                    <a:pt x="3400" y="2774"/>
                  </a:lnTo>
                  <a:lnTo>
                    <a:pt x="3300" y="2800"/>
                  </a:lnTo>
                  <a:lnTo>
                    <a:pt x="3300" y="2874"/>
                  </a:lnTo>
                  <a:lnTo>
                    <a:pt x="3200" y="2900"/>
                  </a:lnTo>
                  <a:lnTo>
                    <a:pt x="3200" y="2974"/>
                  </a:lnTo>
                  <a:lnTo>
                    <a:pt x="3100" y="3000"/>
                  </a:lnTo>
                  <a:lnTo>
                    <a:pt x="3100" y="3074"/>
                  </a:lnTo>
                  <a:lnTo>
                    <a:pt x="3000" y="3100"/>
                  </a:lnTo>
                  <a:lnTo>
                    <a:pt x="2974" y="3200"/>
                  </a:lnTo>
                  <a:lnTo>
                    <a:pt x="2900" y="3200"/>
                  </a:lnTo>
                  <a:lnTo>
                    <a:pt x="2900" y="3374"/>
                  </a:lnTo>
                  <a:lnTo>
                    <a:pt x="2800" y="3400"/>
                  </a:lnTo>
                  <a:lnTo>
                    <a:pt x="2800" y="3524"/>
                  </a:lnTo>
                  <a:lnTo>
                    <a:pt x="2924" y="3524"/>
                  </a:lnTo>
                  <a:lnTo>
                    <a:pt x="2924" y="3450"/>
                  </a:lnTo>
                  <a:lnTo>
                    <a:pt x="3024" y="3424"/>
                  </a:lnTo>
                  <a:lnTo>
                    <a:pt x="3050" y="3324"/>
                  </a:lnTo>
                  <a:lnTo>
                    <a:pt x="3124" y="3324"/>
                  </a:lnTo>
                  <a:lnTo>
                    <a:pt x="3124" y="3150"/>
                  </a:lnTo>
                  <a:lnTo>
                    <a:pt x="3224" y="3124"/>
                  </a:lnTo>
                  <a:lnTo>
                    <a:pt x="3250" y="3024"/>
                  </a:lnTo>
                  <a:lnTo>
                    <a:pt x="3424" y="3024"/>
                  </a:lnTo>
                  <a:lnTo>
                    <a:pt x="3424" y="2850"/>
                  </a:lnTo>
                  <a:lnTo>
                    <a:pt x="3450" y="2824"/>
                  </a:lnTo>
                  <a:lnTo>
                    <a:pt x="3624" y="2824"/>
                  </a:lnTo>
                  <a:lnTo>
                    <a:pt x="3650" y="2724"/>
                  </a:lnTo>
                  <a:lnTo>
                    <a:pt x="3824" y="2724"/>
                  </a:lnTo>
                  <a:close/>
                  <a:moveTo>
                    <a:pt x="2000" y="2500"/>
                  </a:moveTo>
                  <a:lnTo>
                    <a:pt x="2000" y="2624"/>
                  </a:lnTo>
                  <a:lnTo>
                    <a:pt x="2274" y="2624"/>
                  </a:lnTo>
                  <a:lnTo>
                    <a:pt x="2300" y="2724"/>
                  </a:lnTo>
                  <a:lnTo>
                    <a:pt x="2424" y="2724"/>
                  </a:lnTo>
                  <a:lnTo>
                    <a:pt x="2450" y="2624"/>
                  </a:lnTo>
                  <a:lnTo>
                    <a:pt x="2500" y="2650"/>
                  </a:lnTo>
                  <a:lnTo>
                    <a:pt x="2500" y="2724"/>
                  </a:lnTo>
                  <a:lnTo>
                    <a:pt x="2624" y="2724"/>
                  </a:lnTo>
                  <a:lnTo>
                    <a:pt x="2624" y="2650"/>
                  </a:lnTo>
                  <a:lnTo>
                    <a:pt x="2724" y="2624"/>
                  </a:lnTo>
                  <a:lnTo>
                    <a:pt x="2724" y="2500"/>
                  </a:lnTo>
                  <a:close/>
                  <a:moveTo>
                    <a:pt x="900" y="2500"/>
                  </a:moveTo>
                  <a:lnTo>
                    <a:pt x="900" y="2724"/>
                  </a:lnTo>
                  <a:lnTo>
                    <a:pt x="1224" y="2724"/>
                  </a:lnTo>
                  <a:lnTo>
                    <a:pt x="1250" y="2624"/>
                  </a:lnTo>
                  <a:lnTo>
                    <a:pt x="1474" y="2624"/>
                  </a:lnTo>
                  <a:lnTo>
                    <a:pt x="1500" y="2724"/>
                  </a:lnTo>
                  <a:lnTo>
                    <a:pt x="1624" y="2724"/>
                  </a:lnTo>
                  <a:lnTo>
                    <a:pt x="1650" y="2624"/>
                  </a:lnTo>
                  <a:lnTo>
                    <a:pt x="1824" y="2624"/>
                  </a:lnTo>
                  <a:lnTo>
                    <a:pt x="1824" y="2500"/>
                  </a:lnTo>
                  <a:close/>
                  <a:moveTo>
                    <a:pt x="4500" y="2400"/>
                  </a:moveTo>
                  <a:lnTo>
                    <a:pt x="4500" y="2524"/>
                  </a:lnTo>
                  <a:lnTo>
                    <a:pt x="4924" y="2524"/>
                  </a:lnTo>
                  <a:lnTo>
                    <a:pt x="4924" y="2400"/>
                  </a:lnTo>
                  <a:close/>
                  <a:moveTo>
                    <a:pt x="3900" y="2624"/>
                  </a:moveTo>
                  <a:lnTo>
                    <a:pt x="4024" y="2624"/>
                  </a:lnTo>
                  <a:lnTo>
                    <a:pt x="4050" y="2524"/>
                  </a:lnTo>
                  <a:lnTo>
                    <a:pt x="4324" y="2524"/>
                  </a:lnTo>
                  <a:lnTo>
                    <a:pt x="4324" y="2400"/>
                  </a:lnTo>
                  <a:lnTo>
                    <a:pt x="4000" y="2400"/>
                  </a:lnTo>
                  <a:lnTo>
                    <a:pt x="4000" y="2474"/>
                  </a:lnTo>
                  <a:lnTo>
                    <a:pt x="3900" y="2500"/>
                  </a:lnTo>
                  <a:close/>
                  <a:moveTo>
                    <a:pt x="1300" y="1800"/>
                  </a:moveTo>
                  <a:lnTo>
                    <a:pt x="1300" y="1924"/>
                  </a:lnTo>
                  <a:lnTo>
                    <a:pt x="3124" y="1924"/>
                  </a:lnTo>
                  <a:lnTo>
                    <a:pt x="3124" y="1800"/>
                  </a:lnTo>
                  <a:close/>
                  <a:moveTo>
                    <a:pt x="800" y="1800"/>
                  </a:moveTo>
                  <a:lnTo>
                    <a:pt x="800" y="1924"/>
                  </a:lnTo>
                  <a:lnTo>
                    <a:pt x="1124" y="1924"/>
                  </a:lnTo>
                  <a:lnTo>
                    <a:pt x="1124" y="1800"/>
                  </a:lnTo>
                  <a:close/>
                  <a:moveTo>
                    <a:pt x="4700" y="1300"/>
                  </a:moveTo>
                  <a:lnTo>
                    <a:pt x="4700" y="1524"/>
                  </a:lnTo>
                  <a:lnTo>
                    <a:pt x="5124" y="1524"/>
                  </a:lnTo>
                  <a:lnTo>
                    <a:pt x="5124" y="1400"/>
                  </a:lnTo>
                  <a:lnTo>
                    <a:pt x="4850" y="1400"/>
                  </a:lnTo>
                  <a:lnTo>
                    <a:pt x="4824" y="1300"/>
                  </a:lnTo>
                  <a:close/>
                  <a:moveTo>
                    <a:pt x="4600" y="1100"/>
                  </a:moveTo>
                  <a:lnTo>
                    <a:pt x="4600" y="1224"/>
                  </a:lnTo>
                  <a:lnTo>
                    <a:pt x="4724" y="1224"/>
                  </a:lnTo>
                  <a:lnTo>
                    <a:pt x="4724" y="1100"/>
                  </a:lnTo>
                  <a:close/>
                  <a:moveTo>
                    <a:pt x="2300" y="1100"/>
                  </a:moveTo>
                  <a:lnTo>
                    <a:pt x="2300" y="1224"/>
                  </a:lnTo>
                  <a:lnTo>
                    <a:pt x="2424" y="1224"/>
                  </a:lnTo>
                  <a:lnTo>
                    <a:pt x="2424" y="1100"/>
                  </a:lnTo>
                  <a:close/>
                  <a:moveTo>
                    <a:pt x="1000" y="1100"/>
                  </a:moveTo>
                  <a:lnTo>
                    <a:pt x="1000" y="1224"/>
                  </a:lnTo>
                  <a:lnTo>
                    <a:pt x="1124" y="1224"/>
                  </a:lnTo>
                  <a:lnTo>
                    <a:pt x="1124" y="1100"/>
                  </a:lnTo>
                  <a:close/>
                  <a:moveTo>
                    <a:pt x="3000" y="1100"/>
                  </a:moveTo>
                  <a:lnTo>
                    <a:pt x="3000" y="1224"/>
                  </a:lnTo>
                  <a:lnTo>
                    <a:pt x="3124" y="1224"/>
                  </a:lnTo>
                  <a:lnTo>
                    <a:pt x="3150" y="1124"/>
                  </a:lnTo>
                  <a:lnTo>
                    <a:pt x="3200" y="1150"/>
                  </a:lnTo>
                  <a:lnTo>
                    <a:pt x="3200" y="1224"/>
                  </a:lnTo>
                  <a:lnTo>
                    <a:pt x="3324" y="1224"/>
                  </a:lnTo>
                  <a:lnTo>
                    <a:pt x="3324" y="1100"/>
                  </a:lnTo>
                  <a:lnTo>
                    <a:pt x="3250" y="1100"/>
                  </a:lnTo>
                  <a:lnTo>
                    <a:pt x="3224" y="1000"/>
                  </a:lnTo>
                  <a:lnTo>
                    <a:pt x="3100" y="1000"/>
                  </a:lnTo>
                  <a:lnTo>
                    <a:pt x="3100" y="1074"/>
                  </a:lnTo>
                  <a:close/>
                  <a:moveTo>
                    <a:pt x="2500" y="1000"/>
                  </a:moveTo>
                  <a:lnTo>
                    <a:pt x="2500" y="1224"/>
                  </a:lnTo>
                  <a:lnTo>
                    <a:pt x="2724" y="1224"/>
                  </a:lnTo>
                  <a:lnTo>
                    <a:pt x="2750" y="1124"/>
                  </a:lnTo>
                  <a:lnTo>
                    <a:pt x="2800" y="1150"/>
                  </a:lnTo>
                  <a:lnTo>
                    <a:pt x="2800" y="1224"/>
                  </a:lnTo>
                  <a:lnTo>
                    <a:pt x="2924" y="1224"/>
                  </a:lnTo>
                  <a:lnTo>
                    <a:pt x="2924" y="1100"/>
                  </a:lnTo>
                  <a:lnTo>
                    <a:pt x="2850" y="1100"/>
                  </a:lnTo>
                  <a:lnTo>
                    <a:pt x="2824" y="1000"/>
                  </a:lnTo>
                  <a:lnTo>
                    <a:pt x="2700" y="1000"/>
                  </a:lnTo>
                  <a:lnTo>
                    <a:pt x="2674" y="1100"/>
                  </a:lnTo>
                  <a:lnTo>
                    <a:pt x="2624" y="1074"/>
                  </a:lnTo>
                  <a:lnTo>
                    <a:pt x="2624" y="1000"/>
                  </a:lnTo>
                  <a:close/>
                  <a:moveTo>
                    <a:pt x="1200" y="1000"/>
                  </a:moveTo>
                  <a:lnTo>
                    <a:pt x="1200" y="1124"/>
                  </a:lnTo>
                  <a:lnTo>
                    <a:pt x="1374" y="1124"/>
                  </a:lnTo>
                  <a:lnTo>
                    <a:pt x="1400" y="1224"/>
                  </a:lnTo>
                  <a:lnTo>
                    <a:pt x="1624" y="1224"/>
                  </a:lnTo>
                  <a:lnTo>
                    <a:pt x="1650" y="1124"/>
                  </a:lnTo>
                  <a:lnTo>
                    <a:pt x="1700" y="1150"/>
                  </a:lnTo>
                  <a:lnTo>
                    <a:pt x="1700" y="1224"/>
                  </a:lnTo>
                  <a:lnTo>
                    <a:pt x="1824" y="1224"/>
                  </a:lnTo>
                  <a:lnTo>
                    <a:pt x="1850" y="1124"/>
                  </a:lnTo>
                  <a:lnTo>
                    <a:pt x="2024" y="1124"/>
                  </a:lnTo>
                  <a:lnTo>
                    <a:pt x="2024" y="1000"/>
                  </a:lnTo>
                  <a:lnTo>
                    <a:pt x="1800" y="1000"/>
                  </a:lnTo>
                  <a:lnTo>
                    <a:pt x="1774" y="1100"/>
                  </a:lnTo>
                  <a:lnTo>
                    <a:pt x="1724" y="1074"/>
                  </a:lnTo>
                  <a:lnTo>
                    <a:pt x="1724" y="1000"/>
                  </a:lnTo>
                  <a:close/>
                  <a:moveTo>
                    <a:pt x="5500" y="900"/>
                  </a:moveTo>
                  <a:lnTo>
                    <a:pt x="5500" y="1024"/>
                  </a:lnTo>
                  <a:lnTo>
                    <a:pt x="5574" y="1024"/>
                  </a:lnTo>
                  <a:lnTo>
                    <a:pt x="5600" y="1124"/>
                  </a:lnTo>
                  <a:lnTo>
                    <a:pt x="5700" y="1150"/>
                  </a:lnTo>
                  <a:lnTo>
                    <a:pt x="5700" y="1374"/>
                  </a:lnTo>
                  <a:lnTo>
                    <a:pt x="5600" y="1400"/>
                  </a:lnTo>
                  <a:lnTo>
                    <a:pt x="5600" y="1524"/>
                  </a:lnTo>
                  <a:lnTo>
                    <a:pt x="5724" y="1524"/>
                  </a:lnTo>
                  <a:lnTo>
                    <a:pt x="5724" y="1450"/>
                  </a:lnTo>
                  <a:lnTo>
                    <a:pt x="5750" y="1424"/>
                  </a:lnTo>
                  <a:lnTo>
                    <a:pt x="5800" y="1450"/>
                  </a:lnTo>
                  <a:lnTo>
                    <a:pt x="5800" y="2774"/>
                  </a:lnTo>
                  <a:lnTo>
                    <a:pt x="5774" y="2800"/>
                  </a:lnTo>
                  <a:lnTo>
                    <a:pt x="5650" y="2800"/>
                  </a:lnTo>
                  <a:lnTo>
                    <a:pt x="5624" y="2700"/>
                  </a:lnTo>
                  <a:lnTo>
                    <a:pt x="5524" y="2674"/>
                  </a:lnTo>
                  <a:lnTo>
                    <a:pt x="5524" y="2600"/>
                  </a:lnTo>
                  <a:lnTo>
                    <a:pt x="5350" y="2600"/>
                  </a:lnTo>
                  <a:lnTo>
                    <a:pt x="5324" y="2500"/>
                  </a:lnTo>
                  <a:lnTo>
                    <a:pt x="5224" y="2474"/>
                  </a:lnTo>
                  <a:lnTo>
                    <a:pt x="5224" y="2400"/>
                  </a:lnTo>
                  <a:lnTo>
                    <a:pt x="5000" y="2400"/>
                  </a:lnTo>
                  <a:lnTo>
                    <a:pt x="5000" y="2524"/>
                  </a:lnTo>
                  <a:lnTo>
                    <a:pt x="5074" y="2524"/>
                  </a:lnTo>
                  <a:lnTo>
                    <a:pt x="5100" y="2624"/>
                  </a:lnTo>
                  <a:lnTo>
                    <a:pt x="5200" y="2650"/>
                  </a:lnTo>
                  <a:lnTo>
                    <a:pt x="5200" y="2724"/>
                  </a:lnTo>
                  <a:lnTo>
                    <a:pt x="5374" y="2724"/>
                  </a:lnTo>
                  <a:lnTo>
                    <a:pt x="5400" y="2824"/>
                  </a:lnTo>
                  <a:lnTo>
                    <a:pt x="5574" y="2824"/>
                  </a:lnTo>
                  <a:lnTo>
                    <a:pt x="5600" y="2924"/>
                  </a:lnTo>
                  <a:lnTo>
                    <a:pt x="5674" y="2924"/>
                  </a:lnTo>
                  <a:lnTo>
                    <a:pt x="5700" y="3024"/>
                  </a:lnTo>
                  <a:lnTo>
                    <a:pt x="5800" y="3050"/>
                  </a:lnTo>
                  <a:lnTo>
                    <a:pt x="5800" y="3124"/>
                  </a:lnTo>
                  <a:lnTo>
                    <a:pt x="5974" y="3124"/>
                  </a:lnTo>
                  <a:lnTo>
                    <a:pt x="6000" y="3150"/>
                  </a:lnTo>
                  <a:lnTo>
                    <a:pt x="6000" y="3324"/>
                  </a:lnTo>
                  <a:lnTo>
                    <a:pt x="6124" y="3324"/>
                  </a:lnTo>
                  <a:lnTo>
                    <a:pt x="6124" y="3100"/>
                  </a:lnTo>
                  <a:lnTo>
                    <a:pt x="6050" y="3100"/>
                  </a:lnTo>
                  <a:lnTo>
                    <a:pt x="6024" y="3000"/>
                  </a:lnTo>
                  <a:lnTo>
                    <a:pt x="5924" y="2974"/>
                  </a:lnTo>
                  <a:lnTo>
                    <a:pt x="5924" y="1200"/>
                  </a:lnTo>
                  <a:lnTo>
                    <a:pt x="5850" y="1200"/>
                  </a:lnTo>
                  <a:lnTo>
                    <a:pt x="5824" y="1100"/>
                  </a:lnTo>
                  <a:lnTo>
                    <a:pt x="5750" y="1100"/>
                  </a:lnTo>
                  <a:lnTo>
                    <a:pt x="5724" y="1000"/>
                  </a:lnTo>
                  <a:lnTo>
                    <a:pt x="5624" y="974"/>
                  </a:lnTo>
                  <a:lnTo>
                    <a:pt x="5624" y="900"/>
                  </a:lnTo>
                  <a:close/>
                  <a:moveTo>
                    <a:pt x="4600" y="600"/>
                  </a:moveTo>
                  <a:lnTo>
                    <a:pt x="4600" y="1024"/>
                  </a:lnTo>
                  <a:lnTo>
                    <a:pt x="4724" y="1024"/>
                  </a:lnTo>
                  <a:lnTo>
                    <a:pt x="4724" y="600"/>
                  </a:lnTo>
                  <a:close/>
                  <a:moveTo>
                    <a:pt x="4200" y="0"/>
                  </a:moveTo>
                  <a:lnTo>
                    <a:pt x="4200" y="124"/>
                  </a:lnTo>
                  <a:lnTo>
                    <a:pt x="4674" y="124"/>
                  </a:lnTo>
                  <a:lnTo>
                    <a:pt x="4700" y="150"/>
                  </a:lnTo>
                  <a:lnTo>
                    <a:pt x="4674" y="200"/>
                  </a:lnTo>
                  <a:lnTo>
                    <a:pt x="4600" y="200"/>
                  </a:lnTo>
                  <a:lnTo>
                    <a:pt x="4600" y="524"/>
                  </a:lnTo>
                  <a:lnTo>
                    <a:pt x="4724" y="524"/>
                  </a:lnTo>
                  <a:lnTo>
                    <a:pt x="4724" y="250"/>
                  </a:lnTo>
                  <a:lnTo>
                    <a:pt x="4774" y="224"/>
                  </a:lnTo>
                  <a:lnTo>
                    <a:pt x="4800" y="324"/>
                  </a:lnTo>
                  <a:lnTo>
                    <a:pt x="4874" y="324"/>
                  </a:lnTo>
                  <a:lnTo>
                    <a:pt x="4900" y="424"/>
                  </a:lnTo>
                  <a:lnTo>
                    <a:pt x="4974" y="424"/>
                  </a:lnTo>
                  <a:lnTo>
                    <a:pt x="5000" y="524"/>
                  </a:lnTo>
                  <a:lnTo>
                    <a:pt x="5074" y="524"/>
                  </a:lnTo>
                  <a:lnTo>
                    <a:pt x="5100" y="624"/>
                  </a:lnTo>
                  <a:lnTo>
                    <a:pt x="5174" y="624"/>
                  </a:lnTo>
                  <a:lnTo>
                    <a:pt x="5200" y="724"/>
                  </a:lnTo>
                  <a:lnTo>
                    <a:pt x="5300" y="750"/>
                  </a:lnTo>
                  <a:lnTo>
                    <a:pt x="5300" y="824"/>
                  </a:lnTo>
                  <a:lnTo>
                    <a:pt x="5524" y="824"/>
                  </a:lnTo>
                  <a:lnTo>
                    <a:pt x="5524" y="700"/>
                  </a:lnTo>
                  <a:lnTo>
                    <a:pt x="5350" y="700"/>
                  </a:lnTo>
                  <a:lnTo>
                    <a:pt x="5324" y="600"/>
                  </a:lnTo>
                  <a:lnTo>
                    <a:pt x="5224" y="574"/>
                  </a:lnTo>
                  <a:lnTo>
                    <a:pt x="5224" y="400"/>
                  </a:lnTo>
                  <a:lnTo>
                    <a:pt x="5050" y="400"/>
                  </a:lnTo>
                  <a:lnTo>
                    <a:pt x="5024" y="300"/>
                  </a:lnTo>
                  <a:lnTo>
                    <a:pt x="4950" y="300"/>
                  </a:lnTo>
                  <a:lnTo>
                    <a:pt x="4924" y="200"/>
                  </a:lnTo>
                  <a:lnTo>
                    <a:pt x="4824" y="174"/>
                  </a:lnTo>
                  <a:lnTo>
                    <a:pt x="4824" y="0"/>
                  </a:lnTo>
                  <a:close/>
                  <a:moveTo>
                    <a:pt x="2500" y="0"/>
                  </a:moveTo>
                  <a:lnTo>
                    <a:pt x="2500" y="224"/>
                  </a:lnTo>
                  <a:lnTo>
                    <a:pt x="2624" y="224"/>
                  </a:lnTo>
                  <a:lnTo>
                    <a:pt x="2650" y="124"/>
                  </a:lnTo>
                  <a:lnTo>
                    <a:pt x="4124" y="124"/>
                  </a:lnTo>
                  <a:lnTo>
                    <a:pt x="4124" y="0"/>
                  </a:lnTo>
                  <a:close/>
                  <a:moveTo>
                    <a:pt x="1700" y="0"/>
                  </a:moveTo>
                  <a:lnTo>
                    <a:pt x="1700" y="124"/>
                  </a:lnTo>
                  <a:lnTo>
                    <a:pt x="1974" y="124"/>
                  </a:lnTo>
                  <a:lnTo>
                    <a:pt x="2000" y="224"/>
                  </a:lnTo>
                  <a:lnTo>
                    <a:pt x="2124" y="224"/>
                  </a:lnTo>
                  <a:lnTo>
                    <a:pt x="2150" y="124"/>
                  </a:lnTo>
                  <a:lnTo>
                    <a:pt x="2424" y="124"/>
                  </a:lnTo>
                  <a:lnTo>
                    <a:pt x="2424" y="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1624" y="124"/>
                  </a:lnTo>
                  <a:lnTo>
                    <a:pt x="1624" y="0"/>
                  </a:lnTo>
                  <a:close/>
                  <a:moveTo>
                    <a:pt x="724" y="0"/>
                  </a:moveTo>
                  <a:lnTo>
                    <a:pt x="200" y="0"/>
                  </a:lnTo>
                  <a:lnTo>
                    <a:pt x="200" y="174"/>
                  </a:lnTo>
                  <a:lnTo>
                    <a:pt x="174" y="200"/>
                  </a:lnTo>
                  <a:lnTo>
                    <a:pt x="0" y="200"/>
                  </a:lnTo>
                  <a:lnTo>
                    <a:pt x="0" y="4624"/>
                  </a:lnTo>
                  <a:lnTo>
                    <a:pt x="124" y="4624"/>
                  </a:lnTo>
                  <a:lnTo>
                    <a:pt x="124" y="1950"/>
                  </a:lnTo>
                  <a:lnTo>
                    <a:pt x="224" y="1924"/>
                  </a:lnTo>
                  <a:lnTo>
                    <a:pt x="224" y="1800"/>
                  </a:lnTo>
                  <a:lnTo>
                    <a:pt x="124" y="1774"/>
                  </a:lnTo>
                  <a:lnTo>
                    <a:pt x="124" y="350"/>
                  </a:lnTo>
                  <a:lnTo>
                    <a:pt x="224" y="324"/>
                  </a:lnTo>
                  <a:lnTo>
                    <a:pt x="250" y="224"/>
                  </a:lnTo>
                  <a:lnTo>
                    <a:pt x="524" y="224"/>
                  </a:lnTo>
                  <a:lnTo>
                    <a:pt x="550" y="124"/>
                  </a:lnTo>
                  <a:lnTo>
                    <a:pt x="724" y="124"/>
                  </a:lnTo>
                  <a:close/>
                </a:path>
              </a:pathLst>
            </a:custGeom>
            <a:solidFill>
              <a:srgbClr val="3C3B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4" name="Format reward illustration color 13"/>
            <p:cNvSpPr/>
            <p:nvPr/>
          </p:nvSpPr>
          <p:spPr>
            <a:xfrm>
              <a:off x="11689507" y="7574707"/>
              <a:ext cx="441107" cy="550835"/>
            </a:xfrm>
            <a:custGeom>
              <a:avLst/>
              <a:gdLst/>
              <a:ahLst/>
              <a:cxnLst/>
              <a:rect l="l" t="t" r="r" b="b"/>
              <a:pathLst>
                <a:path w="4824" h="6024">
                  <a:moveTo>
                    <a:pt x="4700" y="5900"/>
                  </a:moveTo>
                  <a:lnTo>
                    <a:pt x="4700" y="6024"/>
                  </a:lnTo>
                  <a:lnTo>
                    <a:pt x="4824" y="6024"/>
                  </a:lnTo>
                  <a:lnTo>
                    <a:pt x="4824" y="5900"/>
                  </a:lnTo>
                  <a:close/>
                  <a:moveTo>
                    <a:pt x="0" y="5900"/>
                  </a:moveTo>
                  <a:lnTo>
                    <a:pt x="0" y="6024"/>
                  </a:lnTo>
                  <a:lnTo>
                    <a:pt x="124" y="6024"/>
                  </a:lnTo>
                  <a:lnTo>
                    <a:pt x="124" y="5900"/>
                  </a:lnTo>
                  <a:close/>
                  <a:moveTo>
                    <a:pt x="2400" y="5800"/>
                  </a:moveTo>
                  <a:lnTo>
                    <a:pt x="2400" y="5924"/>
                  </a:lnTo>
                  <a:lnTo>
                    <a:pt x="2524" y="5924"/>
                  </a:lnTo>
                  <a:lnTo>
                    <a:pt x="2524" y="5800"/>
                  </a:lnTo>
                  <a:close/>
                  <a:moveTo>
                    <a:pt x="4300" y="5700"/>
                  </a:moveTo>
                  <a:lnTo>
                    <a:pt x="4300" y="5824"/>
                  </a:lnTo>
                  <a:lnTo>
                    <a:pt x="4424" y="5824"/>
                  </a:lnTo>
                  <a:lnTo>
                    <a:pt x="4424" y="5700"/>
                  </a:lnTo>
                  <a:close/>
                  <a:moveTo>
                    <a:pt x="4100" y="5600"/>
                  </a:moveTo>
                  <a:lnTo>
                    <a:pt x="4100" y="5724"/>
                  </a:lnTo>
                  <a:lnTo>
                    <a:pt x="4224" y="5724"/>
                  </a:lnTo>
                  <a:lnTo>
                    <a:pt x="4224" y="5600"/>
                  </a:lnTo>
                  <a:close/>
                  <a:moveTo>
                    <a:pt x="1900" y="5600"/>
                  </a:moveTo>
                  <a:lnTo>
                    <a:pt x="1900" y="5724"/>
                  </a:lnTo>
                  <a:lnTo>
                    <a:pt x="2024" y="5724"/>
                  </a:lnTo>
                  <a:lnTo>
                    <a:pt x="2024" y="5600"/>
                  </a:lnTo>
                  <a:close/>
                  <a:moveTo>
                    <a:pt x="800" y="5600"/>
                  </a:moveTo>
                  <a:lnTo>
                    <a:pt x="800" y="5724"/>
                  </a:lnTo>
                  <a:lnTo>
                    <a:pt x="1324" y="5724"/>
                  </a:lnTo>
                  <a:lnTo>
                    <a:pt x="1324" y="5600"/>
                  </a:lnTo>
                  <a:close/>
                  <a:moveTo>
                    <a:pt x="200" y="5600"/>
                  </a:moveTo>
                  <a:lnTo>
                    <a:pt x="200" y="5724"/>
                  </a:lnTo>
                  <a:lnTo>
                    <a:pt x="324" y="5724"/>
                  </a:lnTo>
                  <a:lnTo>
                    <a:pt x="324" y="5600"/>
                  </a:lnTo>
                  <a:close/>
                  <a:moveTo>
                    <a:pt x="500" y="4500"/>
                  </a:moveTo>
                  <a:lnTo>
                    <a:pt x="500" y="4624"/>
                  </a:lnTo>
                  <a:lnTo>
                    <a:pt x="624" y="4624"/>
                  </a:lnTo>
                  <a:lnTo>
                    <a:pt x="624" y="4500"/>
                  </a:lnTo>
                  <a:close/>
                  <a:moveTo>
                    <a:pt x="200" y="4500"/>
                  </a:moveTo>
                  <a:lnTo>
                    <a:pt x="200" y="4624"/>
                  </a:lnTo>
                  <a:lnTo>
                    <a:pt x="424" y="4624"/>
                  </a:lnTo>
                  <a:lnTo>
                    <a:pt x="424" y="4500"/>
                  </a:lnTo>
                  <a:close/>
                  <a:moveTo>
                    <a:pt x="3600" y="4400"/>
                  </a:moveTo>
                  <a:lnTo>
                    <a:pt x="3600" y="4524"/>
                  </a:lnTo>
                  <a:lnTo>
                    <a:pt x="3724" y="4524"/>
                  </a:lnTo>
                  <a:lnTo>
                    <a:pt x="3724" y="4400"/>
                  </a:lnTo>
                  <a:close/>
                  <a:moveTo>
                    <a:pt x="900" y="4200"/>
                  </a:moveTo>
                  <a:lnTo>
                    <a:pt x="900" y="4324"/>
                  </a:lnTo>
                  <a:lnTo>
                    <a:pt x="1024" y="4324"/>
                  </a:lnTo>
                  <a:lnTo>
                    <a:pt x="1024" y="4200"/>
                  </a:lnTo>
                  <a:close/>
                  <a:moveTo>
                    <a:pt x="0" y="4200"/>
                  </a:moveTo>
                  <a:lnTo>
                    <a:pt x="0" y="4324"/>
                  </a:lnTo>
                  <a:lnTo>
                    <a:pt x="124" y="4324"/>
                  </a:lnTo>
                  <a:lnTo>
                    <a:pt x="124" y="4200"/>
                  </a:lnTo>
                  <a:close/>
                  <a:moveTo>
                    <a:pt x="500" y="3800"/>
                  </a:moveTo>
                  <a:lnTo>
                    <a:pt x="500" y="3924"/>
                  </a:lnTo>
                  <a:lnTo>
                    <a:pt x="724" y="3924"/>
                  </a:lnTo>
                  <a:lnTo>
                    <a:pt x="724" y="3800"/>
                  </a:lnTo>
                  <a:close/>
                  <a:moveTo>
                    <a:pt x="4000" y="2600"/>
                  </a:moveTo>
                  <a:lnTo>
                    <a:pt x="4000" y="2724"/>
                  </a:lnTo>
                  <a:lnTo>
                    <a:pt x="4124" y="2724"/>
                  </a:lnTo>
                  <a:lnTo>
                    <a:pt x="4124" y="2600"/>
                  </a:lnTo>
                  <a:close/>
                  <a:moveTo>
                    <a:pt x="1600" y="2200"/>
                  </a:moveTo>
                  <a:lnTo>
                    <a:pt x="1600" y="2324"/>
                  </a:lnTo>
                  <a:lnTo>
                    <a:pt x="1724" y="2324"/>
                  </a:lnTo>
                  <a:lnTo>
                    <a:pt x="1724" y="2200"/>
                  </a:lnTo>
                  <a:close/>
                  <a:moveTo>
                    <a:pt x="1300" y="2200"/>
                  </a:moveTo>
                  <a:lnTo>
                    <a:pt x="1300" y="2324"/>
                  </a:lnTo>
                  <a:lnTo>
                    <a:pt x="1424" y="2324"/>
                  </a:lnTo>
                  <a:lnTo>
                    <a:pt x="1424" y="2200"/>
                  </a:lnTo>
                  <a:close/>
                  <a:moveTo>
                    <a:pt x="600" y="2200"/>
                  </a:moveTo>
                  <a:lnTo>
                    <a:pt x="600" y="2324"/>
                  </a:lnTo>
                  <a:lnTo>
                    <a:pt x="924" y="2324"/>
                  </a:lnTo>
                  <a:lnTo>
                    <a:pt x="924" y="2200"/>
                  </a:lnTo>
                  <a:close/>
                  <a:moveTo>
                    <a:pt x="100" y="2200"/>
                  </a:moveTo>
                  <a:lnTo>
                    <a:pt x="100" y="2324"/>
                  </a:lnTo>
                  <a:lnTo>
                    <a:pt x="324" y="2324"/>
                  </a:lnTo>
                  <a:lnTo>
                    <a:pt x="324" y="2200"/>
                  </a:lnTo>
                  <a:close/>
                  <a:moveTo>
                    <a:pt x="4400" y="1000"/>
                  </a:moveTo>
                  <a:lnTo>
                    <a:pt x="4400" y="1124"/>
                  </a:lnTo>
                  <a:lnTo>
                    <a:pt x="4524" y="1124"/>
                  </a:lnTo>
                  <a:lnTo>
                    <a:pt x="4524" y="1000"/>
                  </a:lnTo>
                  <a:close/>
                  <a:moveTo>
                    <a:pt x="3800" y="1000"/>
                  </a:moveTo>
                  <a:lnTo>
                    <a:pt x="3800" y="1124"/>
                  </a:lnTo>
                  <a:lnTo>
                    <a:pt x="3924" y="1124"/>
                  </a:lnTo>
                  <a:lnTo>
                    <a:pt x="3924" y="1000"/>
                  </a:lnTo>
                  <a:close/>
                  <a:moveTo>
                    <a:pt x="4000" y="500"/>
                  </a:moveTo>
                  <a:lnTo>
                    <a:pt x="4000" y="724"/>
                  </a:lnTo>
                  <a:lnTo>
                    <a:pt x="4074" y="724"/>
                  </a:lnTo>
                  <a:lnTo>
                    <a:pt x="4100" y="824"/>
                  </a:lnTo>
                  <a:lnTo>
                    <a:pt x="4624" y="824"/>
                  </a:lnTo>
                  <a:lnTo>
                    <a:pt x="4624" y="700"/>
                  </a:lnTo>
                  <a:lnTo>
                    <a:pt x="4350" y="700"/>
                  </a:lnTo>
                  <a:lnTo>
                    <a:pt x="4324" y="674"/>
                  </a:lnTo>
                  <a:lnTo>
                    <a:pt x="4350" y="624"/>
                  </a:lnTo>
                  <a:lnTo>
                    <a:pt x="4424" y="624"/>
                  </a:lnTo>
                  <a:lnTo>
                    <a:pt x="4424" y="500"/>
                  </a:lnTo>
                  <a:lnTo>
                    <a:pt x="4200" y="500"/>
                  </a:lnTo>
                  <a:lnTo>
                    <a:pt x="4174" y="600"/>
                  </a:lnTo>
                  <a:lnTo>
                    <a:pt x="4124" y="574"/>
                  </a:lnTo>
                  <a:lnTo>
                    <a:pt x="4124" y="500"/>
                  </a:lnTo>
                  <a:close/>
                  <a:moveTo>
                    <a:pt x="4400" y="300"/>
                  </a:moveTo>
                  <a:lnTo>
                    <a:pt x="4400" y="424"/>
                  </a:lnTo>
                  <a:lnTo>
                    <a:pt x="4524" y="424"/>
                  </a:lnTo>
                  <a:lnTo>
                    <a:pt x="4524" y="300"/>
                  </a:lnTo>
                  <a:close/>
                  <a:moveTo>
                    <a:pt x="4200" y="100"/>
                  </a:moveTo>
                  <a:lnTo>
                    <a:pt x="4200" y="224"/>
                  </a:lnTo>
                  <a:lnTo>
                    <a:pt x="4324" y="224"/>
                  </a:lnTo>
                  <a:lnTo>
                    <a:pt x="4324" y="100"/>
                  </a:lnTo>
                  <a:close/>
                  <a:moveTo>
                    <a:pt x="4000" y="0"/>
                  </a:moveTo>
                  <a:lnTo>
                    <a:pt x="4000" y="424"/>
                  </a:lnTo>
                  <a:lnTo>
                    <a:pt x="4124" y="424"/>
                  </a:lnTo>
                  <a:lnTo>
                    <a:pt x="4124" y="0"/>
                  </a:lnTo>
                  <a:close/>
                </a:path>
              </a:pathLst>
            </a:custGeom>
            <a:solidFill>
              <a:srgbClr val="C8B5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5" name="Format reward illustration color 14"/>
            <p:cNvSpPr/>
            <p:nvPr/>
          </p:nvSpPr>
          <p:spPr>
            <a:xfrm>
              <a:off x="11872387" y="7757587"/>
              <a:ext cx="386243" cy="441107"/>
            </a:xfrm>
            <a:custGeom>
              <a:avLst/>
              <a:gdLst/>
              <a:ahLst/>
              <a:cxnLst/>
              <a:rect l="l" t="t" r="r" b="b"/>
              <a:pathLst>
                <a:path w="4224" h="4824">
                  <a:moveTo>
                    <a:pt x="3800" y="4700"/>
                  </a:moveTo>
                  <a:lnTo>
                    <a:pt x="3800" y="4824"/>
                  </a:lnTo>
                  <a:lnTo>
                    <a:pt x="3924" y="4824"/>
                  </a:lnTo>
                  <a:lnTo>
                    <a:pt x="3924" y="4700"/>
                  </a:lnTo>
                  <a:close/>
                  <a:moveTo>
                    <a:pt x="4224" y="4600"/>
                  </a:moveTo>
                  <a:lnTo>
                    <a:pt x="4100" y="4600"/>
                  </a:lnTo>
                  <a:lnTo>
                    <a:pt x="4100" y="4674"/>
                  </a:lnTo>
                  <a:lnTo>
                    <a:pt x="4000" y="4700"/>
                  </a:lnTo>
                  <a:lnTo>
                    <a:pt x="4000" y="4824"/>
                  </a:lnTo>
                  <a:lnTo>
                    <a:pt x="4124" y="4824"/>
                  </a:lnTo>
                  <a:lnTo>
                    <a:pt x="4124" y="4750"/>
                  </a:lnTo>
                  <a:lnTo>
                    <a:pt x="4224" y="4724"/>
                  </a:lnTo>
                  <a:close/>
                  <a:moveTo>
                    <a:pt x="4100" y="4400"/>
                  </a:moveTo>
                  <a:lnTo>
                    <a:pt x="4100" y="4524"/>
                  </a:lnTo>
                  <a:lnTo>
                    <a:pt x="4224" y="4524"/>
                  </a:lnTo>
                  <a:lnTo>
                    <a:pt x="4224" y="4400"/>
                  </a:lnTo>
                  <a:close/>
                  <a:moveTo>
                    <a:pt x="3400" y="4300"/>
                  </a:moveTo>
                  <a:lnTo>
                    <a:pt x="3400" y="4424"/>
                  </a:lnTo>
                  <a:lnTo>
                    <a:pt x="3524" y="4424"/>
                  </a:lnTo>
                  <a:lnTo>
                    <a:pt x="3524" y="4300"/>
                  </a:lnTo>
                  <a:close/>
                  <a:moveTo>
                    <a:pt x="3000" y="3500"/>
                  </a:moveTo>
                  <a:lnTo>
                    <a:pt x="3000" y="3624"/>
                  </a:lnTo>
                  <a:lnTo>
                    <a:pt x="3124" y="3624"/>
                  </a:lnTo>
                  <a:lnTo>
                    <a:pt x="3124" y="3500"/>
                  </a:lnTo>
                  <a:close/>
                  <a:moveTo>
                    <a:pt x="2700" y="3300"/>
                  </a:moveTo>
                  <a:lnTo>
                    <a:pt x="2700" y="3424"/>
                  </a:lnTo>
                  <a:lnTo>
                    <a:pt x="2824" y="3424"/>
                  </a:lnTo>
                  <a:lnTo>
                    <a:pt x="2824" y="3300"/>
                  </a:lnTo>
                  <a:close/>
                  <a:moveTo>
                    <a:pt x="1900" y="3300"/>
                  </a:moveTo>
                  <a:lnTo>
                    <a:pt x="1900" y="3424"/>
                  </a:lnTo>
                  <a:lnTo>
                    <a:pt x="2124" y="3424"/>
                  </a:lnTo>
                  <a:lnTo>
                    <a:pt x="2124" y="3300"/>
                  </a:lnTo>
                  <a:close/>
                  <a:moveTo>
                    <a:pt x="1400" y="3300"/>
                  </a:moveTo>
                  <a:lnTo>
                    <a:pt x="1400" y="3424"/>
                  </a:lnTo>
                  <a:lnTo>
                    <a:pt x="1524" y="3424"/>
                  </a:lnTo>
                  <a:lnTo>
                    <a:pt x="1524" y="3300"/>
                  </a:lnTo>
                  <a:close/>
                  <a:moveTo>
                    <a:pt x="2900" y="3200"/>
                  </a:moveTo>
                  <a:lnTo>
                    <a:pt x="2900" y="3324"/>
                  </a:lnTo>
                  <a:lnTo>
                    <a:pt x="3024" y="3324"/>
                  </a:lnTo>
                  <a:lnTo>
                    <a:pt x="3024" y="3200"/>
                  </a:lnTo>
                  <a:close/>
                  <a:moveTo>
                    <a:pt x="1000" y="3200"/>
                  </a:moveTo>
                  <a:lnTo>
                    <a:pt x="1000" y="3324"/>
                  </a:lnTo>
                  <a:lnTo>
                    <a:pt x="1124" y="3324"/>
                  </a:lnTo>
                  <a:lnTo>
                    <a:pt x="1124" y="3200"/>
                  </a:lnTo>
                  <a:close/>
                  <a:moveTo>
                    <a:pt x="2500" y="3100"/>
                  </a:moveTo>
                  <a:lnTo>
                    <a:pt x="2500" y="3224"/>
                  </a:lnTo>
                  <a:lnTo>
                    <a:pt x="2624" y="3224"/>
                  </a:lnTo>
                  <a:lnTo>
                    <a:pt x="2624" y="3100"/>
                  </a:lnTo>
                  <a:close/>
                  <a:moveTo>
                    <a:pt x="1500" y="3100"/>
                  </a:moveTo>
                  <a:lnTo>
                    <a:pt x="1500" y="3224"/>
                  </a:lnTo>
                  <a:lnTo>
                    <a:pt x="1924" y="3224"/>
                  </a:lnTo>
                  <a:lnTo>
                    <a:pt x="1924" y="3100"/>
                  </a:lnTo>
                  <a:close/>
                  <a:moveTo>
                    <a:pt x="800" y="3100"/>
                  </a:moveTo>
                  <a:lnTo>
                    <a:pt x="800" y="3224"/>
                  </a:lnTo>
                  <a:lnTo>
                    <a:pt x="924" y="3224"/>
                  </a:lnTo>
                  <a:lnTo>
                    <a:pt x="924" y="3100"/>
                  </a:lnTo>
                  <a:close/>
                  <a:moveTo>
                    <a:pt x="2700" y="3000"/>
                  </a:moveTo>
                  <a:lnTo>
                    <a:pt x="2700" y="3124"/>
                  </a:lnTo>
                  <a:lnTo>
                    <a:pt x="2824" y="3124"/>
                  </a:lnTo>
                  <a:lnTo>
                    <a:pt x="2824" y="3000"/>
                  </a:lnTo>
                  <a:close/>
                  <a:moveTo>
                    <a:pt x="2100" y="3000"/>
                  </a:moveTo>
                  <a:lnTo>
                    <a:pt x="2100" y="3124"/>
                  </a:lnTo>
                  <a:lnTo>
                    <a:pt x="2324" y="3124"/>
                  </a:lnTo>
                  <a:lnTo>
                    <a:pt x="2324" y="3000"/>
                  </a:lnTo>
                  <a:close/>
                  <a:moveTo>
                    <a:pt x="1200" y="3000"/>
                  </a:moveTo>
                  <a:lnTo>
                    <a:pt x="1200" y="3124"/>
                  </a:lnTo>
                  <a:lnTo>
                    <a:pt x="1324" y="3124"/>
                  </a:lnTo>
                  <a:lnTo>
                    <a:pt x="1324" y="3000"/>
                  </a:lnTo>
                  <a:close/>
                  <a:moveTo>
                    <a:pt x="2400" y="2900"/>
                  </a:moveTo>
                  <a:lnTo>
                    <a:pt x="2400" y="3024"/>
                  </a:lnTo>
                  <a:lnTo>
                    <a:pt x="2524" y="3024"/>
                  </a:lnTo>
                  <a:lnTo>
                    <a:pt x="2524" y="2900"/>
                  </a:lnTo>
                  <a:close/>
                  <a:moveTo>
                    <a:pt x="800" y="2800"/>
                  </a:moveTo>
                  <a:lnTo>
                    <a:pt x="800" y="2924"/>
                  </a:lnTo>
                  <a:lnTo>
                    <a:pt x="924" y="2924"/>
                  </a:lnTo>
                  <a:lnTo>
                    <a:pt x="924" y="2800"/>
                  </a:lnTo>
                  <a:close/>
                  <a:moveTo>
                    <a:pt x="400" y="2800"/>
                  </a:moveTo>
                  <a:lnTo>
                    <a:pt x="400" y="2924"/>
                  </a:lnTo>
                  <a:lnTo>
                    <a:pt x="474" y="2924"/>
                  </a:lnTo>
                  <a:lnTo>
                    <a:pt x="500" y="3024"/>
                  </a:lnTo>
                  <a:lnTo>
                    <a:pt x="624" y="3024"/>
                  </a:lnTo>
                  <a:lnTo>
                    <a:pt x="624" y="2900"/>
                  </a:lnTo>
                  <a:lnTo>
                    <a:pt x="550" y="2900"/>
                  </a:lnTo>
                  <a:lnTo>
                    <a:pt x="524" y="2800"/>
                  </a:lnTo>
                  <a:close/>
                  <a:moveTo>
                    <a:pt x="3224" y="2600"/>
                  </a:moveTo>
                  <a:lnTo>
                    <a:pt x="3100" y="2600"/>
                  </a:lnTo>
                  <a:lnTo>
                    <a:pt x="3100" y="2674"/>
                  </a:lnTo>
                  <a:lnTo>
                    <a:pt x="3000" y="2700"/>
                  </a:lnTo>
                  <a:lnTo>
                    <a:pt x="3000" y="2824"/>
                  </a:lnTo>
                  <a:lnTo>
                    <a:pt x="3124" y="2824"/>
                  </a:lnTo>
                  <a:lnTo>
                    <a:pt x="3124" y="2750"/>
                  </a:lnTo>
                  <a:lnTo>
                    <a:pt x="3224" y="2724"/>
                  </a:lnTo>
                  <a:close/>
                  <a:moveTo>
                    <a:pt x="2900" y="2400"/>
                  </a:moveTo>
                  <a:lnTo>
                    <a:pt x="2900" y="2524"/>
                  </a:lnTo>
                  <a:lnTo>
                    <a:pt x="3024" y="2524"/>
                  </a:lnTo>
                  <a:lnTo>
                    <a:pt x="3024" y="2400"/>
                  </a:lnTo>
                  <a:close/>
                  <a:moveTo>
                    <a:pt x="3200" y="2300"/>
                  </a:moveTo>
                  <a:lnTo>
                    <a:pt x="3200" y="2424"/>
                  </a:lnTo>
                  <a:lnTo>
                    <a:pt x="3324" y="2424"/>
                  </a:lnTo>
                  <a:lnTo>
                    <a:pt x="3324" y="2300"/>
                  </a:lnTo>
                  <a:close/>
                  <a:moveTo>
                    <a:pt x="300" y="2100"/>
                  </a:moveTo>
                  <a:lnTo>
                    <a:pt x="300" y="2224"/>
                  </a:lnTo>
                  <a:lnTo>
                    <a:pt x="424" y="2224"/>
                  </a:lnTo>
                  <a:lnTo>
                    <a:pt x="424" y="2100"/>
                  </a:lnTo>
                  <a:close/>
                  <a:moveTo>
                    <a:pt x="3300" y="2000"/>
                  </a:moveTo>
                  <a:lnTo>
                    <a:pt x="3300" y="2124"/>
                  </a:lnTo>
                  <a:lnTo>
                    <a:pt x="3424" y="2124"/>
                  </a:lnTo>
                  <a:lnTo>
                    <a:pt x="3424" y="2000"/>
                  </a:lnTo>
                  <a:close/>
                  <a:moveTo>
                    <a:pt x="0" y="1600"/>
                  </a:moveTo>
                  <a:lnTo>
                    <a:pt x="0" y="2024"/>
                  </a:lnTo>
                  <a:lnTo>
                    <a:pt x="124" y="2024"/>
                  </a:lnTo>
                  <a:lnTo>
                    <a:pt x="124" y="1600"/>
                  </a:lnTo>
                  <a:close/>
                  <a:moveTo>
                    <a:pt x="3100" y="1500"/>
                  </a:moveTo>
                  <a:lnTo>
                    <a:pt x="3100" y="2024"/>
                  </a:lnTo>
                  <a:lnTo>
                    <a:pt x="3224" y="2024"/>
                  </a:lnTo>
                  <a:lnTo>
                    <a:pt x="3224" y="1500"/>
                  </a:lnTo>
                  <a:close/>
                  <a:moveTo>
                    <a:pt x="3300" y="1300"/>
                  </a:moveTo>
                  <a:lnTo>
                    <a:pt x="3300" y="1424"/>
                  </a:lnTo>
                  <a:lnTo>
                    <a:pt x="3424" y="1424"/>
                  </a:lnTo>
                  <a:lnTo>
                    <a:pt x="3424" y="1300"/>
                  </a:lnTo>
                  <a:close/>
                  <a:moveTo>
                    <a:pt x="300" y="1300"/>
                  </a:moveTo>
                  <a:lnTo>
                    <a:pt x="300" y="1424"/>
                  </a:lnTo>
                  <a:lnTo>
                    <a:pt x="424" y="1424"/>
                  </a:lnTo>
                  <a:lnTo>
                    <a:pt x="424" y="1300"/>
                  </a:lnTo>
                  <a:close/>
                  <a:moveTo>
                    <a:pt x="100" y="1200"/>
                  </a:moveTo>
                  <a:lnTo>
                    <a:pt x="100" y="1324"/>
                  </a:lnTo>
                  <a:lnTo>
                    <a:pt x="224" y="1324"/>
                  </a:lnTo>
                  <a:lnTo>
                    <a:pt x="224" y="1200"/>
                  </a:lnTo>
                  <a:close/>
                  <a:moveTo>
                    <a:pt x="3000" y="1100"/>
                  </a:moveTo>
                  <a:lnTo>
                    <a:pt x="3000" y="1224"/>
                  </a:lnTo>
                  <a:lnTo>
                    <a:pt x="3124" y="1224"/>
                  </a:lnTo>
                  <a:lnTo>
                    <a:pt x="3124" y="1100"/>
                  </a:lnTo>
                  <a:close/>
                  <a:moveTo>
                    <a:pt x="400" y="1000"/>
                  </a:moveTo>
                  <a:lnTo>
                    <a:pt x="400" y="1124"/>
                  </a:lnTo>
                  <a:lnTo>
                    <a:pt x="524" y="1124"/>
                  </a:lnTo>
                  <a:lnTo>
                    <a:pt x="524" y="1000"/>
                  </a:lnTo>
                  <a:close/>
                  <a:moveTo>
                    <a:pt x="2900" y="900"/>
                  </a:moveTo>
                  <a:lnTo>
                    <a:pt x="2900" y="1024"/>
                  </a:lnTo>
                  <a:lnTo>
                    <a:pt x="3024" y="1024"/>
                  </a:lnTo>
                  <a:lnTo>
                    <a:pt x="3024" y="900"/>
                  </a:lnTo>
                  <a:close/>
                  <a:moveTo>
                    <a:pt x="200" y="900"/>
                  </a:moveTo>
                  <a:lnTo>
                    <a:pt x="200" y="1024"/>
                  </a:lnTo>
                  <a:lnTo>
                    <a:pt x="324" y="1024"/>
                  </a:lnTo>
                  <a:lnTo>
                    <a:pt x="324" y="900"/>
                  </a:lnTo>
                  <a:close/>
                  <a:moveTo>
                    <a:pt x="824" y="600"/>
                  </a:moveTo>
                  <a:lnTo>
                    <a:pt x="700" y="600"/>
                  </a:lnTo>
                  <a:lnTo>
                    <a:pt x="700" y="674"/>
                  </a:lnTo>
                  <a:lnTo>
                    <a:pt x="600" y="700"/>
                  </a:lnTo>
                  <a:lnTo>
                    <a:pt x="600" y="824"/>
                  </a:lnTo>
                  <a:lnTo>
                    <a:pt x="724" y="824"/>
                  </a:lnTo>
                  <a:lnTo>
                    <a:pt x="724" y="750"/>
                  </a:lnTo>
                  <a:lnTo>
                    <a:pt x="824" y="724"/>
                  </a:lnTo>
                  <a:close/>
                  <a:moveTo>
                    <a:pt x="2500" y="500"/>
                  </a:moveTo>
                  <a:lnTo>
                    <a:pt x="2500" y="624"/>
                  </a:lnTo>
                  <a:lnTo>
                    <a:pt x="2624" y="624"/>
                  </a:lnTo>
                  <a:lnTo>
                    <a:pt x="2624" y="500"/>
                  </a:lnTo>
                  <a:close/>
                  <a:moveTo>
                    <a:pt x="2300" y="400"/>
                  </a:moveTo>
                  <a:lnTo>
                    <a:pt x="2300" y="524"/>
                  </a:lnTo>
                  <a:lnTo>
                    <a:pt x="2424" y="524"/>
                  </a:lnTo>
                  <a:lnTo>
                    <a:pt x="2424" y="400"/>
                  </a:lnTo>
                  <a:close/>
                  <a:moveTo>
                    <a:pt x="1000" y="400"/>
                  </a:moveTo>
                  <a:lnTo>
                    <a:pt x="1000" y="524"/>
                  </a:lnTo>
                  <a:lnTo>
                    <a:pt x="1124" y="524"/>
                  </a:lnTo>
                  <a:lnTo>
                    <a:pt x="1124" y="400"/>
                  </a:lnTo>
                  <a:close/>
                  <a:moveTo>
                    <a:pt x="724" y="400"/>
                  </a:moveTo>
                  <a:lnTo>
                    <a:pt x="600" y="400"/>
                  </a:lnTo>
                  <a:lnTo>
                    <a:pt x="600" y="474"/>
                  </a:lnTo>
                  <a:lnTo>
                    <a:pt x="500" y="500"/>
                  </a:lnTo>
                  <a:lnTo>
                    <a:pt x="500" y="574"/>
                  </a:lnTo>
                  <a:lnTo>
                    <a:pt x="400" y="600"/>
                  </a:lnTo>
                  <a:lnTo>
                    <a:pt x="374" y="700"/>
                  </a:lnTo>
                  <a:lnTo>
                    <a:pt x="300" y="700"/>
                  </a:lnTo>
                  <a:lnTo>
                    <a:pt x="300" y="824"/>
                  </a:lnTo>
                  <a:lnTo>
                    <a:pt x="424" y="824"/>
                  </a:lnTo>
                  <a:lnTo>
                    <a:pt x="424" y="750"/>
                  </a:lnTo>
                  <a:lnTo>
                    <a:pt x="524" y="724"/>
                  </a:lnTo>
                  <a:lnTo>
                    <a:pt x="524" y="650"/>
                  </a:lnTo>
                  <a:lnTo>
                    <a:pt x="624" y="624"/>
                  </a:lnTo>
                  <a:lnTo>
                    <a:pt x="650" y="524"/>
                  </a:lnTo>
                  <a:lnTo>
                    <a:pt x="724" y="524"/>
                  </a:lnTo>
                  <a:close/>
                  <a:moveTo>
                    <a:pt x="2600" y="300"/>
                  </a:moveTo>
                  <a:lnTo>
                    <a:pt x="2600" y="424"/>
                  </a:lnTo>
                  <a:lnTo>
                    <a:pt x="2724" y="424"/>
                  </a:lnTo>
                  <a:lnTo>
                    <a:pt x="2724" y="300"/>
                  </a:lnTo>
                  <a:close/>
                  <a:moveTo>
                    <a:pt x="2000" y="300"/>
                  </a:moveTo>
                  <a:lnTo>
                    <a:pt x="2000" y="424"/>
                  </a:lnTo>
                  <a:lnTo>
                    <a:pt x="2124" y="424"/>
                  </a:lnTo>
                  <a:lnTo>
                    <a:pt x="2124" y="300"/>
                  </a:lnTo>
                  <a:close/>
                  <a:moveTo>
                    <a:pt x="1300" y="300"/>
                  </a:moveTo>
                  <a:lnTo>
                    <a:pt x="1300" y="424"/>
                  </a:lnTo>
                  <a:lnTo>
                    <a:pt x="1424" y="424"/>
                  </a:lnTo>
                  <a:lnTo>
                    <a:pt x="1424" y="300"/>
                  </a:lnTo>
                  <a:close/>
                  <a:moveTo>
                    <a:pt x="2400" y="200"/>
                  </a:moveTo>
                  <a:lnTo>
                    <a:pt x="2400" y="324"/>
                  </a:lnTo>
                  <a:lnTo>
                    <a:pt x="2524" y="324"/>
                  </a:lnTo>
                  <a:lnTo>
                    <a:pt x="2524" y="200"/>
                  </a:lnTo>
                  <a:close/>
                  <a:moveTo>
                    <a:pt x="900" y="200"/>
                  </a:moveTo>
                  <a:lnTo>
                    <a:pt x="900" y="324"/>
                  </a:lnTo>
                  <a:lnTo>
                    <a:pt x="1024" y="324"/>
                  </a:lnTo>
                  <a:lnTo>
                    <a:pt x="1024" y="200"/>
                  </a:lnTo>
                  <a:close/>
                  <a:moveTo>
                    <a:pt x="2100" y="100"/>
                  </a:moveTo>
                  <a:lnTo>
                    <a:pt x="2100" y="224"/>
                  </a:lnTo>
                  <a:lnTo>
                    <a:pt x="2324" y="224"/>
                  </a:lnTo>
                  <a:lnTo>
                    <a:pt x="2324" y="100"/>
                  </a:lnTo>
                  <a:close/>
                  <a:moveTo>
                    <a:pt x="1100" y="100"/>
                  </a:moveTo>
                  <a:lnTo>
                    <a:pt x="1100" y="224"/>
                  </a:lnTo>
                  <a:lnTo>
                    <a:pt x="1324" y="224"/>
                  </a:lnTo>
                  <a:lnTo>
                    <a:pt x="1324" y="100"/>
                  </a:lnTo>
                  <a:close/>
                  <a:moveTo>
                    <a:pt x="1500" y="0"/>
                  </a:moveTo>
                  <a:lnTo>
                    <a:pt x="1500" y="124"/>
                  </a:lnTo>
                  <a:lnTo>
                    <a:pt x="1824" y="124"/>
                  </a:lnTo>
                  <a:lnTo>
                    <a:pt x="1824" y="0"/>
                  </a:lnTo>
                  <a:close/>
                </a:path>
              </a:pathLst>
            </a:custGeom>
            <a:solidFill>
              <a:srgbClr val="4264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6" name="Format reward illustration color 15"/>
            <p:cNvSpPr/>
            <p:nvPr/>
          </p:nvSpPr>
          <p:spPr>
            <a:xfrm>
              <a:off x="11881531" y="7766731"/>
              <a:ext cx="367955" cy="422819"/>
            </a:xfrm>
            <a:custGeom>
              <a:avLst/>
              <a:gdLst/>
              <a:ahLst/>
              <a:cxnLst/>
              <a:rect l="l" t="t" r="r" b="b"/>
              <a:pathLst>
                <a:path w="4024" h="4624">
                  <a:moveTo>
                    <a:pt x="3900" y="4500"/>
                  </a:moveTo>
                  <a:lnTo>
                    <a:pt x="3900" y="4624"/>
                  </a:lnTo>
                  <a:lnTo>
                    <a:pt x="4024" y="4624"/>
                  </a:lnTo>
                  <a:lnTo>
                    <a:pt x="4024" y="4500"/>
                  </a:lnTo>
                  <a:close/>
                  <a:moveTo>
                    <a:pt x="3200" y="4000"/>
                  </a:moveTo>
                  <a:lnTo>
                    <a:pt x="3200" y="4124"/>
                  </a:lnTo>
                  <a:lnTo>
                    <a:pt x="3324" y="4124"/>
                  </a:lnTo>
                  <a:lnTo>
                    <a:pt x="3324" y="4000"/>
                  </a:lnTo>
                  <a:close/>
                  <a:moveTo>
                    <a:pt x="3200" y="3500"/>
                  </a:moveTo>
                  <a:lnTo>
                    <a:pt x="3200" y="3624"/>
                  </a:lnTo>
                  <a:lnTo>
                    <a:pt x="3324" y="3624"/>
                  </a:lnTo>
                  <a:lnTo>
                    <a:pt x="3324" y="3500"/>
                  </a:lnTo>
                  <a:close/>
                  <a:moveTo>
                    <a:pt x="2900" y="3300"/>
                  </a:moveTo>
                  <a:lnTo>
                    <a:pt x="2900" y="3424"/>
                  </a:lnTo>
                  <a:lnTo>
                    <a:pt x="3024" y="3424"/>
                  </a:lnTo>
                  <a:lnTo>
                    <a:pt x="3024" y="3300"/>
                  </a:lnTo>
                  <a:close/>
                  <a:moveTo>
                    <a:pt x="2700" y="3300"/>
                  </a:moveTo>
                  <a:lnTo>
                    <a:pt x="2700" y="3424"/>
                  </a:lnTo>
                  <a:lnTo>
                    <a:pt x="2824" y="3424"/>
                  </a:lnTo>
                  <a:lnTo>
                    <a:pt x="2824" y="3300"/>
                  </a:lnTo>
                  <a:close/>
                  <a:moveTo>
                    <a:pt x="2900" y="3100"/>
                  </a:moveTo>
                  <a:lnTo>
                    <a:pt x="2900" y="3224"/>
                  </a:lnTo>
                  <a:lnTo>
                    <a:pt x="3024" y="3224"/>
                  </a:lnTo>
                  <a:lnTo>
                    <a:pt x="3024" y="3100"/>
                  </a:lnTo>
                  <a:close/>
                  <a:moveTo>
                    <a:pt x="1000" y="3100"/>
                  </a:moveTo>
                  <a:lnTo>
                    <a:pt x="1000" y="3224"/>
                  </a:lnTo>
                  <a:lnTo>
                    <a:pt x="1124" y="3224"/>
                  </a:lnTo>
                  <a:lnTo>
                    <a:pt x="1124" y="3100"/>
                  </a:lnTo>
                  <a:close/>
                  <a:moveTo>
                    <a:pt x="2300" y="3000"/>
                  </a:moveTo>
                  <a:lnTo>
                    <a:pt x="2300" y="3124"/>
                  </a:lnTo>
                  <a:lnTo>
                    <a:pt x="2424" y="3124"/>
                  </a:lnTo>
                  <a:lnTo>
                    <a:pt x="2424" y="3000"/>
                  </a:lnTo>
                  <a:close/>
                  <a:moveTo>
                    <a:pt x="1900" y="3000"/>
                  </a:moveTo>
                  <a:lnTo>
                    <a:pt x="1900" y="3124"/>
                  </a:lnTo>
                  <a:lnTo>
                    <a:pt x="2024" y="3124"/>
                  </a:lnTo>
                  <a:lnTo>
                    <a:pt x="2024" y="3000"/>
                  </a:lnTo>
                  <a:close/>
                  <a:moveTo>
                    <a:pt x="1200" y="3000"/>
                  </a:moveTo>
                  <a:lnTo>
                    <a:pt x="1200" y="3124"/>
                  </a:lnTo>
                  <a:lnTo>
                    <a:pt x="1324" y="3124"/>
                  </a:lnTo>
                  <a:lnTo>
                    <a:pt x="1324" y="3000"/>
                  </a:lnTo>
                  <a:close/>
                  <a:moveTo>
                    <a:pt x="2724" y="2600"/>
                  </a:moveTo>
                  <a:lnTo>
                    <a:pt x="2600" y="2600"/>
                  </a:lnTo>
                  <a:lnTo>
                    <a:pt x="2600" y="2674"/>
                  </a:lnTo>
                  <a:lnTo>
                    <a:pt x="2500" y="2700"/>
                  </a:lnTo>
                  <a:lnTo>
                    <a:pt x="2474" y="2800"/>
                  </a:lnTo>
                  <a:lnTo>
                    <a:pt x="2400" y="2800"/>
                  </a:lnTo>
                  <a:lnTo>
                    <a:pt x="2400" y="2924"/>
                  </a:lnTo>
                  <a:lnTo>
                    <a:pt x="2474" y="2924"/>
                  </a:lnTo>
                  <a:lnTo>
                    <a:pt x="2500" y="3024"/>
                  </a:lnTo>
                  <a:lnTo>
                    <a:pt x="2624" y="3024"/>
                  </a:lnTo>
                  <a:lnTo>
                    <a:pt x="2624" y="2900"/>
                  </a:lnTo>
                  <a:lnTo>
                    <a:pt x="2550" y="2900"/>
                  </a:lnTo>
                  <a:lnTo>
                    <a:pt x="2524" y="2850"/>
                  </a:lnTo>
                  <a:lnTo>
                    <a:pt x="2624" y="2824"/>
                  </a:lnTo>
                  <a:lnTo>
                    <a:pt x="2650" y="2724"/>
                  </a:lnTo>
                  <a:lnTo>
                    <a:pt x="2724" y="2724"/>
                  </a:lnTo>
                  <a:close/>
                  <a:moveTo>
                    <a:pt x="2900" y="2500"/>
                  </a:moveTo>
                  <a:lnTo>
                    <a:pt x="2900" y="2624"/>
                  </a:lnTo>
                  <a:lnTo>
                    <a:pt x="3024" y="2624"/>
                  </a:lnTo>
                  <a:lnTo>
                    <a:pt x="3024" y="2500"/>
                  </a:lnTo>
                  <a:close/>
                  <a:moveTo>
                    <a:pt x="200" y="2500"/>
                  </a:moveTo>
                  <a:lnTo>
                    <a:pt x="200" y="2624"/>
                  </a:lnTo>
                  <a:lnTo>
                    <a:pt x="274" y="2624"/>
                  </a:lnTo>
                  <a:lnTo>
                    <a:pt x="300" y="2724"/>
                  </a:lnTo>
                  <a:lnTo>
                    <a:pt x="424" y="2724"/>
                  </a:lnTo>
                  <a:lnTo>
                    <a:pt x="424" y="2650"/>
                  </a:lnTo>
                  <a:lnTo>
                    <a:pt x="474" y="2624"/>
                  </a:lnTo>
                  <a:lnTo>
                    <a:pt x="500" y="2724"/>
                  </a:lnTo>
                  <a:lnTo>
                    <a:pt x="600" y="2750"/>
                  </a:lnTo>
                  <a:lnTo>
                    <a:pt x="574" y="2800"/>
                  </a:lnTo>
                  <a:lnTo>
                    <a:pt x="500" y="2800"/>
                  </a:lnTo>
                  <a:lnTo>
                    <a:pt x="500" y="2924"/>
                  </a:lnTo>
                  <a:lnTo>
                    <a:pt x="574" y="2924"/>
                  </a:lnTo>
                  <a:lnTo>
                    <a:pt x="600" y="3024"/>
                  </a:lnTo>
                  <a:lnTo>
                    <a:pt x="774" y="3024"/>
                  </a:lnTo>
                  <a:lnTo>
                    <a:pt x="800" y="3124"/>
                  </a:lnTo>
                  <a:lnTo>
                    <a:pt x="924" y="3124"/>
                  </a:lnTo>
                  <a:lnTo>
                    <a:pt x="924" y="3000"/>
                  </a:lnTo>
                  <a:lnTo>
                    <a:pt x="850" y="3000"/>
                  </a:lnTo>
                  <a:lnTo>
                    <a:pt x="824" y="2900"/>
                  </a:lnTo>
                  <a:lnTo>
                    <a:pt x="650" y="2900"/>
                  </a:lnTo>
                  <a:lnTo>
                    <a:pt x="624" y="2874"/>
                  </a:lnTo>
                  <a:lnTo>
                    <a:pt x="650" y="2824"/>
                  </a:lnTo>
                  <a:lnTo>
                    <a:pt x="724" y="2824"/>
                  </a:lnTo>
                  <a:lnTo>
                    <a:pt x="724" y="2700"/>
                  </a:lnTo>
                  <a:lnTo>
                    <a:pt x="650" y="2700"/>
                  </a:lnTo>
                  <a:lnTo>
                    <a:pt x="624" y="2600"/>
                  </a:lnTo>
                  <a:lnTo>
                    <a:pt x="524" y="2574"/>
                  </a:lnTo>
                  <a:lnTo>
                    <a:pt x="524" y="2500"/>
                  </a:lnTo>
                  <a:lnTo>
                    <a:pt x="400" y="2500"/>
                  </a:lnTo>
                  <a:lnTo>
                    <a:pt x="374" y="2600"/>
                  </a:lnTo>
                  <a:lnTo>
                    <a:pt x="324" y="2574"/>
                  </a:lnTo>
                  <a:lnTo>
                    <a:pt x="324" y="2500"/>
                  </a:lnTo>
                  <a:close/>
                  <a:moveTo>
                    <a:pt x="2900" y="2200"/>
                  </a:moveTo>
                  <a:lnTo>
                    <a:pt x="2900" y="2324"/>
                  </a:lnTo>
                  <a:lnTo>
                    <a:pt x="3024" y="2324"/>
                  </a:lnTo>
                  <a:lnTo>
                    <a:pt x="3024" y="2200"/>
                  </a:lnTo>
                  <a:close/>
                  <a:moveTo>
                    <a:pt x="200" y="2100"/>
                  </a:moveTo>
                  <a:lnTo>
                    <a:pt x="200" y="2324"/>
                  </a:lnTo>
                  <a:lnTo>
                    <a:pt x="324" y="2324"/>
                  </a:lnTo>
                  <a:lnTo>
                    <a:pt x="324" y="2100"/>
                  </a:lnTo>
                  <a:close/>
                  <a:moveTo>
                    <a:pt x="0" y="20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0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3000" y="1100"/>
                  </a:moveTo>
                  <a:lnTo>
                    <a:pt x="3000" y="1324"/>
                  </a:lnTo>
                  <a:lnTo>
                    <a:pt x="3074" y="1324"/>
                  </a:lnTo>
                  <a:lnTo>
                    <a:pt x="3100" y="1424"/>
                  </a:lnTo>
                  <a:lnTo>
                    <a:pt x="3200" y="1450"/>
                  </a:lnTo>
                  <a:lnTo>
                    <a:pt x="3200" y="1524"/>
                  </a:lnTo>
                  <a:lnTo>
                    <a:pt x="3324" y="1524"/>
                  </a:lnTo>
                  <a:lnTo>
                    <a:pt x="3324" y="1300"/>
                  </a:lnTo>
                  <a:lnTo>
                    <a:pt x="3150" y="1300"/>
                  </a:lnTo>
                  <a:lnTo>
                    <a:pt x="3124" y="1274"/>
                  </a:lnTo>
                  <a:lnTo>
                    <a:pt x="3124" y="1100"/>
                  </a:lnTo>
                  <a:close/>
                  <a:moveTo>
                    <a:pt x="2900" y="900"/>
                  </a:moveTo>
                  <a:lnTo>
                    <a:pt x="2900" y="1024"/>
                  </a:lnTo>
                  <a:lnTo>
                    <a:pt x="3024" y="1024"/>
                  </a:lnTo>
                  <a:lnTo>
                    <a:pt x="3024" y="900"/>
                  </a:lnTo>
                  <a:close/>
                  <a:moveTo>
                    <a:pt x="3000" y="700"/>
                  </a:moveTo>
                  <a:lnTo>
                    <a:pt x="3000" y="824"/>
                  </a:lnTo>
                  <a:lnTo>
                    <a:pt x="3124" y="824"/>
                  </a:lnTo>
                  <a:lnTo>
                    <a:pt x="3124" y="700"/>
                  </a:lnTo>
                  <a:close/>
                  <a:moveTo>
                    <a:pt x="2800" y="700"/>
                  </a:moveTo>
                  <a:lnTo>
                    <a:pt x="2800" y="824"/>
                  </a:lnTo>
                  <a:lnTo>
                    <a:pt x="2924" y="824"/>
                  </a:lnTo>
                  <a:lnTo>
                    <a:pt x="2924" y="700"/>
                  </a:lnTo>
                  <a:close/>
                  <a:moveTo>
                    <a:pt x="200" y="700"/>
                  </a:moveTo>
                  <a:lnTo>
                    <a:pt x="200" y="824"/>
                  </a:lnTo>
                  <a:lnTo>
                    <a:pt x="274" y="824"/>
                  </a:lnTo>
                  <a:lnTo>
                    <a:pt x="300" y="924"/>
                  </a:lnTo>
                  <a:lnTo>
                    <a:pt x="424" y="924"/>
                  </a:lnTo>
                  <a:lnTo>
                    <a:pt x="424" y="800"/>
                  </a:lnTo>
                  <a:lnTo>
                    <a:pt x="350" y="800"/>
                  </a:lnTo>
                  <a:lnTo>
                    <a:pt x="324" y="700"/>
                  </a:lnTo>
                  <a:close/>
                  <a:moveTo>
                    <a:pt x="2824" y="400"/>
                  </a:moveTo>
                  <a:lnTo>
                    <a:pt x="2700" y="400"/>
                  </a:lnTo>
                  <a:lnTo>
                    <a:pt x="2700" y="474"/>
                  </a:lnTo>
                  <a:lnTo>
                    <a:pt x="2600" y="500"/>
                  </a:lnTo>
                  <a:lnTo>
                    <a:pt x="2600" y="624"/>
                  </a:lnTo>
                  <a:lnTo>
                    <a:pt x="2724" y="624"/>
                  </a:lnTo>
                  <a:lnTo>
                    <a:pt x="2724" y="550"/>
                  </a:lnTo>
                  <a:lnTo>
                    <a:pt x="2824" y="524"/>
                  </a:lnTo>
                  <a:close/>
                  <a:moveTo>
                    <a:pt x="500" y="400"/>
                  </a:moveTo>
                  <a:lnTo>
                    <a:pt x="500" y="524"/>
                  </a:lnTo>
                  <a:lnTo>
                    <a:pt x="624" y="524"/>
                  </a:lnTo>
                  <a:lnTo>
                    <a:pt x="624" y="400"/>
                  </a:lnTo>
                  <a:close/>
                  <a:moveTo>
                    <a:pt x="800" y="300"/>
                  </a:moveTo>
                  <a:lnTo>
                    <a:pt x="800" y="424"/>
                  </a:lnTo>
                  <a:lnTo>
                    <a:pt x="924" y="424"/>
                  </a:lnTo>
                  <a:lnTo>
                    <a:pt x="924" y="300"/>
                  </a:lnTo>
                  <a:close/>
                  <a:moveTo>
                    <a:pt x="2524" y="200"/>
                  </a:moveTo>
                  <a:lnTo>
                    <a:pt x="2400" y="200"/>
                  </a:lnTo>
                  <a:lnTo>
                    <a:pt x="2400" y="274"/>
                  </a:lnTo>
                  <a:lnTo>
                    <a:pt x="2300" y="300"/>
                  </a:lnTo>
                  <a:lnTo>
                    <a:pt x="2300" y="424"/>
                  </a:lnTo>
                  <a:lnTo>
                    <a:pt x="2424" y="424"/>
                  </a:lnTo>
                  <a:lnTo>
                    <a:pt x="2424" y="350"/>
                  </a:lnTo>
                  <a:lnTo>
                    <a:pt x="2524" y="324"/>
                  </a:lnTo>
                  <a:close/>
                  <a:moveTo>
                    <a:pt x="1200" y="0"/>
                  </a:moveTo>
                  <a:lnTo>
                    <a:pt x="1200" y="224"/>
                  </a:lnTo>
                  <a:lnTo>
                    <a:pt x="1324" y="224"/>
                  </a:lnTo>
                  <a:lnTo>
                    <a:pt x="1350" y="124"/>
                  </a:lnTo>
                  <a:lnTo>
                    <a:pt x="1400" y="150"/>
                  </a:lnTo>
                  <a:lnTo>
                    <a:pt x="1400" y="224"/>
                  </a:lnTo>
                  <a:lnTo>
                    <a:pt x="1824" y="224"/>
                  </a:lnTo>
                  <a:lnTo>
                    <a:pt x="1824" y="150"/>
                  </a:lnTo>
                  <a:lnTo>
                    <a:pt x="1924" y="124"/>
                  </a:lnTo>
                  <a:lnTo>
                    <a:pt x="1924" y="0"/>
                  </a:lnTo>
                  <a:lnTo>
                    <a:pt x="1700" y="0"/>
                  </a:lnTo>
                  <a:lnTo>
                    <a:pt x="1674" y="100"/>
                  </a:lnTo>
                  <a:lnTo>
                    <a:pt x="1624" y="74"/>
                  </a:lnTo>
                  <a:lnTo>
                    <a:pt x="1624" y="0"/>
                  </a:lnTo>
                  <a:lnTo>
                    <a:pt x="1500" y="0"/>
                  </a:lnTo>
                  <a:lnTo>
                    <a:pt x="1474" y="100"/>
                  </a:lnTo>
                  <a:lnTo>
                    <a:pt x="1424" y="74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4E808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7" name="Format reward illustration color 16"/>
            <p:cNvSpPr/>
            <p:nvPr/>
          </p:nvSpPr>
          <p:spPr>
            <a:xfrm>
              <a:off x="11607211" y="7519843"/>
              <a:ext cx="678851" cy="706283"/>
            </a:xfrm>
            <a:custGeom>
              <a:avLst/>
              <a:gdLst/>
              <a:ahLst/>
              <a:cxnLst/>
              <a:rect l="l" t="t" r="r" b="b"/>
              <a:pathLst>
                <a:path w="7424" h="7724">
                  <a:moveTo>
                    <a:pt x="5100" y="7600"/>
                  </a:moveTo>
                  <a:lnTo>
                    <a:pt x="5100" y="7724"/>
                  </a:lnTo>
                  <a:lnTo>
                    <a:pt x="5824" y="7724"/>
                  </a:lnTo>
                  <a:lnTo>
                    <a:pt x="5824" y="7600"/>
                  </a:lnTo>
                  <a:close/>
                  <a:moveTo>
                    <a:pt x="3800" y="7600"/>
                  </a:moveTo>
                  <a:lnTo>
                    <a:pt x="3800" y="7724"/>
                  </a:lnTo>
                  <a:lnTo>
                    <a:pt x="4724" y="7724"/>
                  </a:lnTo>
                  <a:lnTo>
                    <a:pt x="4724" y="7600"/>
                  </a:lnTo>
                  <a:close/>
                  <a:moveTo>
                    <a:pt x="3500" y="7600"/>
                  </a:moveTo>
                  <a:lnTo>
                    <a:pt x="3500" y="7724"/>
                  </a:lnTo>
                  <a:lnTo>
                    <a:pt x="3624" y="7724"/>
                  </a:lnTo>
                  <a:lnTo>
                    <a:pt x="3624" y="7600"/>
                  </a:lnTo>
                  <a:close/>
                  <a:moveTo>
                    <a:pt x="2700" y="7600"/>
                  </a:moveTo>
                  <a:lnTo>
                    <a:pt x="2700" y="7724"/>
                  </a:lnTo>
                  <a:lnTo>
                    <a:pt x="2824" y="7724"/>
                  </a:lnTo>
                  <a:lnTo>
                    <a:pt x="2824" y="7600"/>
                  </a:lnTo>
                  <a:close/>
                  <a:moveTo>
                    <a:pt x="1400" y="7600"/>
                  </a:moveTo>
                  <a:lnTo>
                    <a:pt x="1400" y="7724"/>
                  </a:lnTo>
                  <a:lnTo>
                    <a:pt x="1724" y="7724"/>
                  </a:lnTo>
                  <a:lnTo>
                    <a:pt x="1724" y="7600"/>
                  </a:lnTo>
                  <a:close/>
                  <a:moveTo>
                    <a:pt x="5900" y="7500"/>
                  </a:moveTo>
                  <a:lnTo>
                    <a:pt x="5900" y="7624"/>
                  </a:lnTo>
                  <a:lnTo>
                    <a:pt x="6024" y="7624"/>
                  </a:lnTo>
                  <a:lnTo>
                    <a:pt x="6024" y="7500"/>
                  </a:lnTo>
                  <a:close/>
                  <a:moveTo>
                    <a:pt x="100" y="7500"/>
                  </a:moveTo>
                  <a:lnTo>
                    <a:pt x="100" y="7624"/>
                  </a:lnTo>
                  <a:lnTo>
                    <a:pt x="224" y="7624"/>
                  </a:lnTo>
                  <a:lnTo>
                    <a:pt x="224" y="7500"/>
                  </a:lnTo>
                  <a:close/>
                  <a:moveTo>
                    <a:pt x="0" y="7300"/>
                  </a:moveTo>
                  <a:lnTo>
                    <a:pt x="0" y="7424"/>
                  </a:lnTo>
                  <a:lnTo>
                    <a:pt x="124" y="7424"/>
                  </a:lnTo>
                  <a:lnTo>
                    <a:pt x="124" y="7300"/>
                  </a:lnTo>
                  <a:close/>
                  <a:moveTo>
                    <a:pt x="7300" y="7200"/>
                  </a:moveTo>
                  <a:lnTo>
                    <a:pt x="7300" y="7324"/>
                  </a:lnTo>
                  <a:lnTo>
                    <a:pt x="7424" y="7324"/>
                  </a:lnTo>
                  <a:lnTo>
                    <a:pt x="7424" y="7200"/>
                  </a:lnTo>
                  <a:close/>
                  <a:moveTo>
                    <a:pt x="7200" y="6800"/>
                  </a:moveTo>
                  <a:lnTo>
                    <a:pt x="7200" y="6924"/>
                  </a:lnTo>
                  <a:lnTo>
                    <a:pt x="7324" y="6924"/>
                  </a:lnTo>
                  <a:lnTo>
                    <a:pt x="7324" y="6800"/>
                  </a:lnTo>
                  <a:close/>
                  <a:moveTo>
                    <a:pt x="6800" y="6300"/>
                  </a:moveTo>
                  <a:lnTo>
                    <a:pt x="6800" y="6424"/>
                  </a:lnTo>
                  <a:lnTo>
                    <a:pt x="6874" y="6424"/>
                  </a:lnTo>
                  <a:lnTo>
                    <a:pt x="6900" y="6524"/>
                  </a:lnTo>
                  <a:lnTo>
                    <a:pt x="7024" y="6524"/>
                  </a:lnTo>
                  <a:lnTo>
                    <a:pt x="7024" y="6400"/>
                  </a:lnTo>
                  <a:lnTo>
                    <a:pt x="6950" y="6400"/>
                  </a:lnTo>
                  <a:lnTo>
                    <a:pt x="6924" y="6300"/>
                  </a:lnTo>
                  <a:close/>
                  <a:moveTo>
                    <a:pt x="3100" y="6200"/>
                  </a:moveTo>
                  <a:lnTo>
                    <a:pt x="3100" y="6324"/>
                  </a:lnTo>
                  <a:lnTo>
                    <a:pt x="3224" y="6324"/>
                  </a:lnTo>
                  <a:lnTo>
                    <a:pt x="3224" y="6200"/>
                  </a:lnTo>
                  <a:close/>
                  <a:moveTo>
                    <a:pt x="2600" y="6200"/>
                  </a:moveTo>
                  <a:lnTo>
                    <a:pt x="2600" y="6324"/>
                  </a:lnTo>
                  <a:lnTo>
                    <a:pt x="2824" y="6324"/>
                  </a:lnTo>
                  <a:lnTo>
                    <a:pt x="2824" y="6200"/>
                  </a:lnTo>
                  <a:close/>
                  <a:moveTo>
                    <a:pt x="6100" y="5600"/>
                  </a:moveTo>
                  <a:lnTo>
                    <a:pt x="6100" y="5724"/>
                  </a:lnTo>
                  <a:lnTo>
                    <a:pt x="6174" y="5724"/>
                  </a:lnTo>
                  <a:lnTo>
                    <a:pt x="6200" y="5824"/>
                  </a:lnTo>
                  <a:lnTo>
                    <a:pt x="6300" y="5850"/>
                  </a:lnTo>
                  <a:lnTo>
                    <a:pt x="6300" y="5924"/>
                  </a:lnTo>
                  <a:lnTo>
                    <a:pt x="6424" y="5924"/>
                  </a:lnTo>
                  <a:lnTo>
                    <a:pt x="6424" y="5800"/>
                  </a:lnTo>
                  <a:lnTo>
                    <a:pt x="6350" y="5800"/>
                  </a:lnTo>
                  <a:lnTo>
                    <a:pt x="6324" y="5700"/>
                  </a:lnTo>
                  <a:lnTo>
                    <a:pt x="6224" y="5674"/>
                  </a:lnTo>
                  <a:lnTo>
                    <a:pt x="6224" y="5600"/>
                  </a:lnTo>
                  <a:close/>
                  <a:moveTo>
                    <a:pt x="3900" y="5200"/>
                  </a:moveTo>
                  <a:lnTo>
                    <a:pt x="3900" y="5324"/>
                  </a:lnTo>
                  <a:lnTo>
                    <a:pt x="4024" y="5324"/>
                  </a:lnTo>
                  <a:lnTo>
                    <a:pt x="4024" y="5200"/>
                  </a:lnTo>
                  <a:close/>
                  <a:moveTo>
                    <a:pt x="6500" y="4500"/>
                  </a:moveTo>
                  <a:lnTo>
                    <a:pt x="6500" y="4624"/>
                  </a:lnTo>
                  <a:lnTo>
                    <a:pt x="6624" y="4624"/>
                  </a:lnTo>
                  <a:lnTo>
                    <a:pt x="6624" y="4500"/>
                  </a:lnTo>
                  <a:close/>
                  <a:moveTo>
                    <a:pt x="3700" y="4300"/>
                  </a:moveTo>
                  <a:lnTo>
                    <a:pt x="3700" y="4424"/>
                  </a:lnTo>
                  <a:lnTo>
                    <a:pt x="3824" y="4424"/>
                  </a:lnTo>
                  <a:lnTo>
                    <a:pt x="3824" y="4300"/>
                  </a:lnTo>
                  <a:close/>
                  <a:moveTo>
                    <a:pt x="900" y="4100"/>
                  </a:moveTo>
                  <a:lnTo>
                    <a:pt x="900" y="4224"/>
                  </a:lnTo>
                  <a:lnTo>
                    <a:pt x="1024" y="4224"/>
                  </a:lnTo>
                  <a:lnTo>
                    <a:pt x="1024" y="4100"/>
                  </a:lnTo>
                  <a:close/>
                  <a:moveTo>
                    <a:pt x="5700" y="4000"/>
                  </a:moveTo>
                  <a:lnTo>
                    <a:pt x="5700" y="4124"/>
                  </a:lnTo>
                  <a:lnTo>
                    <a:pt x="5824" y="4124"/>
                  </a:lnTo>
                  <a:lnTo>
                    <a:pt x="5824" y="4000"/>
                  </a:lnTo>
                  <a:close/>
                  <a:moveTo>
                    <a:pt x="6500" y="3900"/>
                  </a:moveTo>
                  <a:lnTo>
                    <a:pt x="6500" y="4024"/>
                  </a:lnTo>
                  <a:lnTo>
                    <a:pt x="6624" y="4024"/>
                  </a:lnTo>
                  <a:lnTo>
                    <a:pt x="6624" y="3900"/>
                  </a:lnTo>
                  <a:close/>
                  <a:moveTo>
                    <a:pt x="6400" y="3600"/>
                  </a:moveTo>
                  <a:lnTo>
                    <a:pt x="6400" y="3724"/>
                  </a:lnTo>
                  <a:lnTo>
                    <a:pt x="6524" y="3724"/>
                  </a:lnTo>
                  <a:lnTo>
                    <a:pt x="6524" y="3600"/>
                  </a:lnTo>
                  <a:close/>
                  <a:moveTo>
                    <a:pt x="1200" y="3200"/>
                  </a:moveTo>
                  <a:lnTo>
                    <a:pt x="1200" y="3324"/>
                  </a:lnTo>
                  <a:lnTo>
                    <a:pt x="1324" y="3324"/>
                  </a:lnTo>
                  <a:lnTo>
                    <a:pt x="1324" y="3200"/>
                  </a:lnTo>
                  <a:close/>
                  <a:moveTo>
                    <a:pt x="6100" y="2000"/>
                  </a:moveTo>
                  <a:lnTo>
                    <a:pt x="6100" y="2724"/>
                  </a:lnTo>
                  <a:lnTo>
                    <a:pt x="6224" y="2724"/>
                  </a:lnTo>
                  <a:lnTo>
                    <a:pt x="6224" y="2000"/>
                  </a:lnTo>
                  <a:close/>
                  <a:moveTo>
                    <a:pt x="6100" y="1600"/>
                  </a:moveTo>
                  <a:lnTo>
                    <a:pt x="6100" y="1924"/>
                  </a:lnTo>
                  <a:lnTo>
                    <a:pt x="6224" y="1924"/>
                  </a:lnTo>
                  <a:lnTo>
                    <a:pt x="6224" y="1600"/>
                  </a:lnTo>
                  <a:close/>
                  <a:moveTo>
                    <a:pt x="6100" y="1400"/>
                  </a:moveTo>
                  <a:lnTo>
                    <a:pt x="6100" y="1524"/>
                  </a:lnTo>
                  <a:lnTo>
                    <a:pt x="6224" y="1524"/>
                  </a:lnTo>
                  <a:lnTo>
                    <a:pt x="6224" y="1400"/>
                  </a:lnTo>
                  <a:close/>
                  <a:moveTo>
                    <a:pt x="6000" y="1200"/>
                  </a:moveTo>
                  <a:lnTo>
                    <a:pt x="6000" y="1324"/>
                  </a:lnTo>
                  <a:lnTo>
                    <a:pt x="6124" y="1324"/>
                  </a:lnTo>
                  <a:lnTo>
                    <a:pt x="6124" y="1200"/>
                  </a:lnTo>
                  <a:close/>
                  <a:moveTo>
                    <a:pt x="0" y="20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200"/>
                  </a:lnTo>
                  <a:close/>
                  <a:moveTo>
                    <a:pt x="300" y="0"/>
                  </a:moveTo>
                  <a:lnTo>
                    <a:pt x="300" y="124"/>
                  </a:lnTo>
                  <a:lnTo>
                    <a:pt x="624" y="124"/>
                  </a:lnTo>
                  <a:lnTo>
                    <a:pt x="624" y="0"/>
                  </a:lnTo>
                  <a:close/>
                </a:path>
              </a:pathLst>
            </a:custGeom>
            <a:solidFill>
              <a:srgbClr val="BDC6C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8" name="Format reward illustration color 17"/>
            <p:cNvSpPr/>
            <p:nvPr/>
          </p:nvSpPr>
          <p:spPr>
            <a:xfrm>
              <a:off x="11680363" y="7547275"/>
              <a:ext cx="367955" cy="578267"/>
            </a:xfrm>
            <a:custGeom>
              <a:avLst/>
              <a:gdLst/>
              <a:ahLst/>
              <a:cxnLst/>
              <a:rect l="l" t="t" r="r" b="b"/>
              <a:pathLst>
                <a:path w="4024" h="6324">
                  <a:moveTo>
                    <a:pt x="2500" y="6200"/>
                  </a:moveTo>
                  <a:lnTo>
                    <a:pt x="2500" y="6324"/>
                  </a:lnTo>
                  <a:lnTo>
                    <a:pt x="2624" y="6324"/>
                  </a:lnTo>
                  <a:lnTo>
                    <a:pt x="2624" y="6200"/>
                  </a:lnTo>
                  <a:close/>
                  <a:moveTo>
                    <a:pt x="3900" y="4600"/>
                  </a:moveTo>
                  <a:lnTo>
                    <a:pt x="3900" y="4724"/>
                  </a:lnTo>
                  <a:lnTo>
                    <a:pt x="4024" y="4724"/>
                  </a:lnTo>
                  <a:lnTo>
                    <a:pt x="4024" y="4600"/>
                  </a:lnTo>
                  <a:close/>
                  <a:moveTo>
                    <a:pt x="2900" y="3800"/>
                  </a:moveTo>
                  <a:lnTo>
                    <a:pt x="2900" y="3924"/>
                  </a:lnTo>
                  <a:lnTo>
                    <a:pt x="3024" y="3924"/>
                  </a:lnTo>
                  <a:lnTo>
                    <a:pt x="3024" y="3800"/>
                  </a:lnTo>
                  <a:close/>
                  <a:moveTo>
                    <a:pt x="0" y="3000"/>
                  </a:moveTo>
                  <a:lnTo>
                    <a:pt x="0" y="3124"/>
                  </a:lnTo>
                  <a:lnTo>
                    <a:pt x="124" y="3124"/>
                  </a:lnTo>
                  <a:lnTo>
                    <a:pt x="124" y="3000"/>
                  </a:lnTo>
                  <a:close/>
                  <a:moveTo>
                    <a:pt x="2500" y="1500"/>
                  </a:moveTo>
                  <a:lnTo>
                    <a:pt x="2500" y="1624"/>
                  </a:lnTo>
                  <a:lnTo>
                    <a:pt x="2624" y="1624"/>
                  </a:lnTo>
                  <a:lnTo>
                    <a:pt x="2624" y="1500"/>
                  </a:lnTo>
                  <a:close/>
                  <a:moveTo>
                    <a:pt x="0" y="800"/>
                  </a:moveTo>
                  <a:lnTo>
                    <a:pt x="0" y="924"/>
                  </a:lnTo>
                  <a:lnTo>
                    <a:pt x="124" y="924"/>
                  </a:lnTo>
                  <a:lnTo>
                    <a:pt x="124" y="800"/>
                  </a:lnTo>
                  <a:close/>
                  <a:moveTo>
                    <a:pt x="3700" y="0"/>
                  </a:moveTo>
                  <a:lnTo>
                    <a:pt x="3700" y="124"/>
                  </a:lnTo>
                  <a:lnTo>
                    <a:pt x="3824" y="124"/>
                  </a:lnTo>
                  <a:lnTo>
                    <a:pt x="3824" y="0"/>
                  </a:lnTo>
                  <a:close/>
                </a:path>
              </a:pathLst>
            </a:custGeom>
            <a:solidFill>
              <a:srgbClr val="EFE6E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9" name="Format reward illustration color 18"/>
            <p:cNvSpPr/>
            <p:nvPr/>
          </p:nvSpPr>
          <p:spPr>
            <a:xfrm>
              <a:off x="11634643" y="7547275"/>
              <a:ext cx="505115" cy="642275"/>
            </a:xfrm>
            <a:custGeom>
              <a:avLst/>
              <a:gdLst/>
              <a:ahLst/>
              <a:cxnLst/>
              <a:rect l="l" t="t" r="r" b="b"/>
              <a:pathLst>
                <a:path w="5524" h="7024">
                  <a:moveTo>
                    <a:pt x="5100" y="6900"/>
                  </a:moveTo>
                  <a:lnTo>
                    <a:pt x="5100" y="7024"/>
                  </a:lnTo>
                  <a:lnTo>
                    <a:pt x="5224" y="7024"/>
                  </a:lnTo>
                  <a:lnTo>
                    <a:pt x="5224" y="6900"/>
                  </a:lnTo>
                  <a:close/>
                  <a:moveTo>
                    <a:pt x="2924" y="6700"/>
                  </a:moveTo>
                  <a:lnTo>
                    <a:pt x="2800" y="6700"/>
                  </a:lnTo>
                  <a:lnTo>
                    <a:pt x="2774" y="6800"/>
                  </a:lnTo>
                  <a:lnTo>
                    <a:pt x="2600" y="6800"/>
                  </a:lnTo>
                  <a:lnTo>
                    <a:pt x="2574" y="6900"/>
                  </a:lnTo>
                  <a:lnTo>
                    <a:pt x="2524" y="6874"/>
                  </a:lnTo>
                  <a:lnTo>
                    <a:pt x="2524" y="6800"/>
                  </a:lnTo>
                  <a:lnTo>
                    <a:pt x="2300" y="6800"/>
                  </a:lnTo>
                  <a:lnTo>
                    <a:pt x="2300" y="6924"/>
                  </a:lnTo>
                  <a:lnTo>
                    <a:pt x="2474" y="6924"/>
                  </a:lnTo>
                  <a:lnTo>
                    <a:pt x="2500" y="7024"/>
                  </a:lnTo>
                  <a:lnTo>
                    <a:pt x="2724" y="7024"/>
                  </a:lnTo>
                  <a:lnTo>
                    <a:pt x="2724" y="6950"/>
                  </a:lnTo>
                  <a:lnTo>
                    <a:pt x="2824" y="6924"/>
                  </a:lnTo>
                  <a:lnTo>
                    <a:pt x="2850" y="6824"/>
                  </a:lnTo>
                  <a:lnTo>
                    <a:pt x="2924" y="6824"/>
                  </a:lnTo>
                  <a:close/>
                  <a:moveTo>
                    <a:pt x="1100" y="6700"/>
                  </a:moveTo>
                  <a:lnTo>
                    <a:pt x="1100" y="6824"/>
                  </a:lnTo>
                  <a:lnTo>
                    <a:pt x="1224" y="6824"/>
                  </a:lnTo>
                  <a:lnTo>
                    <a:pt x="1224" y="6700"/>
                  </a:lnTo>
                  <a:close/>
                  <a:moveTo>
                    <a:pt x="800" y="6700"/>
                  </a:moveTo>
                  <a:lnTo>
                    <a:pt x="800" y="6824"/>
                  </a:lnTo>
                  <a:lnTo>
                    <a:pt x="924" y="6824"/>
                  </a:lnTo>
                  <a:lnTo>
                    <a:pt x="924" y="6700"/>
                  </a:lnTo>
                  <a:close/>
                  <a:moveTo>
                    <a:pt x="3900" y="6600"/>
                  </a:moveTo>
                  <a:lnTo>
                    <a:pt x="3900" y="6724"/>
                  </a:lnTo>
                  <a:lnTo>
                    <a:pt x="4124" y="6724"/>
                  </a:lnTo>
                  <a:lnTo>
                    <a:pt x="4124" y="6600"/>
                  </a:lnTo>
                  <a:close/>
                  <a:moveTo>
                    <a:pt x="1300" y="6600"/>
                  </a:moveTo>
                  <a:lnTo>
                    <a:pt x="1300" y="6724"/>
                  </a:lnTo>
                  <a:lnTo>
                    <a:pt x="1424" y="6724"/>
                  </a:lnTo>
                  <a:lnTo>
                    <a:pt x="1424" y="6600"/>
                  </a:lnTo>
                  <a:close/>
                  <a:moveTo>
                    <a:pt x="4300" y="6500"/>
                  </a:moveTo>
                  <a:lnTo>
                    <a:pt x="4300" y="6724"/>
                  </a:lnTo>
                  <a:lnTo>
                    <a:pt x="4424" y="6724"/>
                  </a:lnTo>
                  <a:lnTo>
                    <a:pt x="4424" y="6650"/>
                  </a:lnTo>
                  <a:lnTo>
                    <a:pt x="4524" y="6624"/>
                  </a:lnTo>
                  <a:lnTo>
                    <a:pt x="4524" y="6500"/>
                  </a:lnTo>
                  <a:close/>
                  <a:moveTo>
                    <a:pt x="3900" y="6400"/>
                  </a:moveTo>
                  <a:lnTo>
                    <a:pt x="3900" y="6524"/>
                  </a:lnTo>
                  <a:lnTo>
                    <a:pt x="4024" y="6524"/>
                  </a:lnTo>
                  <a:lnTo>
                    <a:pt x="4024" y="6400"/>
                  </a:lnTo>
                  <a:close/>
                  <a:moveTo>
                    <a:pt x="0" y="6400"/>
                  </a:moveTo>
                  <a:lnTo>
                    <a:pt x="0" y="6724"/>
                  </a:lnTo>
                  <a:lnTo>
                    <a:pt x="174" y="6724"/>
                  </a:lnTo>
                  <a:lnTo>
                    <a:pt x="200" y="6750"/>
                  </a:lnTo>
                  <a:lnTo>
                    <a:pt x="174" y="6800"/>
                  </a:lnTo>
                  <a:lnTo>
                    <a:pt x="100" y="6800"/>
                  </a:lnTo>
                  <a:lnTo>
                    <a:pt x="100" y="6924"/>
                  </a:lnTo>
                  <a:lnTo>
                    <a:pt x="224" y="6924"/>
                  </a:lnTo>
                  <a:lnTo>
                    <a:pt x="224" y="6850"/>
                  </a:lnTo>
                  <a:lnTo>
                    <a:pt x="324" y="6824"/>
                  </a:lnTo>
                  <a:lnTo>
                    <a:pt x="350" y="6724"/>
                  </a:lnTo>
                  <a:lnTo>
                    <a:pt x="474" y="6724"/>
                  </a:lnTo>
                  <a:lnTo>
                    <a:pt x="500" y="6750"/>
                  </a:lnTo>
                  <a:lnTo>
                    <a:pt x="474" y="6800"/>
                  </a:lnTo>
                  <a:lnTo>
                    <a:pt x="400" y="6800"/>
                  </a:lnTo>
                  <a:lnTo>
                    <a:pt x="374" y="6900"/>
                  </a:lnTo>
                  <a:lnTo>
                    <a:pt x="300" y="6900"/>
                  </a:lnTo>
                  <a:lnTo>
                    <a:pt x="300" y="7024"/>
                  </a:lnTo>
                  <a:lnTo>
                    <a:pt x="424" y="7024"/>
                  </a:lnTo>
                  <a:lnTo>
                    <a:pt x="424" y="6950"/>
                  </a:lnTo>
                  <a:lnTo>
                    <a:pt x="524" y="6924"/>
                  </a:lnTo>
                  <a:lnTo>
                    <a:pt x="550" y="6824"/>
                  </a:lnTo>
                  <a:lnTo>
                    <a:pt x="624" y="6824"/>
                  </a:lnTo>
                  <a:lnTo>
                    <a:pt x="624" y="6700"/>
                  </a:lnTo>
                  <a:lnTo>
                    <a:pt x="550" y="6700"/>
                  </a:lnTo>
                  <a:lnTo>
                    <a:pt x="524" y="6600"/>
                  </a:lnTo>
                  <a:lnTo>
                    <a:pt x="350" y="6600"/>
                  </a:lnTo>
                  <a:lnTo>
                    <a:pt x="324" y="6500"/>
                  </a:lnTo>
                  <a:lnTo>
                    <a:pt x="200" y="6500"/>
                  </a:lnTo>
                  <a:lnTo>
                    <a:pt x="200" y="6574"/>
                  </a:lnTo>
                  <a:lnTo>
                    <a:pt x="150" y="6600"/>
                  </a:lnTo>
                  <a:lnTo>
                    <a:pt x="124" y="6574"/>
                  </a:lnTo>
                  <a:lnTo>
                    <a:pt x="124" y="6400"/>
                  </a:lnTo>
                  <a:close/>
                  <a:moveTo>
                    <a:pt x="224" y="6650"/>
                  </a:moveTo>
                  <a:lnTo>
                    <a:pt x="274" y="6624"/>
                  </a:lnTo>
                  <a:lnTo>
                    <a:pt x="300" y="6674"/>
                  </a:lnTo>
                  <a:lnTo>
                    <a:pt x="250" y="6700"/>
                  </a:lnTo>
                  <a:close/>
                  <a:moveTo>
                    <a:pt x="200" y="6200"/>
                  </a:moveTo>
                  <a:lnTo>
                    <a:pt x="200" y="6324"/>
                  </a:lnTo>
                  <a:lnTo>
                    <a:pt x="324" y="6324"/>
                  </a:lnTo>
                  <a:lnTo>
                    <a:pt x="324" y="6200"/>
                  </a:lnTo>
                  <a:close/>
                  <a:moveTo>
                    <a:pt x="0" y="6100"/>
                  </a:moveTo>
                  <a:lnTo>
                    <a:pt x="0" y="6324"/>
                  </a:lnTo>
                  <a:lnTo>
                    <a:pt x="124" y="6324"/>
                  </a:lnTo>
                  <a:lnTo>
                    <a:pt x="124" y="6100"/>
                  </a:lnTo>
                  <a:close/>
                  <a:moveTo>
                    <a:pt x="4600" y="6300"/>
                  </a:moveTo>
                  <a:lnTo>
                    <a:pt x="4600" y="6424"/>
                  </a:lnTo>
                  <a:lnTo>
                    <a:pt x="4724" y="6424"/>
                  </a:lnTo>
                  <a:lnTo>
                    <a:pt x="4724" y="6350"/>
                  </a:lnTo>
                  <a:lnTo>
                    <a:pt x="4750" y="6324"/>
                  </a:lnTo>
                  <a:lnTo>
                    <a:pt x="4800" y="6350"/>
                  </a:lnTo>
                  <a:lnTo>
                    <a:pt x="4800" y="6524"/>
                  </a:lnTo>
                  <a:lnTo>
                    <a:pt x="4924" y="6524"/>
                  </a:lnTo>
                  <a:lnTo>
                    <a:pt x="4924" y="6450"/>
                  </a:lnTo>
                  <a:lnTo>
                    <a:pt x="4950" y="6424"/>
                  </a:lnTo>
                  <a:lnTo>
                    <a:pt x="5000" y="6450"/>
                  </a:lnTo>
                  <a:lnTo>
                    <a:pt x="5000" y="6574"/>
                  </a:lnTo>
                  <a:lnTo>
                    <a:pt x="4900" y="6600"/>
                  </a:lnTo>
                  <a:lnTo>
                    <a:pt x="4900" y="6724"/>
                  </a:lnTo>
                  <a:lnTo>
                    <a:pt x="5024" y="6724"/>
                  </a:lnTo>
                  <a:lnTo>
                    <a:pt x="5024" y="6650"/>
                  </a:lnTo>
                  <a:lnTo>
                    <a:pt x="5074" y="6624"/>
                  </a:lnTo>
                  <a:lnTo>
                    <a:pt x="5100" y="6650"/>
                  </a:lnTo>
                  <a:lnTo>
                    <a:pt x="5100" y="6824"/>
                  </a:lnTo>
                  <a:lnTo>
                    <a:pt x="5324" y="6824"/>
                  </a:lnTo>
                  <a:lnTo>
                    <a:pt x="5324" y="6700"/>
                  </a:lnTo>
                  <a:lnTo>
                    <a:pt x="5250" y="6700"/>
                  </a:lnTo>
                  <a:lnTo>
                    <a:pt x="5224" y="6600"/>
                  </a:lnTo>
                  <a:lnTo>
                    <a:pt x="5124" y="6574"/>
                  </a:lnTo>
                  <a:lnTo>
                    <a:pt x="5150" y="6524"/>
                  </a:lnTo>
                  <a:lnTo>
                    <a:pt x="5324" y="6524"/>
                  </a:lnTo>
                  <a:lnTo>
                    <a:pt x="5324" y="6400"/>
                  </a:lnTo>
                  <a:lnTo>
                    <a:pt x="5250" y="6400"/>
                  </a:lnTo>
                  <a:lnTo>
                    <a:pt x="5224" y="6300"/>
                  </a:lnTo>
                  <a:lnTo>
                    <a:pt x="5124" y="6274"/>
                  </a:lnTo>
                  <a:lnTo>
                    <a:pt x="5124" y="6150"/>
                  </a:lnTo>
                  <a:lnTo>
                    <a:pt x="5150" y="6124"/>
                  </a:lnTo>
                  <a:lnTo>
                    <a:pt x="5200" y="6150"/>
                  </a:lnTo>
                  <a:lnTo>
                    <a:pt x="5200" y="6224"/>
                  </a:lnTo>
                  <a:lnTo>
                    <a:pt x="5324" y="6224"/>
                  </a:lnTo>
                  <a:lnTo>
                    <a:pt x="5324" y="6100"/>
                  </a:lnTo>
                  <a:lnTo>
                    <a:pt x="5250" y="6100"/>
                  </a:lnTo>
                  <a:lnTo>
                    <a:pt x="5224" y="6000"/>
                  </a:lnTo>
                  <a:lnTo>
                    <a:pt x="5100" y="6000"/>
                  </a:lnTo>
                  <a:lnTo>
                    <a:pt x="5074" y="6100"/>
                  </a:lnTo>
                  <a:lnTo>
                    <a:pt x="4900" y="6100"/>
                  </a:lnTo>
                  <a:lnTo>
                    <a:pt x="4900" y="6274"/>
                  </a:lnTo>
                  <a:lnTo>
                    <a:pt x="4874" y="6300"/>
                  </a:lnTo>
                  <a:lnTo>
                    <a:pt x="4824" y="6274"/>
                  </a:lnTo>
                  <a:lnTo>
                    <a:pt x="4824" y="6200"/>
                  </a:lnTo>
                  <a:lnTo>
                    <a:pt x="4700" y="6200"/>
                  </a:lnTo>
                  <a:lnTo>
                    <a:pt x="4700" y="6274"/>
                  </a:lnTo>
                  <a:close/>
                  <a:moveTo>
                    <a:pt x="5024" y="6350"/>
                  </a:moveTo>
                  <a:lnTo>
                    <a:pt x="5074" y="6324"/>
                  </a:lnTo>
                  <a:lnTo>
                    <a:pt x="5100" y="6374"/>
                  </a:lnTo>
                  <a:lnTo>
                    <a:pt x="5050" y="6400"/>
                  </a:lnTo>
                  <a:close/>
                  <a:moveTo>
                    <a:pt x="4100" y="6000"/>
                  </a:moveTo>
                  <a:lnTo>
                    <a:pt x="4100" y="6124"/>
                  </a:lnTo>
                  <a:lnTo>
                    <a:pt x="4174" y="6124"/>
                  </a:lnTo>
                  <a:lnTo>
                    <a:pt x="4200" y="6224"/>
                  </a:lnTo>
                  <a:lnTo>
                    <a:pt x="4524" y="6224"/>
                  </a:lnTo>
                  <a:lnTo>
                    <a:pt x="4524" y="6100"/>
                  </a:lnTo>
                  <a:lnTo>
                    <a:pt x="4250" y="6100"/>
                  </a:lnTo>
                  <a:lnTo>
                    <a:pt x="4224" y="6000"/>
                  </a:lnTo>
                  <a:close/>
                  <a:moveTo>
                    <a:pt x="4900" y="5900"/>
                  </a:moveTo>
                  <a:lnTo>
                    <a:pt x="4900" y="6024"/>
                  </a:lnTo>
                  <a:lnTo>
                    <a:pt x="5024" y="6024"/>
                  </a:lnTo>
                  <a:lnTo>
                    <a:pt x="5024" y="5900"/>
                  </a:lnTo>
                  <a:close/>
                  <a:moveTo>
                    <a:pt x="200" y="5800"/>
                  </a:moveTo>
                  <a:lnTo>
                    <a:pt x="200" y="5924"/>
                  </a:lnTo>
                  <a:lnTo>
                    <a:pt x="324" y="5924"/>
                  </a:lnTo>
                  <a:lnTo>
                    <a:pt x="324" y="5800"/>
                  </a:lnTo>
                  <a:close/>
                  <a:moveTo>
                    <a:pt x="0" y="5100"/>
                  </a:moveTo>
                  <a:lnTo>
                    <a:pt x="0" y="5724"/>
                  </a:lnTo>
                  <a:lnTo>
                    <a:pt x="224" y="5724"/>
                  </a:lnTo>
                  <a:lnTo>
                    <a:pt x="224" y="5550"/>
                  </a:lnTo>
                  <a:lnTo>
                    <a:pt x="324" y="5524"/>
                  </a:lnTo>
                  <a:lnTo>
                    <a:pt x="324" y="5400"/>
                  </a:lnTo>
                  <a:lnTo>
                    <a:pt x="224" y="5374"/>
                  </a:lnTo>
                  <a:lnTo>
                    <a:pt x="224" y="5200"/>
                  </a:lnTo>
                  <a:lnTo>
                    <a:pt x="150" y="5200"/>
                  </a:lnTo>
                  <a:lnTo>
                    <a:pt x="124" y="5100"/>
                  </a:lnTo>
                  <a:close/>
                  <a:moveTo>
                    <a:pt x="3900" y="5000"/>
                  </a:moveTo>
                  <a:lnTo>
                    <a:pt x="3900" y="5124"/>
                  </a:lnTo>
                  <a:lnTo>
                    <a:pt x="4024" y="5124"/>
                  </a:lnTo>
                  <a:lnTo>
                    <a:pt x="4024" y="5000"/>
                  </a:lnTo>
                  <a:close/>
                  <a:moveTo>
                    <a:pt x="3500" y="4800"/>
                  </a:moveTo>
                  <a:lnTo>
                    <a:pt x="3500" y="4924"/>
                  </a:lnTo>
                  <a:lnTo>
                    <a:pt x="3624" y="4924"/>
                  </a:lnTo>
                  <a:lnTo>
                    <a:pt x="3624" y="4800"/>
                  </a:lnTo>
                  <a:close/>
                  <a:moveTo>
                    <a:pt x="3600" y="4500"/>
                  </a:moveTo>
                  <a:lnTo>
                    <a:pt x="3600" y="4624"/>
                  </a:lnTo>
                  <a:lnTo>
                    <a:pt x="3724" y="4624"/>
                  </a:lnTo>
                  <a:lnTo>
                    <a:pt x="3724" y="4500"/>
                  </a:lnTo>
                  <a:close/>
                  <a:moveTo>
                    <a:pt x="2000" y="4400"/>
                  </a:moveTo>
                  <a:lnTo>
                    <a:pt x="2000" y="4524"/>
                  </a:lnTo>
                  <a:lnTo>
                    <a:pt x="2124" y="4524"/>
                  </a:lnTo>
                  <a:lnTo>
                    <a:pt x="2124" y="4400"/>
                  </a:lnTo>
                  <a:close/>
                  <a:moveTo>
                    <a:pt x="5224" y="4100"/>
                  </a:moveTo>
                  <a:lnTo>
                    <a:pt x="5100" y="4100"/>
                  </a:lnTo>
                  <a:lnTo>
                    <a:pt x="5100" y="4224"/>
                  </a:lnTo>
                  <a:lnTo>
                    <a:pt x="5174" y="4224"/>
                  </a:lnTo>
                  <a:lnTo>
                    <a:pt x="5200" y="4274"/>
                  </a:lnTo>
                  <a:lnTo>
                    <a:pt x="5100" y="4300"/>
                  </a:lnTo>
                  <a:lnTo>
                    <a:pt x="5100" y="4374"/>
                  </a:lnTo>
                  <a:lnTo>
                    <a:pt x="5000" y="4400"/>
                  </a:lnTo>
                  <a:lnTo>
                    <a:pt x="4974" y="4500"/>
                  </a:lnTo>
                  <a:lnTo>
                    <a:pt x="4900" y="4500"/>
                  </a:lnTo>
                  <a:lnTo>
                    <a:pt x="4900" y="4624"/>
                  </a:lnTo>
                  <a:lnTo>
                    <a:pt x="5000" y="4650"/>
                  </a:lnTo>
                  <a:lnTo>
                    <a:pt x="4974" y="4700"/>
                  </a:lnTo>
                  <a:lnTo>
                    <a:pt x="4900" y="4700"/>
                  </a:lnTo>
                  <a:lnTo>
                    <a:pt x="4900" y="4824"/>
                  </a:lnTo>
                  <a:lnTo>
                    <a:pt x="5024" y="4824"/>
                  </a:lnTo>
                  <a:lnTo>
                    <a:pt x="5024" y="4750"/>
                  </a:lnTo>
                  <a:lnTo>
                    <a:pt x="5124" y="4724"/>
                  </a:lnTo>
                  <a:lnTo>
                    <a:pt x="5124" y="4650"/>
                  </a:lnTo>
                  <a:lnTo>
                    <a:pt x="5224" y="4624"/>
                  </a:lnTo>
                  <a:lnTo>
                    <a:pt x="5250" y="4524"/>
                  </a:lnTo>
                  <a:lnTo>
                    <a:pt x="5324" y="4524"/>
                  </a:lnTo>
                  <a:lnTo>
                    <a:pt x="5324" y="4400"/>
                  </a:lnTo>
                  <a:lnTo>
                    <a:pt x="5224" y="4374"/>
                  </a:lnTo>
                  <a:lnTo>
                    <a:pt x="5250" y="4324"/>
                  </a:lnTo>
                  <a:lnTo>
                    <a:pt x="5324" y="4324"/>
                  </a:lnTo>
                  <a:lnTo>
                    <a:pt x="5324" y="4200"/>
                  </a:lnTo>
                  <a:lnTo>
                    <a:pt x="5250" y="4200"/>
                  </a:lnTo>
                  <a:close/>
                  <a:moveTo>
                    <a:pt x="5024" y="4550"/>
                  </a:moveTo>
                  <a:lnTo>
                    <a:pt x="5074" y="4524"/>
                  </a:lnTo>
                  <a:lnTo>
                    <a:pt x="5100" y="4574"/>
                  </a:lnTo>
                  <a:lnTo>
                    <a:pt x="5050" y="4600"/>
                  </a:lnTo>
                  <a:close/>
                  <a:moveTo>
                    <a:pt x="0" y="4100"/>
                  </a:moveTo>
                  <a:lnTo>
                    <a:pt x="0" y="4224"/>
                  </a:lnTo>
                  <a:lnTo>
                    <a:pt x="124" y="4224"/>
                  </a:lnTo>
                  <a:lnTo>
                    <a:pt x="124" y="4100"/>
                  </a:lnTo>
                  <a:close/>
                  <a:moveTo>
                    <a:pt x="5400" y="4000"/>
                  </a:moveTo>
                  <a:lnTo>
                    <a:pt x="5400" y="4124"/>
                  </a:lnTo>
                  <a:lnTo>
                    <a:pt x="5524" y="4124"/>
                  </a:lnTo>
                  <a:lnTo>
                    <a:pt x="5524" y="4000"/>
                  </a:lnTo>
                  <a:close/>
                  <a:moveTo>
                    <a:pt x="2300" y="4000"/>
                  </a:moveTo>
                  <a:lnTo>
                    <a:pt x="2300" y="4124"/>
                  </a:lnTo>
                  <a:lnTo>
                    <a:pt x="2424" y="4124"/>
                  </a:lnTo>
                  <a:lnTo>
                    <a:pt x="2424" y="4000"/>
                  </a:lnTo>
                  <a:close/>
                  <a:moveTo>
                    <a:pt x="5000" y="3800"/>
                  </a:moveTo>
                  <a:lnTo>
                    <a:pt x="5000" y="3924"/>
                  </a:lnTo>
                  <a:lnTo>
                    <a:pt x="5074" y="3924"/>
                  </a:lnTo>
                  <a:lnTo>
                    <a:pt x="5100" y="4024"/>
                  </a:lnTo>
                  <a:lnTo>
                    <a:pt x="5224" y="4024"/>
                  </a:lnTo>
                  <a:lnTo>
                    <a:pt x="5224" y="3800"/>
                  </a:lnTo>
                  <a:close/>
                  <a:moveTo>
                    <a:pt x="0" y="3800"/>
                  </a:moveTo>
                  <a:lnTo>
                    <a:pt x="0" y="4024"/>
                  </a:lnTo>
                  <a:lnTo>
                    <a:pt x="124" y="4024"/>
                  </a:lnTo>
                  <a:lnTo>
                    <a:pt x="124" y="3950"/>
                  </a:lnTo>
                  <a:lnTo>
                    <a:pt x="224" y="3924"/>
                  </a:lnTo>
                  <a:lnTo>
                    <a:pt x="224" y="3800"/>
                  </a:lnTo>
                  <a:close/>
                  <a:moveTo>
                    <a:pt x="4000" y="3300"/>
                  </a:moveTo>
                  <a:lnTo>
                    <a:pt x="4000" y="3424"/>
                  </a:lnTo>
                  <a:lnTo>
                    <a:pt x="4124" y="3424"/>
                  </a:lnTo>
                  <a:lnTo>
                    <a:pt x="4124" y="3300"/>
                  </a:lnTo>
                  <a:close/>
                  <a:moveTo>
                    <a:pt x="1700" y="3300"/>
                  </a:moveTo>
                  <a:lnTo>
                    <a:pt x="1700" y="3424"/>
                  </a:lnTo>
                  <a:lnTo>
                    <a:pt x="1824" y="3424"/>
                  </a:lnTo>
                  <a:lnTo>
                    <a:pt x="1824" y="3300"/>
                  </a:lnTo>
                  <a:close/>
                  <a:moveTo>
                    <a:pt x="700" y="3300"/>
                  </a:moveTo>
                  <a:lnTo>
                    <a:pt x="700" y="3424"/>
                  </a:lnTo>
                  <a:lnTo>
                    <a:pt x="924" y="3424"/>
                  </a:lnTo>
                  <a:lnTo>
                    <a:pt x="924" y="3300"/>
                  </a:lnTo>
                  <a:close/>
                  <a:moveTo>
                    <a:pt x="4900" y="3200"/>
                  </a:moveTo>
                  <a:lnTo>
                    <a:pt x="4900" y="3324"/>
                  </a:lnTo>
                  <a:lnTo>
                    <a:pt x="5024" y="3324"/>
                  </a:lnTo>
                  <a:lnTo>
                    <a:pt x="5024" y="3200"/>
                  </a:lnTo>
                  <a:close/>
                  <a:moveTo>
                    <a:pt x="3500" y="3200"/>
                  </a:moveTo>
                  <a:lnTo>
                    <a:pt x="3500" y="3324"/>
                  </a:lnTo>
                  <a:lnTo>
                    <a:pt x="3674" y="3324"/>
                  </a:lnTo>
                  <a:lnTo>
                    <a:pt x="3700" y="3424"/>
                  </a:lnTo>
                  <a:lnTo>
                    <a:pt x="3924" y="3424"/>
                  </a:lnTo>
                  <a:lnTo>
                    <a:pt x="3924" y="3200"/>
                  </a:lnTo>
                  <a:close/>
                  <a:moveTo>
                    <a:pt x="0" y="3200"/>
                  </a:moveTo>
                  <a:lnTo>
                    <a:pt x="0" y="3724"/>
                  </a:lnTo>
                  <a:lnTo>
                    <a:pt x="124" y="3724"/>
                  </a:lnTo>
                  <a:lnTo>
                    <a:pt x="124" y="3200"/>
                  </a:lnTo>
                  <a:close/>
                  <a:moveTo>
                    <a:pt x="4800" y="3000"/>
                  </a:moveTo>
                  <a:lnTo>
                    <a:pt x="4800" y="3124"/>
                  </a:lnTo>
                  <a:lnTo>
                    <a:pt x="4924" y="3124"/>
                  </a:lnTo>
                  <a:lnTo>
                    <a:pt x="4924" y="3000"/>
                  </a:lnTo>
                  <a:close/>
                  <a:moveTo>
                    <a:pt x="2100" y="2900"/>
                  </a:moveTo>
                  <a:lnTo>
                    <a:pt x="2100" y="3024"/>
                  </a:lnTo>
                  <a:lnTo>
                    <a:pt x="2224" y="3024"/>
                  </a:lnTo>
                  <a:lnTo>
                    <a:pt x="2224" y="2900"/>
                  </a:lnTo>
                  <a:close/>
                  <a:moveTo>
                    <a:pt x="0" y="2900"/>
                  </a:moveTo>
                  <a:lnTo>
                    <a:pt x="0" y="3024"/>
                  </a:lnTo>
                  <a:lnTo>
                    <a:pt x="124" y="3024"/>
                  </a:lnTo>
                  <a:lnTo>
                    <a:pt x="124" y="2900"/>
                  </a:lnTo>
                  <a:close/>
                  <a:moveTo>
                    <a:pt x="2724" y="2400"/>
                  </a:moveTo>
                  <a:lnTo>
                    <a:pt x="2600" y="2400"/>
                  </a:lnTo>
                  <a:lnTo>
                    <a:pt x="2600" y="2474"/>
                  </a:lnTo>
                  <a:lnTo>
                    <a:pt x="2500" y="2500"/>
                  </a:lnTo>
                  <a:lnTo>
                    <a:pt x="2500" y="2624"/>
                  </a:lnTo>
                  <a:lnTo>
                    <a:pt x="2624" y="2624"/>
                  </a:lnTo>
                  <a:lnTo>
                    <a:pt x="2624" y="2550"/>
                  </a:lnTo>
                  <a:lnTo>
                    <a:pt x="2724" y="2524"/>
                  </a:lnTo>
                  <a:close/>
                  <a:moveTo>
                    <a:pt x="4200" y="2000"/>
                  </a:moveTo>
                  <a:lnTo>
                    <a:pt x="4200" y="2124"/>
                  </a:lnTo>
                  <a:lnTo>
                    <a:pt x="4424" y="2124"/>
                  </a:lnTo>
                  <a:lnTo>
                    <a:pt x="4424" y="2000"/>
                  </a:lnTo>
                  <a:close/>
                  <a:moveTo>
                    <a:pt x="1600" y="1800"/>
                  </a:moveTo>
                  <a:lnTo>
                    <a:pt x="1600" y="1924"/>
                  </a:lnTo>
                  <a:lnTo>
                    <a:pt x="1824" y="1924"/>
                  </a:lnTo>
                  <a:lnTo>
                    <a:pt x="1824" y="1800"/>
                  </a:lnTo>
                  <a:close/>
                  <a:moveTo>
                    <a:pt x="5400" y="1400"/>
                  </a:moveTo>
                  <a:lnTo>
                    <a:pt x="5400" y="1524"/>
                  </a:lnTo>
                  <a:lnTo>
                    <a:pt x="5524" y="1524"/>
                  </a:lnTo>
                  <a:lnTo>
                    <a:pt x="5524" y="1400"/>
                  </a:lnTo>
                  <a:close/>
                  <a:moveTo>
                    <a:pt x="4600" y="1400"/>
                  </a:moveTo>
                  <a:lnTo>
                    <a:pt x="4600" y="1624"/>
                  </a:lnTo>
                  <a:lnTo>
                    <a:pt x="4674" y="1624"/>
                  </a:lnTo>
                  <a:lnTo>
                    <a:pt x="4700" y="1724"/>
                  </a:lnTo>
                  <a:lnTo>
                    <a:pt x="4800" y="1750"/>
                  </a:lnTo>
                  <a:lnTo>
                    <a:pt x="4800" y="1824"/>
                  </a:lnTo>
                  <a:lnTo>
                    <a:pt x="4974" y="1824"/>
                  </a:lnTo>
                  <a:lnTo>
                    <a:pt x="5000" y="1924"/>
                  </a:lnTo>
                  <a:lnTo>
                    <a:pt x="5100" y="1950"/>
                  </a:lnTo>
                  <a:lnTo>
                    <a:pt x="5100" y="2024"/>
                  </a:lnTo>
                  <a:lnTo>
                    <a:pt x="5224" y="2024"/>
                  </a:lnTo>
                  <a:lnTo>
                    <a:pt x="5224" y="1900"/>
                  </a:lnTo>
                  <a:lnTo>
                    <a:pt x="5150" y="1900"/>
                  </a:lnTo>
                  <a:lnTo>
                    <a:pt x="5124" y="1850"/>
                  </a:lnTo>
                  <a:lnTo>
                    <a:pt x="5224" y="1824"/>
                  </a:lnTo>
                  <a:lnTo>
                    <a:pt x="5224" y="1750"/>
                  </a:lnTo>
                  <a:lnTo>
                    <a:pt x="5274" y="1724"/>
                  </a:lnTo>
                  <a:lnTo>
                    <a:pt x="5300" y="1750"/>
                  </a:lnTo>
                  <a:lnTo>
                    <a:pt x="5300" y="2124"/>
                  </a:lnTo>
                  <a:lnTo>
                    <a:pt x="5424" y="2124"/>
                  </a:lnTo>
                  <a:lnTo>
                    <a:pt x="5424" y="2050"/>
                  </a:lnTo>
                  <a:lnTo>
                    <a:pt x="5524" y="2024"/>
                  </a:lnTo>
                  <a:lnTo>
                    <a:pt x="5524" y="1800"/>
                  </a:lnTo>
                  <a:lnTo>
                    <a:pt x="5424" y="1774"/>
                  </a:lnTo>
                  <a:lnTo>
                    <a:pt x="5450" y="1724"/>
                  </a:lnTo>
                  <a:lnTo>
                    <a:pt x="5524" y="1724"/>
                  </a:lnTo>
                  <a:lnTo>
                    <a:pt x="5524" y="1600"/>
                  </a:lnTo>
                  <a:lnTo>
                    <a:pt x="5400" y="1600"/>
                  </a:lnTo>
                  <a:lnTo>
                    <a:pt x="5400" y="1674"/>
                  </a:lnTo>
                  <a:lnTo>
                    <a:pt x="5350" y="1700"/>
                  </a:lnTo>
                  <a:lnTo>
                    <a:pt x="5324" y="1600"/>
                  </a:lnTo>
                  <a:lnTo>
                    <a:pt x="5224" y="1574"/>
                  </a:lnTo>
                  <a:lnTo>
                    <a:pt x="5250" y="1524"/>
                  </a:lnTo>
                  <a:lnTo>
                    <a:pt x="5324" y="1524"/>
                  </a:lnTo>
                  <a:lnTo>
                    <a:pt x="5324" y="1400"/>
                  </a:lnTo>
                  <a:lnTo>
                    <a:pt x="5200" y="1400"/>
                  </a:lnTo>
                  <a:lnTo>
                    <a:pt x="5174" y="1500"/>
                  </a:lnTo>
                  <a:lnTo>
                    <a:pt x="5124" y="1474"/>
                  </a:lnTo>
                  <a:lnTo>
                    <a:pt x="5124" y="1400"/>
                  </a:lnTo>
                  <a:lnTo>
                    <a:pt x="4800" y="1400"/>
                  </a:lnTo>
                  <a:lnTo>
                    <a:pt x="4774" y="1500"/>
                  </a:lnTo>
                  <a:lnTo>
                    <a:pt x="4724" y="1474"/>
                  </a:lnTo>
                  <a:lnTo>
                    <a:pt x="4724" y="1400"/>
                  </a:lnTo>
                  <a:close/>
                  <a:moveTo>
                    <a:pt x="5050" y="1624"/>
                  </a:moveTo>
                  <a:lnTo>
                    <a:pt x="5100" y="1650"/>
                  </a:lnTo>
                  <a:lnTo>
                    <a:pt x="5100" y="1774"/>
                  </a:lnTo>
                  <a:lnTo>
                    <a:pt x="5074" y="1800"/>
                  </a:lnTo>
                  <a:lnTo>
                    <a:pt x="5024" y="1774"/>
                  </a:lnTo>
                  <a:lnTo>
                    <a:pt x="5024" y="1650"/>
                  </a:lnTo>
                  <a:close/>
                  <a:moveTo>
                    <a:pt x="4824" y="1650"/>
                  </a:moveTo>
                  <a:lnTo>
                    <a:pt x="4874" y="1624"/>
                  </a:lnTo>
                  <a:lnTo>
                    <a:pt x="4900" y="1674"/>
                  </a:lnTo>
                  <a:lnTo>
                    <a:pt x="4850" y="1700"/>
                  </a:lnTo>
                  <a:close/>
                  <a:moveTo>
                    <a:pt x="4924" y="1550"/>
                  </a:moveTo>
                  <a:lnTo>
                    <a:pt x="4974" y="1524"/>
                  </a:lnTo>
                  <a:lnTo>
                    <a:pt x="5000" y="1574"/>
                  </a:lnTo>
                  <a:lnTo>
                    <a:pt x="4950" y="1600"/>
                  </a:lnTo>
                  <a:close/>
                  <a:moveTo>
                    <a:pt x="2700" y="1400"/>
                  </a:moveTo>
                  <a:lnTo>
                    <a:pt x="2700" y="1524"/>
                  </a:lnTo>
                  <a:lnTo>
                    <a:pt x="2824" y="1524"/>
                  </a:lnTo>
                  <a:lnTo>
                    <a:pt x="2824" y="1400"/>
                  </a:lnTo>
                  <a:close/>
                  <a:moveTo>
                    <a:pt x="2100" y="1400"/>
                  </a:moveTo>
                  <a:lnTo>
                    <a:pt x="2100" y="1524"/>
                  </a:lnTo>
                  <a:lnTo>
                    <a:pt x="2224" y="1524"/>
                  </a:lnTo>
                  <a:lnTo>
                    <a:pt x="2224" y="1400"/>
                  </a:lnTo>
                  <a:close/>
                  <a:moveTo>
                    <a:pt x="1900" y="1400"/>
                  </a:moveTo>
                  <a:lnTo>
                    <a:pt x="1900" y="1524"/>
                  </a:lnTo>
                  <a:lnTo>
                    <a:pt x="2024" y="1524"/>
                  </a:lnTo>
                  <a:lnTo>
                    <a:pt x="2024" y="1400"/>
                  </a:lnTo>
                  <a:close/>
                  <a:moveTo>
                    <a:pt x="1400" y="1400"/>
                  </a:moveTo>
                  <a:lnTo>
                    <a:pt x="1400" y="1524"/>
                  </a:lnTo>
                  <a:lnTo>
                    <a:pt x="1624" y="1524"/>
                  </a:lnTo>
                  <a:lnTo>
                    <a:pt x="1624" y="1400"/>
                  </a:lnTo>
                  <a:close/>
                  <a:moveTo>
                    <a:pt x="1000" y="1400"/>
                  </a:moveTo>
                  <a:lnTo>
                    <a:pt x="1000" y="1524"/>
                  </a:lnTo>
                  <a:lnTo>
                    <a:pt x="1124" y="1524"/>
                  </a:lnTo>
                  <a:lnTo>
                    <a:pt x="1124" y="1400"/>
                  </a:lnTo>
                  <a:close/>
                  <a:moveTo>
                    <a:pt x="700" y="1400"/>
                  </a:moveTo>
                  <a:lnTo>
                    <a:pt x="700" y="1524"/>
                  </a:lnTo>
                  <a:lnTo>
                    <a:pt x="824" y="1524"/>
                  </a:lnTo>
                  <a:lnTo>
                    <a:pt x="824" y="14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00" y="1550"/>
                  </a:lnTo>
                  <a:lnTo>
                    <a:pt x="100" y="1774"/>
                  </a:lnTo>
                  <a:lnTo>
                    <a:pt x="0" y="1800"/>
                  </a:lnTo>
                  <a:lnTo>
                    <a:pt x="0" y="2024"/>
                  </a:lnTo>
                  <a:lnTo>
                    <a:pt x="124" y="2024"/>
                  </a:lnTo>
                  <a:lnTo>
                    <a:pt x="124" y="1850"/>
                  </a:lnTo>
                  <a:lnTo>
                    <a:pt x="150" y="1824"/>
                  </a:lnTo>
                  <a:lnTo>
                    <a:pt x="324" y="1824"/>
                  </a:lnTo>
                  <a:lnTo>
                    <a:pt x="324" y="1600"/>
                  </a:lnTo>
                  <a:lnTo>
                    <a:pt x="250" y="1600"/>
                  </a:lnTo>
                  <a:lnTo>
                    <a:pt x="224" y="1500"/>
                  </a:lnTo>
                  <a:lnTo>
                    <a:pt x="124" y="1474"/>
                  </a:lnTo>
                  <a:lnTo>
                    <a:pt x="124" y="1400"/>
                  </a:lnTo>
                  <a:close/>
                  <a:moveTo>
                    <a:pt x="3924" y="1300"/>
                  </a:moveTo>
                  <a:lnTo>
                    <a:pt x="3800" y="1300"/>
                  </a:lnTo>
                  <a:lnTo>
                    <a:pt x="3800" y="1374"/>
                  </a:lnTo>
                  <a:lnTo>
                    <a:pt x="3700" y="1400"/>
                  </a:lnTo>
                  <a:lnTo>
                    <a:pt x="3700" y="1524"/>
                  </a:lnTo>
                  <a:lnTo>
                    <a:pt x="3824" y="1524"/>
                  </a:lnTo>
                  <a:lnTo>
                    <a:pt x="3824" y="1450"/>
                  </a:lnTo>
                  <a:lnTo>
                    <a:pt x="3924" y="1424"/>
                  </a:lnTo>
                  <a:close/>
                  <a:moveTo>
                    <a:pt x="0" y="500"/>
                  </a:moveTo>
                  <a:lnTo>
                    <a:pt x="0" y="824"/>
                  </a:lnTo>
                  <a:lnTo>
                    <a:pt x="74" y="824"/>
                  </a:lnTo>
                  <a:lnTo>
                    <a:pt x="100" y="924"/>
                  </a:lnTo>
                  <a:lnTo>
                    <a:pt x="224" y="924"/>
                  </a:lnTo>
                  <a:lnTo>
                    <a:pt x="224" y="850"/>
                  </a:lnTo>
                  <a:lnTo>
                    <a:pt x="324" y="824"/>
                  </a:lnTo>
                  <a:lnTo>
                    <a:pt x="350" y="724"/>
                  </a:lnTo>
                  <a:lnTo>
                    <a:pt x="524" y="724"/>
                  </a:lnTo>
                  <a:lnTo>
                    <a:pt x="524" y="600"/>
                  </a:lnTo>
                  <a:lnTo>
                    <a:pt x="300" y="600"/>
                  </a:lnTo>
                  <a:lnTo>
                    <a:pt x="300" y="674"/>
                  </a:lnTo>
                  <a:lnTo>
                    <a:pt x="200" y="700"/>
                  </a:lnTo>
                  <a:lnTo>
                    <a:pt x="200" y="774"/>
                  </a:lnTo>
                  <a:lnTo>
                    <a:pt x="150" y="800"/>
                  </a:lnTo>
                  <a:lnTo>
                    <a:pt x="124" y="774"/>
                  </a:lnTo>
                  <a:lnTo>
                    <a:pt x="124" y="500"/>
                  </a:lnTo>
                  <a:close/>
                  <a:moveTo>
                    <a:pt x="1600" y="300"/>
                  </a:moveTo>
                  <a:lnTo>
                    <a:pt x="1600" y="424"/>
                  </a:lnTo>
                  <a:lnTo>
                    <a:pt x="1724" y="424"/>
                  </a:lnTo>
                  <a:lnTo>
                    <a:pt x="1724" y="300"/>
                  </a:lnTo>
                  <a:close/>
                  <a:moveTo>
                    <a:pt x="100" y="100"/>
                  </a:moveTo>
                  <a:lnTo>
                    <a:pt x="100" y="424"/>
                  </a:lnTo>
                  <a:lnTo>
                    <a:pt x="224" y="424"/>
                  </a:lnTo>
                  <a:lnTo>
                    <a:pt x="224" y="250"/>
                  </a:lnTo>
                  <a:lnTo>
                    <a:pt x="274" y="224"/>
                  </a:lnTo>
                  <a:lnTo>
                    <a:pt x="300" y="250"/>
                  </a:lnTo>
                  <a:lnTo>
                    <a:pt x="300" y="524"/>
                  </a:lnTo>
                  <a:lnTo>
                    <a:pt x="424" y="524"/>
                  </a:lnTo>
                  <a:lnTo>
                    <a:pt x="424" y="450"/>
                  </a:lnTo>
                  <a:lnTo>
                    <a:pt x="524" y="424"/>
                  </a:lnTo>
                  <a:lnTo>
                    <a:pt x="524" y="300"/>
                  </a:lnTo>
                  <a:lnTo>
                    <a:pt x="424" y="274"/>
                  </a:lnTo>
                  <a:lnTo>
                    <a:pt x="424" y="100"/>
                  </a:lnTo>
                  <a:close/>
                  <a:moveTo>
                    <a:pt x="3000" y="0"/>
                  </a:moveTo>
                  <a:lnTo>
                    <a:pt x="3000" y="124"/>
                  </a:lnTo>
                  <a:lnTo>
                    <a:pt x="3124" y="124"/>
                  </a:lnTo>
                  <a:lnTo>
                    <a:pt x="3124" y="0"/>
                  </a:lnTo>
                  <a:close/>
                  <a:moveTo>
                    <a:pt x="1900" y="0"/>
                  </a:moveTo>
                  <a:lnTo>
                    <a:pt x="1900" y="124"/>
                  </a:lnTo>
                  <a:lnTo>
                    <a:pt x="2024" y="124"/>
                  </a:lnTo>
                  <a:lnTo>
                    <a:pt x="2024" y="0"/>
                  </a:lnTo>
                  <a:close/>
                  <a:moveTo>
                    <a:pt x="1700" y="0"/>
                  </a:moveTo>
                  <a:lnTo>
                    <a:pt x="1700" y="124"/>
                  </a:lnTo>
                  <a:lnTo>
                    <a:pt x="1824" y="124"/>
                  </a:lnTo>
                  <a:lnTo>
                    <a:pt x="1824" y="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  <a:moveTo>
                    <a:pt x="600" y="0"/>
                  </a:moveTo>
                  <a:lnTo>
                    <a:pt x="6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rgbClr val="F1DFB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0" name="Format reward illustration color 19"/>
            <p:cNvSpPr/>
            <p:nvPr/>
          </p:nvSpPr>
          <p:spPr>
            <a:xfrm>
              <a:off x="11607211" y="7519843"/>
              <a:ext cx="678851" cy="697139"/>
            </a:xfrm>
            <a:custGeom>
              <a:avLst/>
              <a:gdLst/>
              <a:ahLst/>
              <a:cxnLst/>
              <a:rect l="l" t="t" r="r" b="b"/>
              <a:pathLst>
                <a:path w="7424" h="7624">
                  <a:moveTo>
                    <a:pt x="7100" y="7500"/>
                  </a:moveTo>
                  <a:lnTo>
                    <a:pt x="7100" y="7624"/>
                  </a:lnTo>
                  <a:lnTo>
                    <a:pt x="7224" y="7624"/>
                  </a:lnTo>
                  <a:lnTo>
                    <a:pt x="7224" y="7500"/>
                  </a:lnTo>
                  <a:close/>
                  <a:moveTo>
                    <a:pt x="6300" y="7300"/>
                  </a:moveTo>
                  <a:lnTo>
                    <a:pt x="6300" y="7424"/>
                  </a:lnTo>
                  <a:lnTo>
                    <a:pt x="6424" y="7424"/>
                  </a:lnTo>
                  <a:lnTo>
                    <a:pt x="6424" y="7300"/>
                  </a:lnTo>
                  <a:close/>
                  <a:moveTo>
                    <a:pt x="7300" y="7000"/>
                  </a:moveTo>
                  <a:lnTo>
                    <a:pt x="7300" y="7124"/>
                  </a:lnTo>
                  <a:lnTo>
                    <a:pt x="7424" y="7124"/>
                  </a:lnTo>
                  <a:lnTo>
                    <a:pt x="7424" y="7000"/>
                  </a:lnTo>
                  <a:close/>
                  <a:moveTo>
                    <a:pt x="5800" y="6800"/>
                  </a:moveTo>
                  <a:lnTo>
                    <a:pt x="5800" y="7024"/>
                  </a:lnTo>
                  <a:lnTo>
                    <a:pt x="5924" y="7024"/>
                  </a:lnTo>
                  <a:lnTo>
                    <a:pt x="5924" y="6800"/>
                  </a:lnTo>
                  <a:close/>
                  <a:moveTo>
                    <a:pt x="5700" y="6600"/>
                  </a:moveTo>
                  <a:lnTo>
                    <a:pt x="5700" y="6724"/>
                  </a:lnTo>
                  <a:lnTo>
                    <a:pt x="5824" y="6724"/>
                  </a:lnTo>
                  <a:lnTo>
                    <a:pt x="5824" y="6600"/>
                  </a:lnTo>
                  <a:close/>
                  <a:moveTo>
                    <a:pt x="3200" y="6500"/>
                  </a:moveTo>
                  <a:lnTo>
                    <a:pt x="3200" y="6624"/>
                  </a:lnTo>
                  <a:lnTo>
                    <a:pt x="3324" y="6624"/>
                  </a:lnTo>
                  <a:lnTo>
                    <a:pt x="3324" y="6500"/>
                  </a:lnTo>
                  <a:close/>
                  <a:moveTo>
                    <a:pt x="4900" y="6200"/>
                  </a:moveTo>
                  <a:lnTo>
                    <a:pt x="4900" y="6324"/>
                  </a:lnTo>
                  <a:lnTo>
                    <a:pt x="5024" y="6324"/>
                  </a:lnTo>
                  <a:lnTo>
                    <a:pt x="5024" y="6200"/>
                  </a:lnTo>
                  <a:close/>
                  <a:moveTo>
                    <a:pt x="3700" y="6000"/>
                  </a:moveTo>
                  <a:lnTo>
                    <a:pt x="3700" y="6124"/>
                  </a:lnTo>
                  <a:lnTo>
                    <a:pt x="3824" y="6124"/>
                  </a:lnTo>
                  <a:lnTo>
                    <a:pt x="3824" y="6000"/>
                  </a:lnTo>
                  <a:close/>
                  <a:moveTo>
                    <a:pt x="2824" y="5700"/>
                  </a:moveTo>
                  <a:lnTo>
                    <a:pt x="2700" y="5700"/>
                  </a:lnTo>
                  <a:lnTo>
                    <a:pt x="2700" y="5774"/>
                  </a:lnTo>
                  <a:lnTo>
                    <a:pt x="2600" y="5800"/>
                  </a:lnTo>
                  <a:lnTo>
                    <a:pt x="2600" y="5924"/>
                  </a:lnTo>
                  <a:lnTo>
                    <a:pt x="2724" y="5924"/>
                  </a:lnTo>
                  <a:lnTo>
                    <a:pt x="2724" y="5850"/>
                  </a:lnTo>
                  <a:lnTo>
                    <a:pt x="2824" y="5824"/>
                  </a:lnTo>
                  <a:close/>
                  <a:moveTo>
                    <a:pt x="4800" y="5400"/>
                  </a:moveTo>
                  <a:lnTo>
                    <a:pt x="4800" y="5524"/>
                  </a:lnTo>
                  <a:lnTo>
                    <a:pt x="4924" y="5524"/>
                  </a:lnTo>
                  <a:lnTo>
                    <a:pt x="4924" y="5400"/>
                  </a:lnTo>
                  <a:close/>
                  <a:moveTo>
                    <a:pt x="2900" y="5300"/>
                  </a:moveTo>
                  <a:lnTo>
                    <a:pt x="2900" y="5424"/>
                  </a:lnTo>
                  <a:lnTo>
                    <a:pt x="3024" y="5424"/>
                  </a:lnTo>
                  <a:lnTo>
                    <a:pt x="3024" y="5300"/>
                  </a:lnTo>
                  <a:close/>
                  <a:moveTo>
                    <a:pt x="6300" y="5100"/>
                  </a:moveTo>
                  <a:lnTo>
                    <a:pt x="6300" y="5224"/>
                  </a:lnTo>
                  <a:lnTo>
                    <a:pt x="6424" y="5224"/>
                  </a:lnTo>
                  <a:lnTo>
                    <a:pt x="6424" y="5100"/>
                  </a:lnTo>
                  <a:close/>
                  <a:moveTo>
                    <a:pt x="5400" y="5100"/>
                  </a:moveTo>
                  <a:lnTo>
                    <a:pt x="5400" y="5224"/>
                  </a:lnTo>
                  <a:lnTo>
                    <a:pt x="5524" y="5224"/>
                  </a:lnTo>
                  <a:lnTo>
                    <a:pt x="5524" y="5100"/>
                  </a:lnTo>
                  <a:close/>
                  <a:moveTo>
                    <a:pt x="2800" y="5100"/>
                  </a:moveTo>
                  <a:lnTo>
                    <a:pt x="2800" y="5224"/>
                  </a:lnTo>
                  <a:lnTo>
                    <a:pt x="2924" y="5224"/>
                  </a:lnTo>
                  <a:lnTo>
                    <a:pt x="2924" y="5100"/>
                  </a:lnTo>
                  <a:close/>
                  <a:moveTo>
                    <a:pt x="1600" y="5100"/>
                  </a:moveTo>
                  <a:lnTo>
                    <a:pt x="1600" y="5224"/>
                  </a:lnTo>
                  <a:lnTo>
                    <a:pt x="1724" y="5224"/>
                  </a:lnTo>
                  <a:lnTo>
                    <a:pt x="1724" y="5100"/>
                  </a:lnTo>
                  <a:close/>
                  <a:moveTo>
                    <a:pt x="4400" y="5000"/>
                  </a:moveTo>
                  <a:lnTo>
                    <a:pt x="4400" y="5124"/>
                  </a:lnTo>
                  <a:lnTo>
                    <a:pt x="4524" y="5124"/>
                  </a:lnTo>
                  <a:lnTo>
                    <a:pt x="4524" y="5000"/>
                  </a:lnTo>
                  <a:close/>
                  <a:moveTo>
                    <a:pt x="4700" y="4800"/>
                  </a:moveTo>
                  <a:lnTo>
                    <a:pt x="4700" y="4924"/>
                  </a:lnTo>
                  <a:lnTo>
                    <a:pt x="4824" y="4924"/>
                  </a:lnTo>
                  <a:lnTo>
                    <a:pt x="4824" y="4800"/>
                  </a:lnTo>
                  <a:close/>
                  <a:moveTo>
                    <a:pt x="2700" y="4800"/>
                  </a:moveTo>
                  <a:lnTo>
                    <a:pt x="2700" y="4924"/>
                  </a:lnTo>
                  <a:lnTo>
                    <a:pt x="2824" y="4924"/>
                  </a:lnTo>
                  <a:lnTo>
                    <a:pt x="2824" y="4800"/>
                  </a:lnTo>
                  <a:close/>
                  <a:moveTo>
                    <a:pt x="4000" y="4700"/>
                  </a:moveTo>
                  <a:lnTo>
                    <a:pt x="4000" y="4824"/>
                  </a:lnTo>
                  <a:lnTo>
                    <a:pt x="4124" y="4824"/>
                  </a:lnTo>
                  <a:lnTo>
                    <a:pt x="4124" y="4700"/>
                  </a:lnTo>
                  <a:close/>
                  <a:moveTo>
                    <a:pt x="1600" y="4400"/>
                  </a:moveTo>
                  <a:lnTo>
                    <a:pt x="1600" y="4524"/>
                  </a:lnTo>
                  <a:lnTo>
                    <a:pt x="2124" y="4524"/>
                  </a:lnTo>
                  <a:lnTo>
                    <a:pt x="2124" y="4400"/>
                  </a:lnTo>
                  <a:close/>
                  <a:moveTo>
                    <a:pt x="1000" y="4400"/>
                  </a:moveTo>
                  <a:lnTo>
                    <a:pt x="1000" y="4524"/>
                  </a:lnTo>
                  <a:lnTo>
                    <a:pt x="1424" y="4524"/>
                  </a:lnTo>
                  <a:lnTo>
                    <a:pt x="1424" y="4400"/>
                  </a:lnTo>
                  <a:close/>
                  <a:moveTo>
                    <a:pt x="6500" y="4300"/>
                  </a:moveTo>
                  <a:lnTo>
                    <a:pt x="6500" y="4424"/>
                  </a:lnTo>
                  <a:lnTo>
                    <a:pt x="6624" y="4424"/>
                  </a:lnTo>
                  <a:lnTo>
                    <a:pt x="6624" y="4300"/>
                  </a:lnTo>
                  <a:close/>
                  <a:moveTo>
                    <a:pt x="4200" y="4200"/>
                  </a:moveTo>
                  <a:lnTo>
                    <a:pt x="4200" y="4324"/>
                  </a:lnTo>
                  <a:lnTo>
                    <a:pt x="4324" y="4324"/>
                  </a:lnTo>
                  <a:lnTo>
                    <a:pt x="4324" y="4200"/>
                  </a:lnTo>
                  <a:close/>
                  <a:moveTo>
                    <a:pt x="2100" y="4100"/>
                  </a:moveTo>
                  <a:lnTo>
                    <a:pt x="2100" y="4224"/>
                  </a:lnTo>
                  <a:lnTo>
                    <a:pt x="2174" y="4224"/>
                  </a:lnTo>
                  <a:lnTo>
                    <a:pt x="2200" y="4324"/>
                  </a:lnTo>
                  <a:lnTo>
                    <a:pt x="2324" y="4324"/>
                  </a:lnTo>
                  <a:lnTo>
                    <a:pt x="2324" y="4200"/>
                  </a:lnTo>
                  <a:lnTo>
                    <a:pt x="2250" y="4200"/>
                  </a:lnTo>
                  <a:lnTo>
                    <a:pt x="2224" y="4100"/>
                  </a:lnTo>
                  <a:close/>
                  <a:moveTo>
                    <a:pt x="5300" y="4000"/>
                  </a:moveTo>
                  <a:lnTo>
                    <a:pt x="5300" y="4124"/>
                  </a:lnTo>
                  <a:lnTo>
                    <a:pt x="5424" y="4124"/>
                  </a:lnTo>
                  <a:lnTo>
                    <a:pt x="5424" y="4000"/>
                  </a:lnTo>
                  <a:close/>
                  <a:moveTo>
                    <a:pt x="5700" y="3900"/>
                  </a:moveTo>
                  <a:lnTo>
                    <a:pt x="5700" y="4024"/>
                  </a:lnTo>
                  <a:lnTo>
                    <a:pt x="5824" y="4024"/>
                  </a:lnTo>
                  <a:lnTo>
                    <a:pt x="5824" y="3900"/>
                  </a:lnTo>
                  <a:close/>
                  <a:moveTo>
                    <a:pt x="3500" y="3800"/>
                  </a:moveTo>
                  <a:lnTo>
                    <a:pt x="3500" y="3924"/>
                  </a:lnTo>
                  <a:lnTo>
                    <a:pt x="3624" y="3924"/>
                  </a:lnTo>
                  <a:lnTo>
                    <a:pt x="3624" y="3800"/>
                  </a:lnTo>
                  <a:close/>
                  <a:moveTo>
                    <a:pt x="2700" y="3800"/>
                  </a:moveTo>
                  <a:lnTo>
                    <a:pt x="2700" y="3924"/>
                  </a:lnTo>
                  <a:lnTo>
                    <a:pt x="2824" y="3924"/>
                  </a:lnTo>
                  <a:lnTo>
                    <a:pt x="2824" y="3800"/>
                  </a:lnTo>
                  <a:close/>
                  <a:moveTo>
                    <a:pt x="2800" y="3500"/>
                  </a:moveTo>
                  <a:lnTo>
                    <a:pt x="2800" y="3624"/>
                  </a:lnTo>
                  <a:lnTo>
                    <a:pt x="2924" y="3624"/>
                  </a:lnTo>
                  <a:lnTo>
                    <a:pt x="2924" y="3500"/>
                  </a:lnTo>
                  <a:close/>
                  <a:moveTo>
                    <a:pt x="2500" y="3400"/>
                  </a:moveTo>
                  <a:lnTo>
                    <a:pt x="2500" y="3524"/>
                  </a:lnTo>
                  <a:lnTo>
                    <a:pt x="2624" y="3524"/>
                  </a:lnTo>
                  <a:lnTo>
                    <a:pt x="2624" y="3400"/>
                  </a:lnTo>
                  <a:close/>
                  <a:moveTo>
                    <a:pt x="5200" y="3300"/>
                  </a:moveTo>
                  <a:lnTo>
                    <a:pt x="5200" y="3424"/>
                  </a:lnTo>
                  <a:lnTo>
                    <a:pt x="5324" y="3424"/>
                  </a:lnTo>
                  <a:lnTo>
                    <a:pt x="5324" y="3300"/>
                  </a:lnTo>
                  <a:close/>
                  <a:moveTo>
                    <a:pt x="2900" y="3300"/>
                  </a:moveTo>
                  <a:lnTo>
                    <a:pt x="2900" y="3424"/>
                  </a:lnTo>
                  <a:lnTo>
                    <a:pt x="3024" y="3424"/>
                  </a:lnTo>
                  <a:lnTo>
                    <a:pt x="3024" y="3300"/>
                  </a:lnTo>
                  <a:close/>
                  <a:moveTo>
                    <a:pt x="4200" y="3200"/>
                  </a:moveTo>
                  <a:lnTo>
                    <a:pt x="4200" y="3324"/>
                  </a:lnTo>
                  <a:lnTo>
                    <a:pt x="4324" y="3324"/>
                  </a:lnTo>
                  <a:lnTo>
                    <a:pt x="4324" y="3200"/>
                  </a:lnTo>
                  <a:close/>
                  <a:moveTo>
                    <a:pt x="3200" y="2900"/>
                  </a:moveTo>
                  <a:lnTo>
                    <a:pt x="3200" y="3024"/>
                  </a:lnTo>
                  <a:lnTo>
                    <a:pt x="3324" y="3024"/>
                  </a:lnTo>
                  <a:lnTo>
                    <a:pt x="3324" y="2900"/>
                  </a:lnTo>
                  <a:close/>
                  <a:moveTo>
                    <a:pt x="2600" y="2800"/>
                  </a:moveTo>
                  <a:lnTo>
                    <a:pt x="2600" y="2924"/>
                  </a:lnTo>
                  <a:lnTo>
                    <a:pt x="2824" y="2924"/>
                  </a:lnTo>
                  <a:lnTo>
                    <a:pt x="2824" y="2800"/>
                  </a:lnTo>
                  <a:close/>
                  <a:moveTo>
                    <a:pt x="2300" y="2800"/>
                  </a:moveTo>
                  <a:lnTo>
                    <a:pt x="2300" y="2924"/>
                  </a:lnTo>
                  <a:lnTo>
                    <a:pt x="2424" y="2924"/>
                  </a:lnTo>
                  <a:lnTo>
                    <a:pt x="2424" y="2800"/>
                  </a:lnTo>
                  <a:close/>
                  <a:moveTo>
                    <a:pt x="5700" y="2700"/>
                  </a:moveTo>
                  <a:lnTo>
                    <a:pt x="5700" y="2824"/>
                  </a:lnTo>
                  <a:lnTo>
                    <a:pt x="5824" y="2824"/>
                  </a:lnTo>
                  <a:lnTo>
                    <a:pt x="5824" y="2700"/>
                  </a:lnTo>
                  <a:close/>
                  <a:moveTo>
                    <a:pt x="5100" y="2400"/>
                  </a:moveTo>
                  <a:lnTo>
                    <a:pt x="5100" y="2524"/>
                  </a:lnTo>
                  <a:lnTo>
                    <a:pt x="5224" y="2524"/>
                  </a:lnTo>
                  <a:lnTo>
                    <a:pt x="5224" y="2400"/>
                  </a:lnTo>
                  <a:close/>
                  <a:moveTo>
                    <a:pt x="4100" y="2400"/>
                  </a:moveTo>
                  <a:lnTo>
                    <a:pt x="4100" y="2524"/>
                  </a:lnTo>
                  <a:lnTo>
                    <a:pt x="4224" y="2524"/>
                  </a:lnTo>
                  <a:lnTo>
                    <a:pt x="4224" y="2400"/>
                  </a:lnTo>
                  <a:close/>
                  <a:moveTo>
                    <a:pt x="0" y="2300"/>
                  </a:moveTo>
                  <a:lnTo>
                    <a:pt x="0" y="2524"/>
                  </a:lnTo>
                  <a:lnTo>
                    <a:pt x="124" y="2524"/>
                  </a:lnTo>
                  <a:lnTo>
                    <a:pt x="124" y="2300"/>
                  </a:lnTo>
                  <a:close/>
                  <a:moveTo>
                    <a:pt x="900" y="2000"/>
                  </a:moveTo>
                  <a:lnTo>
                    <a:pt x="900" y="2124"/>
                  </a:lnTo>
                  <a:lnTo>
                    <a:pt x="1024" y="2124"/>
                  </a:lnTo>
                  <a:lnTo>
                    <a:pt x="1024" y="2000"/>
                  </a:lnTo>
                  <a:close/>
                  <a:moveTo>
                    <a:pt x="3200" y="1900"/>
                  </a:moveTo>
                  <a:lnTo>
                    <a:pt x="3200" y="2024"/>
                  </a:lnTo>
                  <a:lnTo>
                    <a:pt x="3324" y="2024"/>
                  </a:lnTo>
                  <a:lnTo>
                    <a:pt x="3324" y="1900"/>
                  </a:lnTo>
                  <a:close/>
                  <a:moveTo>
                    <a:pt x="0" y="1900"/>
                  </a:moveTo>
                  <a:lnTo>
                    <a:pt x="0" y="2124"/>
                  </a:lnTo>
                  <a:lnTo>
                    <a:pt x="124" y="2124"/>
                  </a:lnTo>
                  <a:lnTo>
                    <a:pt x="124" y="1900"/>
                  </a:lnTo>
                  <a:close/>
                  <a:moveTo>
                    <a:pt x="5800" y="1800"/>
                  </a:moveTo>
                  <a:lnTo>
                    <a:pt x="5800" y="2424"/>
                  </a:lnTo>
                  <a:lnTo>
                    <a:pt x="5924" y="2424"/>
                  </a:lnTo>
                  <a:lnTo>
                    <a:pt x="5924" y="1800"/>
                  </a:lnTo>
                  <a:close/>
                  <a:moveTo>
                    <a:pt x="5400" y="1600"/>
                  </a:moveTo>
                  <a:lnTo>
                    <a:pt x="5400" y="1724"/>
                  </a:lnTo>
                  <a:lnTo>
                    <a:pt x="5824" y="1724"/>
                  </a:lnTo>
                  <a:lnTo>
                    <a:pt x="5824" y="1600"/>
                  </a:lnTo>
                  <a:close/>
                  <a:moveTo>
                    <a:pt x="5100" y="1600"/>
                  </a:moveTo>
                  <a:lnTo>
                    <a:pt x="5100" y="1724"/>
                  </a:lnTo>
                  <a:lnTo>
                    <a:pt x="5324" y="1724"/>
                  </a:lnTo>
                  <a:lnTo>
                    <a:pt x="5324" y="1600"/>
                  </a:lnTo>
                  <a:close/>
                  <a:moveTo>
                    <a:pt x="5500" y="1300"/>
                  </a:moveTo>
                  <a:lnTo>
                    <a:pt x="5500" y="1424"/>
                  </a:lnTo>
                  <a:lnTo>
                    <a:pt x="5624" y="1424"/>
                  </a:lnTo>
                  <a:lnTo>
                    <a:pt x="5624" y="1300"/>
                  </a:lnTo>
                  <a:close/>
                  <a:moveTo>
                    <a:pt x="4900" y="1300"/>
                  </a:moveTo>
                  <a:lnTo>
                    <a:pt x="4900" y="1424"/>
                  </a:lnTo>
                  <a:lnTo>
                    <a:pt x="5024" y="1424"/>
                  </a:lnTo>
                  <a:lnTo>
                    <a:pt x="5024" y="1300"/>
                  </a:lnTo>
                  <a:close/>
                  <a:moveTo>
                    <a:pt x="2900" y="1300"/>
                  </a:moveTo>
                  <a:lnTo>
                    <a:pt x="2900" y="1424"/>
                  </a:lnTo>
                  <a:lnTo>
                    <a:pt x="3624" y="1424"/>
                  </a:lnTo>
                  <a:lnTo>
                    <a:pt x="3624" y="1300"/>
                  </a:lnTo>
                  <a:close/>
                  <a:moveTo>
                    <a:pt x="2600" y="1300"/>
                  </a:moveTo>
                  <a:lnTo>
                    <a:pt x="2600" y="1424"/>
                  </a:lnTo>
                  <a:lnTo>
                    <a:pt x="2824" y="1424"/>
                  </a:lnTo>
                  <a:lnTo>
                    <a:pt x="2824" y="1300"/>
                  </a:lnTo>
                  <a:close/>
                  <a:moveTo>
                    <a:pt x="2000" y="1300"/>
                  </a:moveTo>
                  <a:lnTo>
                    <a:pt x="2000" y="1424"/>
                  </a:lnTo>
                  <a:lnTo>
                    <a:pt x="2424" y="1424"/>
                  </a:lnTo>
                  <a:lnTo>
                    <a:pt x="2424" y="1300"/>
                  </a:lnTo>
                  <a:close/>
                  <a:moveTo>
                    <a:pt x="1800" y="1300"/>
                  </a:moveTo>
                  <a:lnTo>
                    <a:pt x="1800" y="1424"/>
                  </a:lnTo>
                  <a:lnTo>
                    <a:pt x="1924" y="1424"/>
                  </a:lnTo>
                  <a:lnTo>
                    <a:pt x="1924" y="1300"/>
                  </a:lnTo>
                  <a:close/>
                  <a:moveTo>
                    <a:pt x="1200" y="1300"/>
                  </a:moveTo>
                  <a:lnTo>
                    <a:pt x="1200" y="1424"/>
                  </a:lnTo>
                  <a:lnTo>
                    <a:pt x="1524" y="1424"/>
                  </a:lnTo>
                  <a:lnTo>
                    <a:pt x="1524" y="1300"/>
                  </a:lnTo>
                  <a:close/>
                  <a:moveTo>
                    <a:pt x="5500" y="1100"/>
                  </a:moveTo>
                  <a:lnTo>
                    <a:pt x="5500" y="1224"/>
                  </a:lnTo>
                  <a:lnTo>
                    <a:pt x="5624" y="1224"/>
                  </a:lnTo>
                  <a:lnTo>
                    <a:pt x="5624" y="1100"/>
                  </a:lnTo>
                  <a:close/>
                  <a:moveTo>
                    <a:pt x="4900" y="1000"/>
                  </a:moveTo>
                  <a:lnTo>
                    <a:pt x="4900" y="1124"/>
                  </a:lnTo>
                  <a:lnTo>
                    <a:pt x="5024" y="1124"/>
                  </a:lnTo>
                  <a:lnTo>
                    <a:pt x="5024" y="1000"/>
                  </a:lnTo>
                  <a:close/>
                  <a:moveTo>
                    <a:pt x="3600" y="1000"/>
                  </a:moveTo>
                  <a:lnTo>
                    <a:pt x="3600" y="1124"/>
                  </a:lnTo>
                  <a:lnTo>
                    <a:pt x="3724" y="1124"/>
                  </a:lnTo>
                  <a:lnTo>
                    <a:pt x="3724" y="1000"/>
                  </a:lnTo>
                  <a:close/>
                  <a:moveTo>
                    <a:pt x="3400" y="1000"/>
                  </a:moveTo>
                  <a:lnTo>
                    <a:pt x="3400" y="1124"/>
                  </a:lnTo>
                  <a:lnTo>
                    <a:pt x="3524" y="1124"/>
                  </a:lnTo>
                  <a:lnTo>
                    <a:pt x="3524" y="1000"/>
                  </a:lnTo>
                  <a:close/>
                  <a:moveTo>
                    <a:pt x="2300" y="1000"/>
                  </a:moveTo>
                  <a:lnTo>
                    <a:pt x="2300" y="1124"/>
                  </a:lnTo>
                  <a:lnTo>
                    <a:pt x="2524" y="1124"/>
                  </a:lnTo>
                  <a:lnTo>
                    <a:pt x="2524" y="1000"/>
                  </a:lnTo>
                  <a:close/>
                  <a:moveTo>
                    <a:pt x="2100" y="1000"/>
                  </a:moveTo>
                  <a:lnTo>
                    <a:pt x="2100" y="1124"/>
                  </a:lnTo>
                  <a:lnTo>
                    <a:pt x="2224" y="1124"/>
                  </a:lnTo>
                  <a:lnTo>
                    <a:pt x="2224" y="1000"/>
                  </a:lnTo>
                  <a:close/>
                  <a:moveTo>
                    <a:pt x="1700" y="1000"/>
                  </a:moveTo>
                  <a:lnTo>
                    <a:pt x="1700" y="1124"/>
                  </a:lnTo>
                  <a:lnTo>
                    <a:pt x="1924" y="1124"/>
                  </a:lnTo>
                  <a:lnTo>
                    <a:pt x="1924" y="1000"/>
                  </a:lnTo>
                  <a:close/>
                  <a:moveTo>
                    <a:pt x="1400" y="1000"/>
                  </a:moveTo>
                  <a:lnTo>
                    <a:pt x="1400" y="1124"/>
                  </a:lnTo>
                  <a:lnTo>
                    <a:pt x="1624" y="1124"/>
                  </a:lnTo>
                  <a:lnTo>
                    <a:pt x="1624" y="1000"/>
                  </a:lnTo>
                  <a:close/>
                  <a:moveTo>
                    <a:pt x="1000" y="1000"/>
                  </a:moveTo>
                  <a:lnTo>
                    <a:pt x="1000" y="1124"/>
                  </a:lnTo>
                  <a:lnTo>
                    <a:pt x="1224" y="1124"/>
                  </a:lnTo>
                  <a:lnTo>
                    <a:pt x="1224" y="1000"/>
                  </a:lnTo>
                  <a:close/>
                  <a:moveTo>
                    <a:pt x="4900" y="500"/>
                  </a:moveTo>
                  <a:lnTo>
                    <a:pt x="4900" y="624"/>
                  </a:lnTo>
                  <a:lnTo>
                    <a:pt x="5024" y="624"/>
                  </a:lnTo>
                  <a:lnTo>
                    <a:pt x="5024" y="500"/>
                  </a:lnTo>
                  <a:close/>
                  <a:moveTo>
                    <a:pt x="4600" y="400"/>
                  </a:moveTo>
                  <a:lnTo>
                    <a:pt x="4600" y="524"/>
                  </a:lnTo>
                  <a:lnTo>
                    <a:pt x="4724" y="524"/>
                  </a:lnTo>
                  <a:lnTo>
                    <a:pt x="4724" y="400"/>
                  </a:lnTo>
                  <a:close/>
                  <a:moveTo>
                    <a:pt x="300" y="300"/>
                  </a:moveTo>
                  <a:lnTo>
                    <a:pt x="300" y="424"/>
                  </a:lnTo>
                  <a:lnTo>
                    <a:pt x="424" y="424"/>
                  </a:lnTo>
                  <a:lnTo>
                    <a:pt x="424" y="300"/>
                  </a:lnTo>
                  <a:close/>
                  <a:moveTo>
                    <a:pt x="100" y="100"/>
                  </a:moveTo>
                  <a:lnTo>
                    <a:pt x="100" y="224"/>
                  </a:lnTo>
                  <a:lnTo>
                    <a:pt x="224" y="224"/>
                  </a:lnTo>
                  <a:lnTo>
                    <a:pt x="224" y="100"/>
                  </a:lnTo>
                  <a:close/>
                  <a:moveTo>
                    <a:pt x="2800" y="0"/>
                  </a:moveTo>
                  <a:lnTo>
                    <a:pt x="2800" y="124"/>
                  </a:lnTo>
                  <a:lnTo>
                    <a:pt x="2924" y="124"/>
                  </a:lnTo>
                  <a:lnTo>
                    <a:pt x="2924" y="0"/>
                  </a:lnTo>
                  <a:close/>
                  <a:moveTo>
                    <a:pt x="2600" y="0"/>
                  </a:moveTo>
                  <a:lnTo>
                    <a:pt x="2600" y="124"/>
                  </a:lnTo>
                  <a:lnTo>
                    <a:pt x="2724" y="124"/>
                  </a:lnTo>
                  <a:lnTo>
                    <a:pt x="2724" y="0"/>
                  </a:lnTo>
                  <a:close/>
                </a:path>
              </a:pathLst>
            </a:custGeom>
            <a:solidFill>
              <a:srgbClr val="AAA7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1" name="Format reward illustration color 20"/>
            <p:cNvSpPr/>
            <p:nvPr/>
          </p:nvSpPr>
          <p:spPr>
            <a:xfrm>
              <a:off x="11607211" y="7519843"/>
              <a:ext cx="678851" cy="697139"/>
            </a:xfrm>
            <a:custGeom>
              <a:avLst/>
              <a:gdLst/>
              <a:ahLst/>
              <a:cxnLst/>
              <a:rect l="l" t="t" r="r" b="b"/>
              <a:pathLst>
                <a:path w="7424" h="7624">
                  <a:moveTo>
                    <a:pt x="200" y="7500"/>
                  </a:moveTo>
                  <a:lnTo>
                    <a:pt x="200" y="7624"/>
                  </a:lnTo>
                  <a:lnTo>
                    <a:pt x="324" y="7624"/>
                  </a:lnTo>
                  <a:lnTo>
                    <a:pt x="324" y="7500"/>
                  </a:lnTo>
                  <a:close/>
                  <a:moveTo>
                    <a:pt x="6400" y="7400"/>
                  </a:moveTo>
                  <a:lnTo>
                    <a:pt x="6400" y="7524"/>
                  </a:lnTo>
                  <a:lnTo>
                    <a:pt x="6524" y="7524"/>
                  </a:lnTo>
                  <a:lnTo>
                    <a:pt x="6524" y="7400"/>
                  </a:lnTo>
                  <a:close/>
                  <a:moveTo>
                    <a:pt x="4900" y="7300"/>
                  </a:moveTo>
                  <a:lnTo>
                    <a:pt x="4900" y="7424"/>
                  </a:lnTo>
                  <a:lnTo>
                    <a:pt x="5124" y="7424"/>
                  </a:lnTo>
                  <a:lnTo>
                    <a:pt x="5124" y="7300"/>
                  </a:lnTo>
                  <a:close/>
                  <a:moveTo>
                    <a:pt x="4500" y="7300"/>
                  </a:moveTo>
                  <a:lnTo>
                    <a:pt x="4500" y="7424"/>
                  </a:lnTo>
                  <a:lnTo>
                    <a:pt x="4724" y="7424"/>
                  </a:lnTo>
                  <a:lnTo>
                    <a:pt x="4724" y="7300"/>
                  </a:lnTo>
                  <a:close/>
                  <a:moveTo>
                    <a:pt x="2200" y="7300"/>
                  </a:moveTo>
                  <a:lnTo>
                    <a:pt x="2200" y="7424"/>
                  </a:lnTo>
                  <a:lnTo>
                    <a:pt x="2524" y="7424"/>
                  </a:lnTo>
                  <a:lnTo>
                    <a:pt x="2524" y="7300"/>
                  </a:lnTo>
                  <a:close/>
                  <a:moveTo>
                    <a:pt x="1300" y="7300"/>
                  </a:moveTo>
                  <a:lnTo>
                    <a:pt x="1300" y="7424"/>
                  </a:lnTo>
                  <a:lnTo>
                    <a:pt x="1924" y="7424"/>
                  </a:lnTo>
                  <a:lnTo>
                    <a:pt x="1924" y="7300"/>
                  </a:lnTo>
                  <a:close/>
                  <a:moveTo>
                    <a:pt x="800" y="7300"/>
                  </a:moveTo>
                  <a:lnTo>
                    <a:pt x="800" y="7424"/>
                  </a:lnTo>
                  <a:lnTo>
                    <a:pt x="1124" y="7424"/>
                  </a:lnTo>
                  <a:lnTo>
                    <a:pt x="1124" y="7300"/>
                  </a:lnTo>
                  <a:close/>
                  <a:moveTo>
                    <a:pt x="7300" y="7100"/>
                  </a:moveTo>
                  <a:lnTo>
                    <a:pt x="7300" y="7224"/>
                  </a:lnTo>
                  <a:lnTo>
                    <a:pt x="7424" y="7224"/>
                  </a:lnTo>
                  <a:lnTo>
                    <a:pt x="7424" y="7100"/>
                  </a:lnTo>
                  <a:close/>
                  <a:moveTo>
                    <a:pt x="5800" y="6700"/>
                  </a:moveTo>
                  <a:lnTo>
                    <a:pt x="5800" y="6824"/>
                  </a:lnTo>
                  <a:lnTo>
                    <a:pt x="5924" y="6824"/>
                  </a:lnTo>
                  <a:lnTo>
                    <a:pt x="5924" y="6700"/>
                  </a:lnTo>
                  <a:close/>
                  <a:moveTo>
                    <a:pt x="6900" y="6500"/>
                  </a:moveTo>
                  <a:lnTo>
                    <a:pt x="6900" y="6624"/>
                  </a:lnTo>
                  <a:lnTo>
                    <a:pt x="7024" y="6624"/>
                  </a:lnTo>
                  <a:lnTo>
                    <a:pt x="7024" y="6500"/>
                  </a:lnTo>
                  <a:close/>
                  <a:moveTo>
                    <a:pt x="2500" y="6500"/>
                  </a:moveTo>
                  <a:lnTo>
                    <a:pt x="2500" y="6624"/>
                  </a:lnTo>
                  <a:lnTo>
                    <a:pt x="2824" y="6624"/>
                  </a:lnTo>
                  <a:lnTo>
                    <a:pt x="2824" y="6500"/>
                  </a:lnTo>
                  <a:close/>
                  <a:moveTo>
                    <a:pt x="2300" y="6500"/>
                  </a:moveTo>
                  <a:lnTo>
                    <a:pt x="2300" y="6624"/>
                  </a:lnTo>
                  <a:lnTo>
                    <a:pt x="2424" y="6624"/>
                  </a:lnTo>
                  <a:lnTo>
                    <a:pt x="2424" y="6500"/>
                  </a:lnTo>
                  <a:close/>
                  <a:moveTo>
                    <a:pt x="1800" y="6500"/>
                  </a:moveTo>
                  <a:lnTo>
                    <a:pt x="1800" y="6624"/>
                  </a:lnTo>
                  <a:lnTo>
                    <a:pt x="2224" y="6624"/>
                  </a:lnTo>
                  <a:lnTo>
                    <a:pt x="2224" y="6500"/>
                  </a:lnTo>
                  <a:close/>
                  <a:moveTo>
                    <a:pt x="1600" y="6500"/>
                  </a:moveTo>
                  <a:lnTo>
                    <a:pt x="1600" y="6624"/>
                  </a:lnTo>
                  <a:lnTo>
                    <a:pt x="1724" y="6624"/>
                  </a:lnTo>
                  <a:lnTo>
                    <a:pt x="1724" y="6500"/>
                  </a:lnTo>
                  <a:close/>
                  <a:moveTo>
                    <a:pt x="0" y="6300"/>
                  </a:moveTo>
                  <a:lnTo>
                    <a:pt x="0" y="6624"/>
                  </a:lnTo>
                  <a:lnTo>
                    <a:pt x="124" y="6624"/>
                  </a:lnTo>
                  <a:lnTo>
                    <a:pt x="124" y="6300"/>
                  </a:lnTo>
                  <a:close/>
                  <a:moveTo>
                    <a:pt x="5500" y="6200"/>
                  </a:moveTo>
                  <a:lnTo>
                    <a:pt x="5500" y="6324"/>
                  </a:lnTo>
                  <a:lnTo>
                    <a:pt x="5624" y="6324"/>
                  </a:lnTo>
                  <a:lnTo>
                    <a:pt x="5624" y="6200"/>
                  </a:lnTo>
                  <a:close/>
                  <a:moveTo>
                    <a:pt x="4700" y="6200"/>
                  </a:moveTo>
                  <a:lnTo>
                    <a:pt x="4700" y="6324"/>
                  </a:lnTo>
                  <a:lnTo>
                    <a:pt x="4824" y="6324"/>
                  </a:lnTo>
                  <a:lnTo>
                    <a:pt x="4824" y="6200"/>
                  </a:lnTo>
                  <a:close/>
                  <a:moveTo>
                    <a:pt x="5200" y="6100"/>
                  </a:moveTo>
                  <a:lnTo>
                    <a:pt x="5200" y="6224"/>
                  </a:lnTo>
                  <a:lnTo>
                    <a:pt x="5324" y="6224"/>
                  </a:lnTo>
                  <a:lnTo>
                    <a:pt x="5324" y="6100"/>
                  </a:lnTo>
                  <a:close/>
                  <a:moveTo>
                    <a:pt x="4000" y="6100"/>
                  </a:moveTo>
                  <a:lnTo>
                    <a:pt x="4000" y="6224"/>
                  </a:lnTo>
                  <a:lnTo>
                    <a:pt x="4124" y="6224"/>
                  </a:lnTo>
                  <a:lnTo>
                    <a:pt x="4124" y="6100"/>
                  </a:lnTo>
                  <a:close/>
                  <a:moveTo>
                    <a:pt x="0" y="6000"/>
                  </a:moveTo>
                  <a:lnTo>
                    <a:pt x="0" y="6124"/>
                  </a:lnTo>
                  <a:lnTo>
                    <a:pt x="124" y="6124"/>
                  </a:lnTo>
                  <a:lnTo>
                    <a:pt x="124" y="6000"/>
                  </a:lnTo>
                  <a:close/>
                  <a:moveTo>
                    <a:pt x="6400" y="5900"/>
                  </a:moveTo>
                  <a:lnTo>
                    <a:pt x="6400" y="6024"/>
                  </a:lnTo>
                  <a:lnTo>
                    <a:pt x="6524" y="6024"/>
                  </a:lnTo>
                  <a:lnTo>
                    <a:pt x="6524" y="5900"/>
                  </a:lnTo>
                  <a:close/>
                  <a:moveTo>
                    <a:pt x="2100" y="5800"/>
                  </a:moveTo>
                  <a:lnTo>
                    <a:pt x="2100" y="5924"/>
                  </a:lnTo>
                  <a:lnTo>
                    <a:pt x="2624" y="5924"/>
                  </a:lnTo>
                  <a:lnTo>
                    <a:pt x="2624" y="5800"/>
                  </a:lnTo>
                  <a:close/>
                  <a:moveTo>
                    <a:pt x="1300" y="5800"/>
                  </a:moveTo>
                  <a:lnTo>
                    <a:pt x="1300" y="5924"/>
                  </a:lnTo>
                  <a:lnTo>
                    <a:pt x="1824" y="5924"/>
                  </a:lnTo>
                  <a:lnTo>
                    <a:pt x="1824" y="5800"/>
                  </a:lnTo>
                  <a:close/>
                  <a:moveTo>
                    <a:pt x="1000" y="5800"/>
                  </a:moveTo>
                  <a:lnTo>
                    <a:pt x="1000" y="5924"/>
                  </a:lnTo>
                  <a:lnTo>
                    <a:pt x="1124" y="5924"/>
                  </a:lnTo>
                  <a:lnTo>
                    <a:pt x="1124" y="5800"/>
                  </a:lnTo>
                  <a:close/>
                  <a:moveTo>
                    <a:pt x="6100" y="5400"/>
                  </a:moveTo>
                  <a:lnTo>
                    <a:pt x="6100" y="5524"/>
                  </a:lnTo>
                  <a:lnTo>
                    <a:pt x="6224" y="5524"/>
                  </a:lnTo>
                  <a:lnTo>
                    <a:pt x="6224" y="5400"/>
                  </a:lnTo>
                  <a:close/>
                  <a:moveTo>
                    <a:pt x="4900" y="5400"/>
                  </a:moveTo>
                  <a:lnTo>
                    <a:pt x="4900" y="5524"/>
                  </a:lnTo>
                  <a:lnTo>
                    <a:pt x="5024" y="5524"/>
                  </a:lnTo>
                  <a:lnTo>
                    <a:pt x="5024" y="5400"/>
                  </a:lnTo>
                  <a:close/>
                  <a:moveTo>
                    <a:pt x="0" y="5400"/>
                  </a:moveTo>
                  <a:lnTo>
                    <a:pt x="0" y="5924"/>
                  </a:lnTo>
                  <a:lnTo>
                    <a:pt x="124" y="5924"/>
                  </a:lnTo>
                  <a:lnTo>
                    <a:pt x="124" y="5400"/>
                  </a:lnTo>
                  <a:close/>
                  <a:moveTo>
                    <a:pt x="4000" y="5300"/>
                  </a:moveTo>
                  <a:lnTo>
                    <a:pt x="4000" y="5424"/>
                  </a:lnTo>
                  <a:lnTo>
                    <a:pt x="4124" y="5424"/>
                  </a:lnTo>
                  <a:lnTo>
                    <a:pt x="4124" y="5300"/>
                  </a:lnTo>
                  <a:close/>
                  <a:moveTo>
                    <a:pt x="0" y="5100"/>
                  </a:moveTo>
                  <a:lnTo>
                    <a:pt x="0" y="5224"/>
                  </a:lnTo>
                  <a:lnTo>
                    <a:pt x="124" y="5224"/>
                  </a:lnTo>
                  <a:lnTo>
                    <a:pt x="124" y="5100"/>
                  </a:lnTo>
                  <a:close/>
                  <a:moveTo>
                    <a:pt x="3500" y="4800"/>
                  </a:moveTo>
                  <a:lnTo>
                    <a:pt x="3500" y="4924"/>
                  </a:lnTo>
                  <a:lnTo>
                    <a:pt x="3624" y="4924"/>
                  </a:lnTo>
                  <a:lnTo>
                    <a:pt x="3624" y="4800"/>
                  </a:lnTo>
                  <a:close/>
                  <a:moveTo>
                    <a:pt x="1400" y="4800"/>
                  </a:moveTo>
                  <a:lnTo>
                    <a:pt x="1400" y="4924"/>
                  </a:lnTo>
                  <a:lnTo>
                    <a:pt x="1524" y="4924"/>
                  </a:lnTo>
                  <a:lnTo>
                    <a:pt x="1524" y="4800"/>
                  </a:lnTo>
                  <a:close/>
                  <a:moveTo>
                    <a:pt x="1000" y="4800"/>
                  </a:moveTo>
                  <a:lnTo>
                    <a:pt x="1000" y="4924"/>
                  </a:lnTo>
                  <a:lnTo>
                    <a:pt x="1324" y="4924"/>
                  </a:lnTo>
                  <a:lnTo>
                    <a:pt x="1324" y="4800"/>
                  </a:lnTo>
                  <a:close/>
                  <a:moveTo>
                    <a:pt x="2700" y="4700"/>
                  </a:moveTo>
                  <a:lnTo>
                    <a:pt x="2700" y="4824"/>
                  </a:lnTo>
                  <a:lnTo>
                    <a:pt x="2824" y="4824"/>
                  </a:lnTo>
                  <a:lnTo>
                    <a:pt x="2824" y="4700"/>
                  </a:lnTo>
                  <a:close/>
                  <a:moveTo>
                    <a:pt x="3400" y="4500"/>
                  </a:moveTo>
                  <a:lnTo>
                    <a:pt x="3400" y="4624"/>
                  </a:lnTo>
                  <a:lnTo>
                    <a:pt x="3524" y="4624"/>
                  </a:lnTo>
                  <a:lnTo>
                    <a:pt x="3524" y="4500"/>
                  </a:lnTo>
                  <a:close/>
                  <a:moveTo>
                    <a:pt x="0" y="4500"/>
                  </a:moveTo>
                  <a:lnTo>
                    <a:pt x="0" y="4624"/>
                  </a:lnTo>
                  <a:lnTo>
                    <a:pt x="124" y="4624"/>
                  </a:lnTo>
                  <a:lnTo>
                    <a:pt x="124" y="4500"/>
                  </a:lnTo>
                  <a:close/>
                  <a:moveTo>
                    <a:pt x="0" y="4300"/>
                  </a:moveTo>
                  <a:lnTo>
                    <a:pt x="0" y="4424"/>
                  </a:lnTo>
                  <a:lnTo>
                    <a:pt x="124" y="4424"/>
                  </a:lnTo>
                  <a:lnTo>
                    <a:pt x="124" y="4300"/>
                  </a:lnTo>
                  <a:close/>
                  <a:moveTo>
                    <a:pt x="1800" y="4100"/>
                  </a:moveTo>
                  <a:lnTo>
                    <a:pt x="1800" y="4224"/>
                  </a:lnTo>
                  <a:lnTo>
                    <a:pt x="2124" y="4224"/>
                  </a:lnTo>
                  <a:lnTo>
                    <a:pt x="2124" y="4100"/>
                  </a:lnTo>
                  <a:close/>
                  <a:moveTo>
                    <a:pt x="1000" y="4100"/>
                  </a:moveTo>
                  <a:lnTo>
                    <a:pt x="1000" y="4224"/>
                  </a:lnTo>
                  <a:lnTo>
                    <a:pt x="1324" y="4224"/>
                  </a:lnTo>
                  <a:lnTo>
                    <a:pt x="1324" y="4100"/>
                  </a:lnTo>
                  <a:close/>
                  <a:moveTo>
                    <a:pt x="2700" y="3900"/>
                  </a:moveTo>
                  <a:lnTo>
                    <a:pt x="2700" y="4024"/>
                  </a:lnTo>
                  <a:lnTo>
                    <a:pt x="2824" y="4024"/>
                  </a:lnTo>
                  <a:lnTo>
                    <a:pt x="2824" y="3900"/>
                  </a:lnTo>
                  <a:close/>
                  <a:moveTo>
                    <a:pt x="5700" y="3800"/>
                  </a:moveTo>
                  <a:lnTo>
                    <a:pt x="5700" y="3924"/>
                  </a:lnTo>
                  <a:lnTo>
                    <a:pt x="5824" y="3924"/>
                  </a:lnTo>
                  <a:lnTo>
                    <a:pt x="5824" y="3800"/>
                  </a:lnTo>
                  <a:close/>
                  <a:moveTo>
                    <a:pt x="6400" y="3700"/>
                  </a:moveTo>
                  <a:lnTo>
                    <a:pt x="6400" y="3824"/>
                  </a:lnTo>
                  <a:lnTo>
                    <a:pt x="6524" y="3824"/>
                  </a:lnTo>
                  <a:lnTo>
                    <a:pt x="6524" y="3700"/>
                  </a:lnTo>
                  <a:close/>
                  <a:moveTo>
                    <a:pt x="3600" y="3600"/>
                  </a:moveTo>
                  <a:lnTo>
                    <a:pt x="3600" y="3724"/>
                  </a:lnTo>
                  <a:lnTo>
                    <a:pt x="3724" y="3724"/>
                  </a:lnTo>
                  <a:lnTo>
                    <a:pt x="3724" y="3600"/>
                  </a:lnTo>
                  <a:close/>
                  <a:moveTo>
                    <a:pt x="0" y="3600"/>
                  </a:moveTo>
                  <a:lnTo>
                    <a:pt x="0" y="4024"/>
                  </a:lnTo>
                  <a:lnTo>
                    <a:pt x="124" y="4024"/>
                  </a:lnTo>
                  <a:lnTo>
                    <a:pt x="124" y="3600"/>
                  </a:lnTo>
                  <a:close/>
                  <a:moveTo>
                    <a:pt x="2400" y="3500"/>
                  </a:moveTo>
                  <a:lnTo>
                    <a:pt x="2400" y="3624"/>
                  </a:lnTo>
                  <a:lnTo>
                    <a:pt x="2524" y="3624"/>
                  </a:lnTo>
                  <a:lnTo>
                    <a:pt x="2524" y="3500"/>
                  </a:lnTo>
                  <a:close/>
                  <a:moveTo>
                    <a:pt x="1500" y="3500"/>
                  </a:moveTo>
                  <a:lnTo>
                    <a:pt x="1500" y="3624"/>
                  </a:lnTo>
                  <a:lnTo>
                    <a:pt x="1824" y="3624"/>
                  </a:lnTo>
                  <a:lnTo>
                    <a:pt x="1824" y="3500"/>
                  </a:lnTo>
                  <a:close/>
                  <a:moveTo>
                    <a:pt x="900" y="3300"/>
                  </a:moveTo>
                  <a:lnTo>
                    <a:pt x="900" y="3424"/>
                  </a:lnTo>
                  <a:lnTo>
                    <a:pt x="1024" y="3424"/>
                  </a:lnTo>
                  <a:lnTo>
                    <a:pt x="1024" y="3300"/>
                  </a:lnTo>
                  <a:close/>
                  <a:moveTo>
                    <a:pt x="4100" y="3200"/>
                  </a:moveTo>
                  <a:lnTo>
                    <a:pt x="4100" y="3324"/>
                  </a:lnTo>
                  <a:lnTo>
                    <a:pt x="4224" y="3324"/>
                  </a:lnTo>
                  <a:lnTo>
                    <a:pt x="4224" y="3200"/>
                  </a:lnTo>
                  <a:close/>
                  <a:moveTo>
                    <a:pt x="3000" y="3200"/>
                  </a:moveTo>
                  <a:lnTo>
                    <a:pt x="3000" y="3324"/>
                  </a:lnTo>
                  <a:lnTo>
                    <a:pt x="3124" y="3324"/>
                  </a:lnTo>
                  <a:lnTo>
                    <a:pt x="3124" y="3200"/>
                  </a:lnTo>
                  <a:close/>
                  <a:moveTo>
                    <a:pt x="0" y="3000"/>
                  </a:moveTo>
                  <a:lnTo>
                    <a:pt x="0" y="3424"/>
                  </a:lnTo>
                  <a:lnTo>
                    <a:pt x="124" y="3424"/>
                  </a:lnTo>
                  <a:lnTo>
                    <a:pt x="124" y="3000"/>
                  </a:lnTo>
                  <a:close/>
                  <a:moveTo>
                    <a:pt x="5500" y="2600"/>
                  </a:moveTo>
                  <a:lnTo>
                    <a:pt x="5500" y="2724"/>
                  </a:lnTo>
                  <a:lnTo>
                    <a:pt x="5624" y="2724"/>
                  </a:lnTo>
                  <a:lnTo>
                    <a:pt x="5624" y="2600"/>
                  </a:lnTo>
                  <a:close/>
                  <a:moveTo>
                    <a:pt x="0" y="2600"/>
                  </a:moveTo>
                  <a:lnTo>
                    <a:pt x="0" y="2724"/>
                  </a:lnTo>
                  <a:lnTo>
                    <a:pt x="124" y="2724"/>
                  </a:lnTo>
                  <a:lnTo>
                    <a:pt x="124" y="2600"/>
                  </a:lnTo>
                  <a:close/>
                  <a:moveTo>
                    <a:pt x="2300" y="2500"/>
                  </a:moveTo>
                  <a:lnTo>
                    <a:pt x="2300" y="2624"/>
                  </a:lnTo>
                  <a:lnTo>
                    <a:pt x="2424" y="2624"/>
                  </a:lnTo>
                  <a:lnTo>
                    <a:pt x="2424" y="2500"/>
                  </a:lnTo>
                  <a:close/>
                  <a:moveTo>
                    <a:pt x="1900" y="2500"/>
                  </a:moveTo>
                  <a:lnTo>
                    <a:pt x="1900" y="2624"/>
                  </a:lnTo>
                  <a:lnTo>
                    <a:pt x="2124" y="2624"/>
                  </a:lnTo>
                  <a:lnTo>
                    <a:pt x="2124" y="2500"/>
                  </a:lnTo>
                  <a:close/>
                  <a:moveTo>
                    <a:pt x="1400" y="2500"/>
                  </a:moveTo>
                  <a:lnTo>
                    <a:pt x="1400" y="2624"/>
                  </a:lnTo>
                  <a:lnTo>
                    <a:pt x="1724" y="2624"/>
                  </a:lnTo>
                  <a:lnTo>
                    <a:pt x="1724" y="2500"/>
                  </a:lnTo>
                  <a:close/>
                  <a:moveTo>
                    <a:pt x="1000" y="2500"/>
                  </a:moveTo>
                  <a:lnTo>
                    <a:pt x="1000" y="2624"/>
                  </a:lnTo>
                  <a:lnTo>
                    <a:pt x="1124" y="2624"/>
                  </a:lnTo>
                  <a:lnTo>
                    <a:pt x="1124" y="2500"/>
                  </a:lnTo>
                  <a:close/>
                  <a:moveTo>
                    <a:pt x="4200" y="2400"/>
                  </a:moveTo>
                  <a:lnTo>
                    <a:pt x="4200" y="2524"/>
                  </a:lnTo>
                  <a:lnTo>
                    <a:pt x="4324" y="2524"/>
                  </a:lnTo>
                  <a:lnTo>
                    <a:pt x="4324" y="2400"/>
                  </a:lnTo>
                  <a:close/>
                  <a:moveTo>
                    <a:pt x="3100" y="2000"/>
                  </a:moveTo>
                  <a:lnTo>
                    <a:pt x="3100" y="2124"/>
                  </a:lnTo>
                  <a:lnTo>
                    <a:pt x="3224" y="2124"/>
                  </a:lnTo>
                  <a:lnTo>
                    <a:pt x="3224" y="20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0" y="12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200"/>
                  </a:lnTo>
                  <a:close/>
                  <a:moveTo>
                    <a:pt x="3700" y="1100"/>
                  </a:moveTo>
                  <a:lnTo>
                    <a:pt x="3700" y="1324"/>
                  </a:lnTo>
                  <a:lnTo>
                    <a:pt x="3824" y="1324"/>
                  </a:lnTo>
                  <a:lnTo>
                    <a:pt x="3824" y="1100"/>
                  </a:lnTo>
                  <a:close/>
                  <a:moveTo>
                    <a:pt x="4600" y="900"/>
                  </a:moveTo>
                  <a:lnTo>
                    <a:pt x="4600" y="1224"/>
                  </a:lnTo>
                  <a:lnTo>
                    <a:pt x="4724" y="1224"/>
                  </a:lnTo>
                  <a:lnTo>
                    <a:pt x="4724" y="900"/>
                  </a:lnTo>
                  <a:close/>
                  <a:moveTo>
                    <a:pt x="0" y="900"/>
                  </a:moveTo>
                  <a:lnTo>
                    <a:pt x="0" y="1024"/>
                  </a:lnTo>
                  <a:lnTo>
                    <a:pt x="124" y="1024"/>
                  </a:lnTo>
                  <a:lnTo>
                    <a:pt x="124" y="900"/>
                  </a:lnTo>
                  <a:close/>
                  <a:moveTo>
                    <a:pt x="5100" y="300"/>
                  </a:moveTo>
                  <a:lnTo>
                    <a:pt x="5100" y="424"/>
                  </a:lnTo>
                  <a:lnTo>
                    <a:pt x="5174" y="424"/>
                  </a:lnTo>
                  <a:lnTo>
                    <a:pt x="5200" y="524"/>
                  </a:lnTo>
                  <a:lnTo>
                    <a:pt x="5274" y="524"/>
                  </a:lnTo>
                  <a:lnTo>
                    <a:pt x="5300" y="624"/>
                  </a:lnTo>
                  <a:lnTo>
                    <a:pt x="5374" y="624"/>
                  </a:lnTo>
                  <a:lnTo>
                    <a:pt x="5400" y="724"/>
                  </a:lnTo>
                  <a:lnTo>
                    <a:pt x="5474" y="724"/>
                  </a:lnTo>
                  <a:lnTo>
                    <a:pt x="5500" y="824"/>
                  </a:lnTo>
                  <a:lnTo>
                    <a:pt x="5600" y="850"/>
                  </a:lnTo>
                  <a:lnTo>
                    <a:pt x="5600" y="924"/>
                  </a:lnTo>
                  <a:lnTo>
                    <a:pt x="5724" y="924"/>
                  </a:lnTo>
                  <a:lnTo>
                    <a:pt x="5724" y="800"/>
                  </a:lnTo>
                  <a:lnTo>
                    <a:pt x="5650" y="800"/>
                  </a:lnTo>
                  <a:lnTo>
                    <a:pt x="5624" y="700"/>
                  </a:lnTo>
                  <a:lnTo>
                    <a:pt x="5550" y="700"/>
                  </a:lnTo>
                  <a:lnTo>
                    <a:pt x="5524" y="600"/>
                  </a:lnTo>
                  <a:lnTo>
                    <a:pt x="5450" y="600"/>
                  </a:lnTo>
                  <a:lnTo>
                    <a:pt x="5424" y="500"/>
                  </a:lnTo>
                  <a:lnTo>
                    <a:pt x="5350" y="500"/>
                  </a:lnTo>
                  <a:lnTo>
                    <a:pt x="5324" y="400"/>
                  </a:lnTo>
                  <a:lnTo>
                    <a:pt x="5224" y="374"/>
                  </a:lnTo>
                  <a:lnTo>
                    <a:pt x="5224" y="300"/>
                  </a:lnTo>
                  <a:close/>
                  <a:moveTo>
                    <a:pt x="0" y="30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00"/>
                  </a:lnTo>
                  <a:close/>
                  <a:moveTo>
                    <a:pt x="4700" y="0"/>
                  </a:moveTo>
                  <a:lnTo>
                    <a:pt x="4700" y="124"/>
                  </a:lnTo>
                  <a:lnTo>
                    <a:pt x="4824" y="124"/>
                  </a:lnTo>
                  <a:lnTo>
                    <a:pt x="4824" y="0"/>
                  </a:lnTo>
                  <a:close/>
                  <a:moveTo>
                    <a:pt x="3900" y="0"/>
                  </a:moveTo>
                  <a:lnTo>
                    <a:pt x="3900" y="124"/>
                  </a:lnTo>
                  <a:lnTo>
                    <a:pt x="4124" y="124"/>
                  </a:lnTo>
                  <a:lnTo>
                    <a:pt x="4124" y="0"/>
                  </a:lnTo>
                  <a:close/>
                  <a:moveTo>
                    <a:pt x="3300" y="0"/>
                  </a:moveTo>
                  <a:lnTo>
                    <a:pt x="3300" y="124"/>
                  </a:lnTo>
                  <a:lnTo>
                    <a:pt x="3524" y="124"/>
                  </a:lnTo>
                  <a:lnTo>
                    <a:pt x="3524" y="0"/>
                  </a:lnTo>
                  <a:close/>
                  <a:moveTo>
                    <a:pt x="2900" y="0"/>
                  </a:moveTo>
                  <a:lnTo>
                    <a:pt x="2900" y="124"/>
                  </a:lnTo>
                  <a:lnTo>
                    <a:pt x="3124" y="124"/>
                  </a:lnTo>
                  <a:lnTo>
                    <a:pt x="3124" y="0"/>
                  </a:lnTo>
                  <a:close/>
                  <a:moveTo>
                    <a:pt x="2500" y="0"/>
                  </a:moveTo>
                  <a:lnTo>
                    <a:pt x="2500" y="124"/>
                  </a:lnTo>
                  <a:lnTo>
                    <a:pt x="2624" y="124"/>
                  </a:lnTo>
                  <a:lnTo>
                    <a:pt x="2624" y="0"/>
                  </a:lnTo>
                  <a:close/>
                  <a:moveTo>
                    <a:pt x="2000" y="0"/>
                  </a:moveTo>
                  <a:lnTo>
                    <a:pt x="2000" y="124"/>
                  </a:lnTo>
                  <a:lnTo>
                    <a:pt x="2224" y="124"/>
                  </a:lnTo>
                  <a:lnTo>
                    <a:pt x="2224" y="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7D858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2" name="Format reward illustration color 21"/>
            <p:cNvSpPr/>
            <p:nvPr/>
          </p:nvSpPr>
          <p:spPr>
            <a:xfrm>
              <a:off x="11607211" y="7519843"/>
              <a:ext cx="669707" cy="697139"/>
            </a:xfrm>
            <a:custGeom>
              <a:avLst/>
              <a:gdLst/>
              <a:ahLst/>
              <a:cxnLst/>
              <a:rect l="l" t="t" r="r" b="b"/>
              <a:pathLst>
                <a:path w="7324" h="7624">
                  <a:moveTo>
                    <a:pt x="4900" y="7500"/>
                  </a:moveTo>
                  <a:lnTo>
                    <a:pt x="4900" y="7624"/>
                  </a:lnTo>
                  <a:lnTo>
                    <a:pt x="5024" y="7624"/>
                  </a:lnTo>
                  <a:lnTo>
                    <a:pt x="5024" y="7500"/>
                  </a:lnTo>
                  <a:close/>
                  <a:moveTo>
                    <a:pt x="2900" y="7500"/>
                  </a:moveTo>
                  <a:lnTo>
                    <a:pt x="2900" y="7624"/>
                  </a:lnTo>
                  <a:lnTo>
                    <a:pt x="3424" y="7624"/>
                  </a:lnTo>
                  <a:lnTo>
                    <a:pt x="3424" y="7500"/>
                  </a:lnTo>
                  <a:close/>
                  <a:moveTo>
                    <a:pt x="1900" y="7500"/>
                  </a:moveTo>
                  <a:lnTo>
                    <a:pt x="1900" y="7624"/>
                  </a:lnTo>
                  <a:lnTo>
                    <a:pt x="2524" y="7624"/>
                  </a:lnTo>
                  <a:lnTo>
                    <a:pt x="2524" y="7500"/>
                  </a:lnTo>
                  <a:close/>
                  <a:moveTo>
                    <a:pt x="800" y="7500"/>
                  </a:moveTo>
                  <a:lnTo>
                    <a:pt x="800" y="7624"/>
                  </a:lnTo>
                  <a:lnTo>
                    <a:pt x="1224" y="7624"/>
                  </a:lnTo>
                  <a:lnTo>
                    <a:pt x="1224" y="7500"/>
                  </a:lnTo>
                  <a:close/>
                  <a:moveTo>
                    <a:pt x="400" y="7500"/>
                  </a:moveTo>
                  <a:lnTo>
                    <a:pt x="400" y="7624"/>
                  </a:lnTo>
                  <a:lnTo>
                    <a:pt x="524" y="7624"/>
                  </a:lnTo>
                  <a:lnTo>
                    <a:pt x="524" y="7500"/>
                  </a:lnTo>
                  <a:close/>
                  <a:moveTo>
                    <a:pt x="7200" y="7300"/>
                  </a:moveTo>
                  <a:lnTo>
                    <a:pt x="7200" y="7424"/>
                  </a:lnTo>
                  <a:lnTo>
                    <a:pt x="7324" y="7424"/>
                  </a:lnTo>
                  <a:lnTo>
                    <a:pt x="7324" y="7300"/>
                  </a:lnTo>
                  <a:close/>
                  <a:moveTo>
                    <a:pt x="5400" y="7300"/>
                  </a:moveTo>
                  <a:lnTo>
                    <a:pt x="5400" y="7424"/>
                  </a:lnTo>
                  <a:lnTo>
                    <a:pt x="5624" y="7424"/>
                  </a:lnTo>
                  <a:lnTo>
                    <a:pt x="5624" y="7300"/>
                  </a:lnTo>
                  <a:close/>
                  <a:moveTo>
                    <a:pt x="3900" y="7300"/>
                  </a:moveTo>
                  <a:lnTo>
                    <a:pt x="3900" y="7424"/>
                  </a:lnTo>
                  <a:lnTo>
                    <a:pt x="4124" y="7424"/>
                  </a:lnTo>
                  <a:lnTo>
                    <a:pt x="4124" y="7300"/>
                  </a:lnTo>
                  <a:close/>
                  <a:moveTo>
                    <a:pt x="3400" y="7300"/>
                  </a:moveTo>
                  <a:lnTo>
                    <a:pt x="3400" y="7424"/>
                  </a:lnTo>
                  <a:lnTo>
                    <a:pt x="3724" y="7424"/>
                  </a:lnTo>
                  <a:lnTo>
                    <a:pt x="3724" y="7300"/>
                  </a:lnTo>
                  <a:close/>
                  <a:moveTo>
                    <a:pt x="2000" y="7300"/>
                  </a:moveTo>
                  <a:lnTo>
                    <a:pt x="2000" y="7424"/>
                  </a:lnTo>
                  <a:lnTo>
                    <a:pt x="2124" y="7424"/>
                  </a:lnTo>
                  <a:lnTo>
                    <a:pt x="2124" y="7300"/>
                  </a:lnTo>
                  <a:close/>
                  <a:moveTo>
                    <a:pt x="6000" y="7200"/>
                  </a:moveTo>
                  <a:lnTo>
                    <a:pt x="6000" y="7324"/>
                  </a:lnTo>
                  <a:lnTo>
                    <a:pt x="6124" y="7324"/>
                  </a:lnTo>
                  <a:lnTo>
                    <a:pt x="6124" y="7200"/>
                  </a:lnTo>
                  <a:close/>
                  <a:moveTo>
                    <a:pt x="0" y="7100"/>
                  </a:moveTo>
                  <a:lnTo>
                    <a:pt x="0" y="7324"/>
                  </a:lnTo>
                  <a:lnTo>
                    <a:pt x="124" y="7324"/>
                  </a:lnTo>
                  <a:lnTo>
                    <a:pt x="124" y="7100"/>
                  </a:lnTo>
                  <a:close/>
                  <a:moveTo>
                    <a:pt x="200" y="7000"/>
                  </a:moveTo>
                  <a:lnTo>
                    <a:pt x="200" y="7224"/>
                  </a:lnTo>
                  <a:lnTo>
                    <a:pt x="324" y="7224"/>
                  </a:lnTo>
                  <a:lnTo>
                    <a:pt x="324" y="7000"/>
                  </a:lnTo>
                  <a:close/>
                  <a:moveTo>
                    <a:pt x="7200" y="6900"/>
                  </a:moveTo>
                  <a:lnTo>
                    <a:pt x="7200" y="7024"/>
                  </a:lnTo>
                  <a:lnTo>
                    <a:pt x="7324" y="7024"/>
                  </a:lnTo>
                  <a:lnTo>
                    <a:pt x="7324" y="6900"/>
                  </a:lnTo>
                  <a:close/>
                  <a:moveTo>
                    <a:pt x="0" y="6900"/>
                  </a:moveTo>
                  <a:lnTo>
                    <a:pt x="0" y="7024"/>
                  </a:lnTo>
                  <a:lnTo>
                    <a:pt x="124" y="7024"/>
                  </a:lnTo>
                  <a:lnTo>
                    <a:pt x="124" y="6900"/>
                  </a:lnTo>
                  <a:close/>
                  <a:moveTo>
                    <a:pt x="0" y="6600"/>
                  </a:moveTo>
                  <a:lnTo>
                    <a:pt x="0" y="6824"/>
                  </a:lnTo>
                  <a:lnTo>
                    <a:pt x="124" y="6824"/>
                  </a:lnTo>
                  <a:lnTo>
                    <a:pt x="124" y="6600"/>
                  </a:lnTo>
                  <a:close/>
                  <a:moveTo>
                    <a:pt x="1100" y="6500"/>
                  </a:moveTo>
                  <a:lnTo>
                    <a:pt x="1100" y="6624"/>
                  </a:lnTo>
                  <a:lnTo>
                    <a:pt x="1224" y="6624"/>
                  </a:lnTo>
                  <a:lnTo>
                    <a:pt x="1224" y="6500"/>
                  </a:lnTo>
                  <a:close/>
                  <a:moveTo>
                    <a:pt x="5600" y="6300"/>
                  </a:moveTo>
                  <a:lnTo>
                    <a:pt x="5600" y="6424"/>
                  </a:lnTo>
                  <a:lnTo>
                    <a:pt x="5724" y="6424"/>
                  </a:lnTo>
                  <a:lnTo>
                    <a:pt x="5724" y="6300"/>
                  </a:lnTo>
                  <a:close/>
                  <a:moveTo>
                    <a:pt x="200" y="6200"/>
                  </a:moveTo>
                  <a:lnTo>
                    <a:pt x="200" y="6324"/>
                  </a:lnTo>
                  <a:lnTo>
                    <a:pt x="324" y="6324"/>
                  </a:lnTo>
                  <a:lnTo>
                    <a:pt x="324" y="6200"/>
                  </a:lnTo>
                  <a:close/>
                  <a:moveTo>
                    <a:pt x="200" y="5900"/>
                  </a:moveTo>
                  <a:lnTo>
                    <a:pt x="200" y="6024"/>
                  </a:lnTo>
                  <a:lnTo>
                    <a:pt x="324" y="6024"/>
                  </a:lnTo>
                  <a:lnTo>
                    <a:pt x="324" y="5900"/>
                  </a:lnTo>
                  <a:close/>
                  <a:moveTo>
                    <a:pt x="3300" y="5700"/>
                  </a:moveTo>
                  <a:lnTo>
                    <a:pt x="3300" y="5824"/>
                  </a:lnTo>
                  <a:lnTo>
                    <a:pt x="3374" y="5824"/>
                  </a:lnTo>
                  <a:lnTo>
                    <a:pt x="3400" y="5924"/>
                  </a:lnTo>
                  <a:lnTo>
                    <a:pt x="3524" y="5924"/>
                  </a:lnTo>
                  <a:lnTo>
                    <a:pt x="3524" y="5800"/>
                  </a:lnTo>
                  <a:lnTo>
                    <a:pt x="3450" y="5800"/>
                  </a:lnTo>
                  <a:lnTo>
                    <a:pt x="3424" y="5700"/>
                  </a:lnTo>
                  <a:close/>
                  <a:moveTo>
                    <a:pt x="900" y="5600"/>
                  </a:moveTo>
                  <a:lnTo>
                    <a:pt x="900" y="5724"/>
                  </a:lnTo>
                  <a:lnTo>
                    <a:pt x="1024" y="5724"/>
                  </a:lnTo>
                  <a:lnTo>
                    <a:pt x="1024" y="5600"/>
                  </a:lnTo>
                  <a:close/>
                  <a:moveTo>
                    <a:pt x="6000" y="5500"/>
                  </a:moveTo>
                  <a:lnTo>
                    <a:pt x="6000" y="5624"/>
                  </a:lnTo>
                  <a:lnTo>
                    <a:pt x="6124" y="5624"/>
                  </a:lnTo>
                  <a:lnTo>
                    <a:pt x="6124" y="5500"/>
                  </a:lnTo>
                  <a:close/>
                  <a:moveTo>
                    <a:pt x="6200" y="5200"/>
                  </a:moveTo>
                  <a:lnTo>
                    <a:pt x="6200" y="5324"/>
                  </a:lnTo>
                  <a:lnTo>
                    <a:pt x="6324" y="5324"/>
                  </a:lnTo>
                  <a:lnTo>
                    <a:pt x="6324" y="5200"/>
                  </a:lnTo>
                  <a:close/>
                  <a:moveTo>
                    <a:pt x="3800" y="5200"/>
                  </a:moveTo>
                  <a:lnTo>
                    <a:pt x="3800" y="5324"/>
                  </a:lnTo>
                  <a:lnTo>
                    <a:pt x="3924" y="5324"/>
                  </a:lnTo>
                  <a:lnTo>
                    <a:pt x="3924" y="5200"/>
                  </a:lnTo>
                  <a:close/>
                  <a:moveTo>
                    <a:pt x="6300" y="5000"/>
                  </a:moveTo>
                  <a:lnTo>
                    <a:pt x="6300" y="5124"/>
                  </a:lnTo>
                  <a:lnTo>
                    <a:pt x="6424" y="5124"/>
                  </a:lnTo>
                  <a:lnTo>
                    <a:pt x="6424" y="5000"/>
                  </a:lnTo>
                  <a:close/>
                  <a:moveTo>
                    <a:pt x="3600" y="5000"/>
                  </a:moveTo>
                  <a:lnTo>
                    <a:pt x="3600" y="5124"/>
                  </a:lnTo>
                  <a:lnTo>
                    <a:pt x="3724" y="5124"/>
                  </a:lnTo>
                  <a:lnTo>
                    <a:pt x="3724" y="5000"/>
                  </a:lnTo>
                  <a:close/>
                  <a:moveTo>
                    <a:pt x="900" y="5000"/>
                  </a:moveTo>
                  <a:lnTo>
                    <a:pt x="900" y="5124"/>
                  </a:lnTo>
                  <a:lnTo>
                    <a:pt x="1024" y="5124"/>
                  </a:lnTo>
                  <a:lnTo>
                    <a:pt x="1024" y="5000"/>
                  </a:lnTo>
                  <a:close/>
                  <a:moveTo>
                    <a:pt x="5600" y="4900"/>
                  </a:moveTo>
                  <a:lnTo>
                    <a:pt x="5600" y="5024"/>
                  </a:lnTo>
                  <a:lnTo>
                    <a:pt x="5724" y="5024"/>
                  </a:lnTo>
                  <a:lnTo>
                    <a:pt x="5724" y="4900"/>
                  </a:lnTo>
                  <a:close/>
                  <a:moveTo>
                    <a:pt x="6400" y="4700"/>
                  </a:moveTo>
                  <a:lnTo>
                    <a:pt x="6400" y="4824"/>
                  </a:lnTo>
                  <a:lnTo>
                    <a:pt x="6524" y="4824"/>
                  </a:lnTo>
                  <a:lnTo>
                    <a:pt x="6524" y="4700"/>
                  </a:lnTo>
                  <a:close/>
                  <a:moveTo>
                    <a:pt x="0" y="4700"/>
                  </a:moveTo>
                  <a:lnTo>
                    <a:pt x="0" y="4924"/>
                  </a:lnTo>
                  <a:lnTo>
                    <a:pt x="124" y="4924"/>
                  </a:lnTo>
                  <a:lnTo>
                    <a:pt x="124" y="4700"/>
                  </a:lnTo>
                  <a:close/>
                  <a:moveTo>
                    <a:pt x="4800" y="4600"/>
                  </a:moveTo>
                  <a:lnTo>
                    <a:pt x="4800" y="4724"/>
                  </a:lnTo>
                  <a:lnTo>
                    <a:pt x="4924" y="4724"/>
                  </a:lnTo>
                  <a:lnTo>
                    <a:pt x="4924" y="4600"/>
                  </a:lnTo>
                  <a:close/>
                  <a:moveTo>
                    <a:pt x="3400" y="4600"/>
                  </a:moveTo>
                  <a:lnTo>
                    <a:pt x="3400" y="4724"/>
                  </a:lnTo>
                  <a:lnTo>
                    <a:pt x="3524" y="4724"/>
                  </a:lnTo>
                  <a:lnTo>
                    <a:pt x="3524" y="4600"/>
                  </a:lnTo>
                  <a:close/>
                  <a:moveTo>
                    <a:pt x="3900" y="4500"/>
                  </a:moveTo>
                  <a:lnTo>
                    <a:pt x="3900" y="4624"/>
                  </a:lnTo>
                  <a:lnTo>
                    <a:pt x="4024" y="4624"/>
                  </a:lnTo>
                  <a:lnTo>
                    <a:pt x="4024" y="4500"/>
                  </a:lnTo>
                  <a:close/>
                  <a:moveTo>
                    <a:pt x="2700" y="4500"/>
                  </a:moveTo>
                  <a:lnTo>
                    <a:pt x="2700" y="4624"/>
                  </a:lnTo>
                  <a:lnTo>
                    <a:pt x="2824" y="4624"/>
                  </a:lnTo>
                  <a:lnTo>
                    <a:pt x="2824" y="4500"/>
                  </a:lnTo>
                  <a:close/>
                  <a:moveTo>
                    <a:pt x="5800" y="4300"/>
                  </a:moveTo>
                  <a:lnTo>
                    <a:pt x="5800" y="4424"/>
                  </a:lnTo>
                  <a:lnTo>
                    <a:pt x="5924" y="4424"/>
                  </a:lnTo>
                  <a:lnTo>
                    <a:pt x="5924" y="4300"/>
                  </a:lnTo>
                  <a:close/>
                  <a:moveTo>
                    <a:pt x="2100" y="4300"/>
                  </a:moveTo>
                  <a:lnTo>
                    <a:pt x="2100" y="4424"/>
                  </a:lnTo>
                  <a:lnTo>
                    <a:pt x="2224" y="4424"/>
                  </a:lnTo>
                  <a:lnTo>
                    <a:pt x="2224" y="4300"/>
                  </a:lnTo>
                  <a:close/>
                  <a:moveTo>
                    <a:pt x="5100" y="4200"/>
                  </a:moveTo>
                  <a:lnTo>
                    <a:pt x="5100" y="4324"/>
                  </a:lnTo>
                  <a:lnTo>
                    <a:pt x="5224" y="4324"/>
                  </a:lnTo>
                  <a:lnTo>
                    <a:pt x="5224" y="4200"/>
                  </a:lnTo>
                  <a:close/>
                  <a:moveTo>
                    <a:pt x="900" y="4200"/>
                  </a:moveTo>
                  <a:lnTo>
                    <a:pt x="900" y="4424"/>
                  </a:lnTo>
                  <a:lnTo>
                    <a:pt x="1024" y="4424"/>
                  </a:lnTo>
                  <a:lnTo>
                    <a:pt x="1024" y="4200"/>
                  </a:lnTo>
                  <a:close/>
                  <a:moveTo>
                    <a:pt x="4000" y="4100"/>
                  </a:moveTo>
                  <a:lnTo>
                    <a:pt x="4000" y="4224"/>
                  </a:lnTo>
                  <a:lnTo>
                    <a:pt x="4124" y="4224"/>
                  </a:lnTo>
                  <a:lnTo>
                    <a:pt x="4124" y="4100"/>
                  </a:lnTo>
                  <a:close/>
                  <a:moveTo>
                    <a:pt x="4900" y="3800"/>
                  </a:moveTo>
                  <a:lnTo>
                    <a:pt x="4900" y="3924"/>
                  </a:lnTo>
                  <a:lnTo>
                    <a:pt x="5024" y="3924"/>
                  </a:lnTo>
                  <a:lnTo>
                    <a:pt x="5024" y="3800"/>
                  </a:lnTo>
                  <a:close/>
                  <a:moveTo>
                    <a:pt x="3500" y="3700"/>
                  </a:moveTo>
                  <a:lnTo>
                    <a:pt x="3500" y="3824"/>
                  </a:lnTo>
                  <a:lnTo>
                    <a:pt x="3624" y="3824"/>
                  </a:lnTo>
                  <a:lnTo>
                    <a:pt x="3624" y="3700"/>
                  </a:lnTo>
                  <a:close/>
                  <a:moveTo>
                    <a:pt x="5100" y="3600"/>
                  </a:moveTo>
                  <a:lnTo>
                    <a:pt x="5100" y="3724"/>
                  </a:lnTo>
                  <a:lnTo>
                    <a:pt x="5224" y="3724"/>
                  </a:lnTo>
                  <a:lnTo>
                    <a:pt x="5224" y="3600"/>
                  </a:lnTo>
                  <a:close/>
                  <a:moveTo>
                    <a:pt x="2800" y="3600"/>
                  </a:moveTo>
                  <a:lnTo>
                    <a:pt x="2800" y="3724"/>
                  </a:lnTo>
                  <a:lnTo>
                    <a:pt x="2924" y="3724"/>
                  </a:lnTo>
                  <a:lnTo>
                    <a:pt x="2924" y="3600"/>
                  </a:lnTo>
                  <a:close/>
                  <a:moveTo>
                    <a:pt x="2300" y="3500"/>
                  </a:moveTo>
                  <a:lnTo>
                    <a:pt x="2300" y="3624"/>
                  </a:lnTo>
                  <a:lnTo>
                    <a:pt x="2424" y="3624"/>
                  </a:lnTo>
                  <a:lnTo>
                    <a:pt x="2424" y="3500"/>
                  </a:lnTo>
                  <a:close/>
                  <a:moveTo>
                    <a:pt x="5400" y="3400"/>
                  </a:moveTo>
                  <a:lnTo>
                    <a:pt x="5400" y="3524"/>
                  </a:lnTo>
                  <a:lnTo>
                    <a:pt x="5524" y="3524"/>
                  </a:lnTo>
                  <a:lnTo>
                    <a:pt x="5524" y="3400"/>
                  </a:lnTo>
                  <a:close/>
                  <a:moveTo>
                    <a:pt x="6200" y="3300"/>
                  </a:moveTo>
                  <a:lnTo>
                    <a:pt x="6200" y="3424"/>
                  </a:lnTo>
                  <a:lnTo>
                    <a:pt x="6324" y="3424"/>
                  </a:lnTo>
                  <a:lnTo>
                    <a:pt x="6324" y="3300"/>
                  </a:lnTo>
                  <a:close/>
                  <a:moveTo>
                    <a:pt x="3900" y="3300"/>
                  </a:moveTo>
                  <a:lnTo>
                    <a:pt x="3900" y="3424"/>
                  </a:lnTo>
                  <a:lnTo>
                    <a:pt x="4024" y="3424"/>
                  </a:lnTo>
                  <a:lnTo>
                    <a:pt x="4024" y="3300"/>
                  </a:lnTo>
                  <a:close/>
                  <a:moveTo>
                    <a:pt x="5100" y="3200"/>
                  </a:moveTo>
                  <a:lnTo>
                    <a:pt x="5100" y="3324"/>
                  </a:lnTo>
                  <a:lnTo>
                    <a:pt x="5224" y="3324"/>
                  </a:lnTo>
                  <a:lnTo>
                    <a:pt x="5224" y="3200"/>
                  </a:lnTo>
                  <a:close/>
                  <a:moveTo>
                    <a:pt x="4800" y="3100"/>
                  </a:moveTo>
                  <a:lnTo>
                    <a:pt x="4800" y="3224"/>
                  </a:lnTo>
                  <a:lnTo>
                    <a:pt x="4924" y="3224"/>
                  </a:lnTo>
                  <a:lnTo>
                    <a:pt x="4924" y="3100"/>
                  </a:lnTo>
                  <a:close/>
                  <a:moveTo>
                    <a:pt x="4500" y="3100"/>
                  </a:moveTo>
                  <a:lnTo>
                    <a:pt x="4500" y="3224"/>
                  </a:lnTo>
                  <a:lnTo>
                    <a:pt x="4624" y="3224"/>
                  </a:lnTo>
                  <a:lnTo>
                    <a:pt x="4624" y="3100"/>
                  </a:lnTo>
                  <a:close/>
                  <a:moveTo>
                    <a:pt x="200" y="3000"/>
                  </a:moveTo>
                  <a:lnTo>
                    <a:pt x="200" y="3124"/>
                  </a:lnTo>
                  <a:lnTo>
                    <a:pt x="324" y="3124"/>
                  </a:lnTo>
                  <a:lnTo>
                    <a:pt x="324" y="3000"/>
                  </a:lnTo>
                  <a:close/>
                  <a:moveTo>
                    <a:pt x="6000" y="2700"/>
                  </a:moveTo>
                  <a:lnTo>
                    <a:pt x="6000" y="2924"/>
                  </a:lnTo>
                  <a:lnTo>
                    <a:pt x="6124" y="2924"/>
                  </a:lnTo>
                  <a:lnTo>
                    <a:pt x="6124" y="2700"/>
                  </a:lnTo>
                  <a:close/>
                  <a:moveTo>
                    <a:pt x="3500" y="2700"/>
                  </a:moveTo>
                  <a:lnTo>
                    <a:pt x="3500" y="2824"/>
                  </a:lnTo>
                  <a:lnTo>
                    <a:pt x="3624" y="2824"/>
                  </a:lnTo>
                  <a:lnTo>
                    <a:pt x="3624" y="2700"/>
                  </a:lnTo>
                  <a:close/>
                  <a:moveTo>
                    <a:pt x="900" y="2700"/>
                  </a:moveTo>
                  <a:lnTo>
                    <a:pt x="900" y="2824"/>
                  </a:lnTo>
                  <a:lnTo>
                    <a:pt x="1024" y="2824"/>
                  </a:lnTo>
                  <a:lnTo>
                    <a:pt x="1024" y="2700"/>
                  </a:lnTo>
                  <a:close/>
                  <a:moveTo>
                    <a:pt x="3700" y="2600"/>
                  </a:moveTo>
                  <a:lnTo>
                    <a:pt x="3700" y="2724"/>
                  </a:lnTo>
                  <a:lnTo>
                    <a:pt x="3824" y="2724"/>
                  </a:lnTo>
                  <a:lnTo>
                    <a:pt x="3824" y="2600"/>
                  </a:lnTo>
                  <a:close/>
                  <a:moveTo>
                    <a:pt x="2800" y="2600"/>
                  </a:moveTo>
                  <a:lnTo>
                    <a:pt x="2800" y="2724"/>
                  </a:lnTo>
                  <a:lnTo>
                    <a:pt x="2924" y="2724"/>
                  </a:lnTo>
                  <a:lnTo>
                    <a:pt x="2924" y="2600"/>
                  </a:lnTo>
                  <a:close/>
                  <a:moveTo>
                    <a:pt x="4800" y="2400"/>
                  </a:moveTo>
                  <a:lnTo>
                    <a:pt x="4800" y="2524"/>
                  </a:lnTo>
                  <a:lnTo>
                    <a:pt x="4924" y="2524"/>
                  </a:lnTo>
                  <a:lnTo>
                    <a:pt x="4924" y="2400"/>
                  </a:lnTo>
                  <a:close/>
                  <a:moveTo>
                    <a:pt x="4300" y="2400"/>
                  </a:moveTo>
                  <a:lnTo>
                    <a:pt x="4300" y="2524"/>
                  </a:lnTo>
                  <a:lnTo>
                    <a:pt x="4424" y="2524"/>
                  </a:lnTo>
                  <a:lnTo>
                    <a:pt x="4424" y="2400"/>
                  </a:lnTo>
                  <a:close/>
                  <a:moveTo>
                    <a:pt x="2600" y="2000"/>
                  </a:moveTo>
                  <a:lnTo>
                    <a:pt x="2600" y="2124"/>
                  </a:lnTo>
                  <a:lnTo>
                    <a:pt x="3124" y="2124"/>
                  </a:lnTo>
                  <a:lnTo>
                    <a:pt x="3124" y="2000"/>
                  </a:lnTo>
                  <a:close/>
                  <a:moveTo>
                    <a:pt x="1800" y="2000"/>
                  </a:moveTo>
                  <a:lnTo>
                    <a:pt x="1800" y="2124"/>
                  </a:lnTo>
                  <a:lnTo>
                    <a:pt x="2524" y="2124"/>
                  </a:lnTo>
                  <a:lnTo>
                    <a:pt x="2524" y="2000"/>
                  </a:lnTo>
                  <a:close/>
                  <a:moveTo>
                    <a:pt x="1200" y="2000"/>
                  </a:moveTo>
                  <a:lnTo>
                    <a:pt x="1200" y="2124"/>
                  </a:lnTo>
                  <a:lnTo>
                    <a:pt x="1724" y="2124"/>
                  </a:lnTo>
                  <a:lnTo>
                    <a:pt x="1724" y="2000"/>
                  </a:lnTo>
                  <a:close/>
                  <a:moveTo>
                    <a:pt x="3100" y="1800"/>
                  </a:moveTo>
                  <a:lnTo>
                    <a:pt x="3100" y="1924"/>
                  </a:lnTo>
                  <a:lnTo>
                    <a:pt x="3224" y="1924"/>
                  </a:lnTo>
                  <a:lnTo>
                    <a:pt x="3224" y="1800"/>
                  </a:lnTo>
                  <a:close/>
                  <a:moveTo>
                    <a:pt x="6000" y="1500"/>
                  </a:moveTo>
                  <a:lnTo>
                    <a:pt x="6000" y="1624"/>
                  </a:lnTo>
                  <a:lnTo>
                    <a:pt x="6124" y="1624"/>
                  </a:lnTo>
                  <a:lnTo>
                    <a:pt x="6124" y="1500"/>
                  </a:lnTo>
                  <a:close/>
                  <a:moveTo>
                    <a:pt x="4800" y="1100"/>
                  </a:moveTo>
                  <a:lnTo>
                    <a:pt x="4800" y="1224"/>
                  </a:lnTo>
                  <a:lnTo>
                    <a:pt x="4924" y="1224"/>
                  </a:lnTo>
                  <a:lnTo>
                    <a:pt x="4924" y="1100"/>
                  </a:lnTo>
                  <a:close/>
                  <a:moveTo>
                    <a:pt x="5000" y="500"/>
                  </a:moveTo>
                  <a:lnTo>
                    <a:pt x="5000" y="624"/>
                  </a:lnTo>
                  <a:lnTo>
                    <a:pt x="5074" y="624"/>
                  </a:lnTo>
                  <a:lnTo>
                    <a:pt x="5100" y="724"/>
                  </a:lnTo>
                  <a:lnTo>
                    <a:pt x="5174" y="724"/>
                  </a:lnTo>
                  <a:lnTo>
                    <a:pt x="5200" y="824"/>
                  </a:lnTo>
                  <a:lnTo>
                    <a:pt x="5300" y="850"/>
                  </a:lnTo>
                  <a:lnTo>
                    <a:pt x="5300" y="924"/>
                  </a:lnTo>
                  <a:lnTo>
                    <a:pt x="5424" y="924"/>
                  </a:lnTo>
                  <a:lnTo>
                    <a:pt x="5424" y="800"/>
                  </a:lnTo>
                  <a:lnTo>
                    <a:pt x="5350" y="800"/>
                  </a:lnTo>
                  <a:lnTo>
                    <a:pt x="5324" y="700"/>
                  </a:lnTo>
                  <a:lnTo>
                    <a:pt x="5250" y="700"/>
                  </a:lnTo>
                  <a:lnTo>
                    <a:pt x="5224" y="600"/>
                  </a:lnTo>
                  <a:lnTo>
                    <a:pt x="5124" y="574"/>
                  </a:lnTo>
                  <a:lnTo>
                    <a:pt x="5124" y="500"/>
                  </a:lnTo>
                  <a:close/>
                  <a:moveTo>
                    <a:pt x="5000" y="200"/>
                  </a:moveTo>
                  <a:lnTo>
                    <a:pt x="5000" y="324"/>
                  </a:lnTo>
                  <a:lnTo>
                    <a:pt x="5124" y="324"/>
                  </a:lnTo>
                  <a:lnTo>
                    <a:pt x="5124" y="200"/>
                  </a:lnTo>
                  <a:close/>
                  <a:moveTo>
                    <a:pt x="4500" y="200"/>
                  </a:moveTo>
                  <a:lnTo>
                    <a:pt x="4500" y="324"/>
                  </a:lnTo>
                  <a:lnTo>
                    <a:pt x="4624" y="324"/>
                  </a:lnTo>
                  <a:lnTo>
                    <a:pt x="4624" y="200"/>
                  </a:lnTo>
                  <a:close/>
                  <a:moveTo>
                    <a:pt x="4600" y="0"/>
                  </a:moveTo>
                  <a:lnTo>
                    <a:pt x="4600" y="124"/>
                  </a:lnTo>
                  <a:lnTo>
                    <a:pt x="4724" y="124"/>
                  </a:lnTo>
                  <a:lnTo>
                    <a:pt x="4724" y="0"/>
                  </a:lnTo>
                  <a:close/>
                  <a:moveTo>
                    <a:pt x="4100" y="0"/>
                  </a:moveTo>
                  <a:lnTo>
                    <a:pt x="4100" y="124"/>
                  </a:lnTo>
                  <a:lnTo>
                    <a:pt x="4224" y="124"/>
                  </a:lnTo>
                  <a:lnTo>
                    <a:pt x="4224" y="0"/>
                  </a:lnTo>
                  <a:close/>
                  <a:moveTo>
                    <a:pt x="3800" y="0"/>
                  </a:moveTo>
                  <a:lnTo>
                    <a:pt x="3800" y="124"/>
                  </a:lnTo>
                  <a:lnTo>
                    <a:pt x="3924" y="124"/>
                  </a:lnTo>
                  <a:lnTo>
                    <a:pt x="3924" y="0"/>
                  </a:lnTo>
                  <a:close/>
                  <a:moveTo>
                    <a:pt x="2200" y="0"/>
                  </a:moveTo>
                  <a:lnTo>
                    <a:pt x="2200" y="124"/>
                  </a:lnTo>
                  <a:lnTo>
                    <a:pt x="2524" y="124"/>
                  </a:lnTo>
                  <a:lnTo>
                    <a:pt x="2524" y="0"/>
                  </a:lnTo>
                  <a:close/>
                  <a:moveTo>
                    <a:pt x="1900" y="0"/>
                  </a:moveTo>
                  <a:lnTo>
                    <a:pt x="1900" y="124"/>
                  </a:lnTo>
                  <a:lnTo>
                    <a:pt x="2024" y="124"/>
                  </a:lnTo>
                  <a:lnTo>
                    <a:pt x="2024" y="0"/>
                  </a:lnTo>
                  <a:close/>
                  <a:moveTo>
                    <a:pt x="1500" y="0"/>
                  </a:moveTo>
                  <a:lnTo>
                    <a:pt x="15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5D63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3" name="Format reward illustration color 22"/>
            <p:cNvSpPr/>
            <p:nvPr/>
          </p:nvSpPr>
          <p:spPr>
            <a:xfrm>
              <a:off x="11616355" y="7519843"/>
              <a:ext cx="660563" cy="697139"/>
            </a:xfrm>
            <a:custGeom>
              <a:avLst/>
              <a:gdLst/>
              <a:ahLst/>
              <a:cxnLst/>
              <a:rect l="l" t="t" r="r" b="b"/>
              <a:pathLst>
                <a:path w="7224" h="7624">
                  <a:moveTo>
                    <a:pt x="5000" y="7500"/>
                  </a:moveTo>
                  <a:lnTo>
                    <a:pt x="5000" y="7624"/>
                  </a:lnTo>
                  <a:lnTo>
                    <a:pt x="5124" y="7624"/>
                  </a:lnTo>
                  <a:lnTo>
                    <a:pt x="5124" y="7500"/>
                  </a:lnTo>
                  <a:close/>
                  <a:moveTo>
                    <a:pt x="4600" y="7500"/>
                  </a:moveTo>
                  <a:lnTo>
                    <a:pt x="4600" y="7624"/>
                  </a:lnTo>
                  <a:lnTo>
                    <a:pt x="4724" y="7624"/>
                  </a:lnTo>
                  <a:lnTo>
                    <a:pt x="4724" y="7500"/>
                  </a:lnTo>
                  <a:close/>
                  <a:moveTo>
                    <a:pt x="3700" y="7500"/>
                  </a:moveTo>
                  <a:lnTo>
                    <a:pt x="3700" y="7624"/>
                  </a:lnTo>
                  <a:lnTo>
                    <a:pt x="4524" y="7624"/>
                  </a:lnTo>
                  <a:lnTo>
                    <a:pt x="4524" y="7500"/>
                  </a:lnTo>
                  <a:close/>
                  <a:moveTo>
                    <a:pt x="3400" y="7500"/>
                  </a:moveTo>
                  <a:lnTo>
                    <a:pt x="3400" y="7624"/>
                  </a:lnTo>
                  <a:lnTo>
                    <a:pt x="3524" y="7624"/>
                  </a:lnTo>
                  <a:lnTo>
                    <a:pt x="3524" y="7500"/>
                  </a:lnTo>
                  <a:close/>
                  <a:moveTo>
                    <a:pt x="1500" y="7500"/>
                  </a:moveTo>
                  <a:lnTo>
                    <a:pt x="1500" y="7624"/>
                  </a:lnTo>
                  <a:lnTo>
                    <a:pt x="1624" y="7624"/>
                  </a:lnTo>
                  <a:lnTo>
                    <a:pt x="1624" y="7500"/>
                  </a:lnTo>
                  <a:close/>
                  <a:moveTo>
                    <a:pt x="2600" y="7400"/>
                  </a:moveTo>
                  <a:lnTo>
                    <a:pt x="2600" y="7524"/>
                  </a:lnTo>
                  <a:lnTo>
                    <a:pt x="2724" y="7524"/>
                  </a:lnTo>
                  <a:lnTo>
                    <a:pt x="2724" y="7400"/>
                  </a:lnTo>
                  <a:close/>
                  <a:moveTo>
                    <a:pt x="1100" y="7400"/>
                  </a:moveTo>
                  <a:lnTo>
                    <a:pt x="1100" y="7524"/>
                  </a:lnTo>
                  <a:lnTo>
                    <a:pt x="1324" y="7524"/>
                  </a:lnTo>
                  <a:lnTo>
                    <a:pt x="1324" y="7400"/>
                  </a:lnTo>
                  <a:close/>
                  <a:moveTo>
                    <a:pt x="500" y="7400"/>
                  </a:moveTo>
                  <a:lnTo>
                    <a:pt x="500" y="7524"/>
                  </a:lnTo>
                  <a:lnTo>
                    <a:pt x="624" y="7524"/>
                  </a:lnTo>
                  <a:lnTo>
                    <a:pt x="624" y="7400"/>
                  </a:lnTo>
                  <a:close/>
                  <a:moveTo>
                    <a:pt x="100" y="7400"/>
                  </a:moveTo>
                  <a:lnTo>
                    <a:pt x="100" y="7524"/>
                  </a:lnTo>
                  <a:lnTo>
                    <a:pt x="224" y="7524"/>
                  </a:lnTo>
                  <a:lnTo>
                    <a:pt x="224" y="7400"/>
                  </a:lnTo>
                  <a:close/>
                  <a:moveTo>
                    <a:pt x="5700" y="7300"/>
                  </a:moveTo>
                  <a:lnTo>
                    <a:pt x="5700" y="7424"/>
                  </a:lnTo>
                  <a:lnTo>
                    <a:pt x="5824" y="7424"/>
                  </a:lnTo>
                  <a:lnTo>
                    <a:pt x="5824" y="7300"/>
                  </a:lnTo>
                  <a:close/>
                  <a:moveTo>
                    <a:pt x="100" y="7200"/>
                  </a:moveTo>
                  <a:lnTo>
                    <a:pt x="100" y="7324"/>
                  </a:lnTo>
                  <a:lnTo>
                    <a:pt x="224" y="7324"/>
                  </a:lnTo>
                  <a:lnTo>
                    <a:pt x="224" y="7200"/>
                  </a:lnTo>
                  <a:close/>
                  <a:moveTo>
                    <a:pt x="7224" y="7100"/>
                  </a:moveTo>
                  <a:lnTo>
                    <a:pt x="7100" y="7100"/>
                  </a:lnTo>
                  <a:lnTo>
                    <a:pt x="7100" y="7174"/>
                  </a:lnTo>
                  <a:lnTo>
                    <a:pt x="7000" y="7200"/>
                  </a:lnTo>
                  <a:lnTo>
                    <a:pt x="7000" y="7274"/>
                  </a:lnTo>
                  <a:lnTo>
                    <a:pt x="6900" y="7300"/>
                  </a:lnTo>
                  <a:lnTo>
                    <a:pt x="6874" y="7400"/>
                  </a:lnTo>
                  <a:lnTo>
                    <a:pt x="6800" y="7400"/>
                  </a:lnTo>
                  <a:lnTo>
                    <a:pt x="6800" y="7524"/>
                  </a:lnTo>
                  <a:lnTo>
                    <a:pt x="6924" y="7524"/>
                  </a:lnTo>
                  <a:lnTo>
                    <a:pt x="6950" y="7424"/>
                  </a:lnTo>
                  <a:lnTo>
                    <a:pt x="7000" y="7450"/>
                  </a:lnTo>
                  <a:lnTo>
                    <a:pt x="7000" y="7524"/>
                  </a:lnTo>
                  <a:lnTo>
                    <a:pt x="7124" y="7524"/>
                  </a:lnTo>
                  <a:lnTo>
                    <a:pt x="7124" y="7400"/>
                  </a:lnTo>
                  <a:lnTo>
                    <a:pt x="7050" y="7400"/>
                  </a:lnTo>
                  <a:lnTo>
                    <a:pt x="7024" y="7350"/>
                  </a:lnTo>
                  <a:lnTo>
                    <a:pt x="7050" y="7324"/>
                  </a:lnTo>
                  <a:lnTo>
                    <a:pt x="7224" y="7324"/>
                  </a:lnTo>
                  <a:close/>
                  <a:moveTo>
                    <a:pt x="5900" y="7100"/>
                  </a:moveTo>
                  <a:lnTo>
                    <a:pt x="5900" y="7224"/>
                  </a:lnTo>
                  <a:lnTo>
                    <a:pt x="6024" y="7224"/>
                  </a:lnTo>
                  <a:lnTo>
                    <a:pt x="6024" y="7100"/>
                  </a:lnTo>
                  <a:close/>
                  <a:moveTo>
                    <a:pt x="6200" y="7000"/>
                  </a:moveTo>
                  <a:lnTo>
                    <a:pt x="6200" y="7074"/>
                  </a:lnTo>
                  <a:lnTo>
                    <a:pt x="6100" y="7100"/>
                  </a:lnTo>
                  <a:lnTo>
                    <a:pt x="6100" y="7224"/>
                  </a:lnTo>
                  <a:lnTo>
                    <a:pt x="6224" y="7224"/>
                  </a:lnTo>
                  <a:lnTo>
                    <a:pt x="6224" y="7150"/>
                  </a:lnTo>
                  <a:lnTo>
                    <a:pt x="6274" y="7124"/>
                  </a:lnTo>
                  <a:lnTo>
                    <a:pt x="6300" y="7224"/>
                  </a:lnTo>
                  <a:lnTo>
                    <a:pt x="6400" y="7250"/>
                  </a:lnTo>
                  <a:lnTo>
                    <a:pt x="6374" y="7300"/>
                  </a:lnTo>
                  <a:lnTo>
                    <a:pt x="6300" y="7300"/>
                  </a:lnTo>
                  <a:lnTo>
                    <a:pt x="6300" y="7424"/>
                  </a:lnTo>
                  <a:lnTo>
                    <a:pt x="6374" y="7424"/>
                  </a:lnTo>
                  <a:lnTo>
                    <a:pt x="6400" y="7524"/>
                  </a:lnTo>
                  <a:lnTo>
                    <a:pt x="6524" y="7524"/>
                  </a:lnTo>
                  <a:lnTo>
                    <a:pt x="6524" y="7200"/>
                  </a:lnTo>
                  <a:lnTo>
                    <a:pt x="6450" y="7200"/>
                  </a:lnTo>
                  <a:lnTo>
                    <a:pt x="6424" y="7100"/>
                  </a:lnTo>
                  <a:lnTo>
                    <a:pt x="6324" y="7074"/>
                  </a:lnTo>
                  <a:lnTo>
                    <a:pt x="6324" y="7000"/>
                  </a:lnTo>
                  <a:close/>
                  <a:moveTo>
                    <a:pt x="6900" y="6700"/>
                  </a:moveTo>
                  <a:lnTo>
                    <a:pt x="6900" y="6774"/>
                  </a:lnTo>
                  <a:lnTo>
                    <a:pt x="6800" y="6800"/>
                  </a:lnTo>
                  <a:lnTo>
                    <a:pt x="6800" y="6924"/>
                  </a:lnTo>
                  <a:lnTo>
                    <a:pt x="6874" y="6924"/>
                  </a:lnTo>
                  <a:lnTo>
                    <a:pt x="6900" y="7024"/>
                  </a:lnTo>
                  <a:lnTo>
                    <a:pt x="7024" y="7024"/>
                  </a:lnTo>
                  <a:lnTo>
                    <a:pt x="7024" y="6900"/>
                  </a:lnTo>
                  <a:lnTo>
                    <a:pt x="6924" y="6874"/>
                  </a:lnTo>
                  <a:lnTo>
                    <a:pt x="6950" y="6824"/>
                  </a:lnTo>
                  <a:lnTo>
                    <a:pt x="7024" y="6824"/>
                  </a:lnTo>
                  <a:lnTo>
                    <a:pt x="7024" y="6700"/>
                  </a:lnTo>
                  <a:close/>
                  <a:moveTo>
                    <a:pt x="6124" y="6700"/>
                  </a:moveTo>
                  <a:lnTo>
                    <a:pt x="6000" y="6700"/>
                  </a:lnTo>
                  <a:lnTo>
                    <a:pt x="6000" y="6774"/>
                  </a:lnTo>
                  <a:lnTo>
                    <a:pt x="5900" y="6800"/>
                  </a:lnTo>
                  <a:lnTo>
                    <a:pt x="5900" y="7024"/>
                  </a:lnTo>
                  <a:lnTo>
                    <a:pt x="6024" y="7024"/>
                  </a:lnTo>
                  <a:lnTo>
                    <a:pt x="6024" y="6850"/>
                  </a:lnTo>
                  <a:lnTo>
                    <a:pt x="6124" y="6824"/>
                  </a:lnTo>
                  <a:close/>
                  <a:moveTo>
                    <a:pt x="100" y="6600"/>
                  </a:moveTo>
                  <a:lnTo>
                    <a:pt x="100" y="6824"/>
                  </a:lnTo>
                  <a:lnTo>
                    <a:pt x="224" y="6824"/>
                  </a:lnTo>
                  <a:lnTo>
                    <a:pt x="224" y="6600"/>
                  </a:lnTo>
                  <a:close/>
                  <a:moveTo>
                    <a:pt x="5800" y="6500"/>
                  </a:moveTo>
                  <a:lnTo>
                    <a:pt x="5800" y="6724"/>
                  </a:lnTo>
                  <a:lnTo>
                    <a:pt x="5924" y="6724"/>
                  </a:lnTo>
                  <a:lnTo>
                    <a:pt x="5924" y="6500"/>
                  </a:lnTo>
                  <a:close/>
                  <a:moveTo>
                    <a:pt x="3100" y="6400"/>
                  </a:moveTo>
                  <a:lnTo>
                    <a:pt x="3100" y="6524"/>
                  </a:lnTo>
                  <a:lnTo>
                    <a:pt x="3224" y="6524"/>
                  </a:lnTo>
                  <a:lnTo>
                    <a:pt x="3224" y="6400"/>
                  </a:lnTo>
                  <a:close/>
                  <a:moveTo>
                    <a:pt x="100" y="6400"/>
                  </a:moveTo>
                  <a:lnTo>
                    <a:pt x="100" y="6524"/>
                  </a:lnTo>
                  <a:lnTo>
                    <a:pt x="224" y="6524"/>
                  </a:lnTo>
                  <a:lnTo>
                    <a:pt x="224" y="6400"/>
                  </a:lnTo>
                  <a:close/>
                  <a:moveTo>
                    <a:pt x="2800" y="6300"/>
                  </a:moveTo>
                  <a:lnTo>
                    <a:pt x="2800" y="6424"/>
                  </a:lnTo>
                  <a:lnTo>
                    <a:pt x="2924" y="6424"/>
                  </a:lnTo>
                  <a:lnTo>
                    <a:pt x="2924" y="6300"/>
                  </a:lnTo>
                  <a:close/>
                  <a:moveTo>
                    <a:pt x="2300" y="6300"/>
                  </a:moveTo>
                  <a:lnTo>
                    <a:pt x="2300" y="6424"/>
                  </a:lnTo>
                  <a:lnTo>
                    <a:pt x="2724" y="6424"/>
                  </a:lnTo>
                  <a:lnTo>
                    <a:pt x="2724" y="6300"/>
                  </a:lnTo>
                  <a:close/>
                  <a:moveTo>
                    <a:pt x="1400" y="6300"/>
                  </a:moveTo>
                  <a:lnTo>
                    <a:pt x="1400" y="6424"/>
                  </a:lnTo>
                  <a:lnTo>
                    <a:pt x="1874" y="6424"/>
                  </a:lnTo>
                  <a:lnTo>
                    <a:pt x="1900" y="6524"/>
                  </a:lnTo>
                  <a:lnTo>
                    <a:pt x="2124" y="6524"/>
                  </a:lnTo>
                  <a:lnTo>
                    <a:pt x="2124" y="6450"/>
                  </a:lnTo>
                  <a:lnTo>
                    <a:pt x="2224" y="6424"/>
                  </a:lnTo>
                  <a:lnTo>
                    <a:pt x="2224" y="6300"/>
                  </a:lnTo>
                  <a:close/>
                  <a:moveTo>
                    <a:pt x="1000" y="6300"/>
                  </a:moveTo>
                  <a:lnTo>
                    <a:pt x="1000" y="6424"/>
                  </a:lnTo>
                  <a:lnTo>
                    <a:pt x="1224" y="6424"/>
                  </a:lnTo>
                  <a:lnTo>
                    <a:pt x="1224" y="6300"/>
                  </a:lnTo>
                  <a:close/>
                  <a:moveTo>
                    <a:pt x="5600" y="6200"/>
                  </a:moveTo>
                  <a:lnTo>
                    <a:pt x="5600" y="6324"/>
                  </a:lnTo>
                  <a:lnTo>
                    <a:pt x="5700" y="6350"/>
                  </a:lnTo>
                  <a:lnTo>
                    <a:pt x="5674" y="6400"/>
                  </a:lnTo>
                  <a:lnTo>
                    <a:pt x="5600" y="6400"/>
                  </a:lnTo>
                  <a:lnTo>
                    <a:pt x="5600" y="6524"/>
                  </a:lnTo>
                  <a:lnTo>
                    <a:pt x="5724" y="6524"/>
                  </a:lnTo>
                  <a:lnTo>
                    <a:pt x="5724" y="6450"/>
                  </a:lnTo>
                  <a:lnTo>
                    <a:pt x="5824" y="6424"/>
                  </a:lnTo>
                  <a:lnTo>
                    <a:pt x="5824" y="6350"/>
                  </a:lnTo>
                  <a:lnTo>
                    <a:pt x="5924" y="6324"/>
                  </a:lnTo>
                  <a:lnTo>
                    <a:pt x="5950" y="6224"/>
                  </a:lnTo>
                  <a:lnTo>
                    <a:pt x="6000" y="6250"/>
                  </a:lnTo>
                  <a:lnTo>
                    <a:pt x="6000" y="6324"/>
                  </a:lnTo>
                  <a:lnTo>
                    <a:pt x="6124" y="6324"/>
                  </a:lnTo>
                  <a:lnTo>
                    <a:pt x="6150" y="6224"/>
                  </a:lnTo>
                  <a:lnTo>
                    <a:pt x="6474" y="6224"/>
                  </a:lnTo>
                  <a:lnTo>
                    <a:pt x="6500" y="6274"/>
                  </a:lnTo>
                  <a:lnTo>
                    <a:pt x="6400" y="6300"/>
                  </a:lnTo>
                  <a:lnTo>
                    <a:pt x="6400" y="6424"/>
                  </a:lnTo>
                  <a:lnTo>
                    <a:pt x="6474" y="6424"/>
                  </a:lnTo>
                  <a:lnTo>
                    <a:pt x="6500" y="6524"/>
                  </a:lnTo>
                  <a:lnTo>
                    <a:pt x="6600" y="6550"/>
                  </a:lnTo>
                  <a:lnTo>
                    <a:pt x="6600" y="6624"/>
                  </a:lnTo>
                  <a:lnTo>
                    <a:pt x="6724" y="6624"/>
                  </a:lnTo>
                  <a:lnTo>
                    <a:pt x="6724" y="6400"/>
                  </a:lnTo>
                  <a:lnTo>
                    <a:pt x="6550" y="6400"/>
                  </a:lnTo>
                  <a:lnTo>
                    <a:pt x="6524" y="6374"/>
                  </a:lnTo>
                  <a:lnTo>
                    <a:pt x="6550" y="6324"/>
                  </a:lnTo>
                  <a:lnTo>
                    <a:pt x="6624" y="6324"/>
                  </a:lnTo>
                  <a:lnTo>
                    <a:pt x="6624" y="6200"/>
                  </a:lnTo>
                  <a:lnTo>
                    <a:pt x="6550" y="6200"/>
                  </a:lnTo>
                  <a:lnTo>
                    <a:pt x="6524" y="6100"/>
                  </a:lnTo>
                  <a:lnTo>
                    <a:pt x="6100" y="6100"/>
                  </a:lnTo>
                  <a:lnTo>
                    <a:pt x="6074" y="6200"/>
                  </a:lnTo>
                  <a:lnTo>
                    <a:pt x="6024" y="6174"/>
                  </a:lnTo>
                  <a:lnTo>
                    <a:pt x="6024" y="6100"/>
                  </a:lnTo>
                  <a:lnTo>
                    <a:pt x="5900" y="6100"/>
                  </a:lnTo>
                  <a:lnTo>
                    <a:pt x="5900" y="6174"/>
                  </a:lnTo>
                  <a:lnTo>
                    <a:pt x="5800" y="6200"/>
                  </a:lnTo>
                  <a:lnTo>
                    <a:pt x="5774" y="6300"/>
                  </a:lnTo>
                  <a:lnTo>
                    <a:pt x="5724" y="6274"/>
                  </a:lnTo>
                  <a:lnTo>
                    <a:pt x="5724" y="6200"/>
                  </a:lnTo>
                  <a:close/>
                  <a:moveTo>
                    <a:pt x="5400" y="6100"/>
                  </a:moveTo>
                  <a:lnTo>
                    <a:pt x="5400" y="6224"/>
                  </a:lnTo>
                  <a:lnTo>
                    <a:pt x="5524" y="6224"/>
                  </a:lnTo>
                  <a:lnTo>
                    <a:pt x="5524" y="6100"/>
                  </a:lnTo>
                  <a:close/>
                  <a:moveTo>
                    <a:pt x="4100" y="6100"/>
                  </a:moveTo>
                  <a:lnTo>
                    <a:pt x="4100" y="6224"/>
                  </a:lnTo>
                  <a:lnTo>
                    <a:pt x="4224" y="6224"/>
                  </a:lnTo>
                  <a:lnTo>
                    <a:pt x="4224" y="6100"/>
                  </a:lnTo>
                  <a:close/>
                  <a:moveTo>
                    <a:pt x="5124" y="5900"/>
                  </a:moveTo>
                  <a:lnTo>
                    <a:pt x="5000" y="5900"/>
                  </a:lnTo>
                  <a:lnTo>
                    <a:pt x="4974" y="6000"/>
                  </a:lnTo>
                  <a:lnTo>
                    <a:pt x="4300" y="6000"/>
                  </a:lnTo>
                  <a:lnTo>
                    <a:pt x="4300" y="6124"/>
                  </a:lnTo>
                  <a:lnTo>
                    <a:pt x="5024" y="6124"/>
                  </a:lnTo>
                  <a:lnTo>
                    <a:pt x="5024" y="6050"/>
                  </a:lnTo>
                  <a:lnTo>
                    <a:pt x="5124" y="6024"/>
                  </a:lnTo>
                  <a:close/>
                  <a:moveTo>
                    <a:pt x="4000" y="5900"/>
                  </a:moveTo>
                  <a:lnTo>
                    <a:pt x="4000" y="6024"/>
                  </a:lnTo>
                  <a:lnTo>
                    <a:pt x="4124" y="6024"/>
                  </a:lnTo>
                  <a:lnTo>
                    <a:pt x="4124" y="5900"/>
                  </a:lnTo>
                  <a:close/>
                  <a:moveTo>
                    <a:pt x="5300" y="5800"/>
                  </a:moveTo>
                  <a:lnTo>
                    <a:pt x="5300" y="5924"/>
                  </a:lnTo>
                  <a:lnTo>
                    <a:pt x="5424" y="5924"/>
                  </a:lnTo>
                  <a:lnTo>
                    <a:pt x="5424" y="5800"/>
                  </a:lnTo>
                  <a:close/>
                  <a:moveTo>
                    <a:pt x="3700" y="5800"/>
                  </a:moveTo>
                  <a:lnTo>
                    <a:pt x="3700" y="5924"/>
                  </a:lnTo>
                  <a:lnTo>
                    <a:pt x="3824" y="5924"/>
                  </a:lnTo>
                  <a:lnTo>
                    <a:pt x="3824" y="5800"/>
                  </a:lnTo>
                  <a:close/>
                  <a:moveTo>
                    <a:pt x="2000" y="5600"/>
                  </a:moveTo>
                  <a:lnTo>
                    <a:pt x="2000" y="5724"/>
                  </a:lnTo>
                  <a:lnTo>
                    <a:pt x="2074" y="5724"/>
                  </a:lnTo>
                  <a:lnTo>
                    <a:pt x="2100" y="5824"/>
                  </a:lnTo>
                  <a:lnTo>
                    <a:pt x="2224" y="5824"/>
                  </a:lnTo>
                  <a:lnTo>
                    <a:pt x="2250" y="5724"/>
                  </a:lnTo>
                  <a:lnTo>
                    <a:pt x="2474" y="5724"/>
                  </a:lnTo>
                  <a:lnTo>
                    <a:pt x="2500" y="5824"/>
                  </a:lnTo>
                  <a:lnTo>
                    <a:pt x="2624" y="5824"/>
                  </a:lnTo>
                  <a:lnTo>
                    <a:pt x="2624" y="5700"/>
                  </a:lnTo>
                  <a:lnTo>
                    <a:pt x="2550" y="5700"/>
                  </a:lnTo>
                  <a:lnTo>
                    <a:pt x="2524" y="5600"/>
                  </a:lnTo>
                  <a:lnTo>
                    <a:pt x="2200" y="5600"/>
                  </a:lnTo>
                  <a:lnTo>
                    <a:pt x="2174" y="5700"/>
                  </a:lnTo>
                  <a:lnTo>
                    <a:pt x="2124" y="5674"/>
                  </a:lnTo>
                  <a:lnTo>
                    <a:pt x="2124" y="5600"/>
                  </a:lnTo>
                  <a:close/>
                  <a:moveTo>
                    <a:pt x="900" y="5600"/>
                  </a:moveTo>
                  <a:lnTo>
                    <a:pt x="900" y="5724"/>
                  </a:lnTo>
                  <a:lnTo>
                    <a:pt x="1674" y="5724"/>
                  </a:lnTo>
                  <a:lnTo>
                    <a:pt x="1700" y="5824"/>
                  </a:lnTo>
                  <a:lnTo>
                    <a:pt x="1824" y="5824"/>
                  </a:lnTo>
                  <a:lnTo>
                    <a:pt x="1824" y="5750"/>
                  </a:lnTo>
                  <a:lnTo>
                    <a:pt x="1924" y="5724"/>
                  </a:lnTo>
                  <a:lnTo>
                    <a:pt x="1924" y="5600"/>
                  </a:lnTo>
                  <a:close/>
                  <a:moveTo>
                    <a:pt x="5100" y="5500"/>
                  </a:moveTo>
                  <a:lnTo>
                    <a:pt x="5100" y="5624"/>
                  </a:lnTo>
                  <a:lnTo>
                    <a:pt x="5224" y="5624"/>
                  </a:lnTo>
                  <a:lnTo>
                    <a:pt x="5224" y="5500"/>
                  </a:lnTo>
                  <a:close/>
                  <a:moveTo>
                    <a:pt x="3900" y="5500"/>
                  </a:moveTo>
                  <a:lnTo>
                    <a:pt x="3900" y="5624"/>
                  </a:lnTo>
                  <a:lnTo>
                    <a:pt x="4074" y="5624"/>
                  </a:lnTo>
                  <a:lnTo>
                    <a:pt x="4100" y="5724"/>
                  </a:lnTo>
                  <a:lnTo>
                    <a:pt x="4924" y="5724"/>
                  </a:lnTo>
                  <a:lnTo>
                    <a:pt x="4924" y="5500"/>
                  </a:lnTo>
                  <a:lnTo>
                    <a:pt x="4800" y="5500"/>
                  </a:lnTo>
                  <a:lnTo>
                    <a:pt x="4774" y="5600"/>
                  </a:lnTo>
                  <a:lnTo>
                    <a:pt x="4250" y="5600"/>
                  </a:lnTo>
                  <a:lnTo>
                    <a:pt x="4224" y="5500"/>
                  </a:lnTo>
                  <a:close/>
                  <a:moveTo>
                    <a:pt x="5800" y="5400"/>
                  </a:moveTo>
                  <a:lnTo>
                    <a:pt x="5800" y="5474"/>
                  </a:lnTo>
                  <a:lnTo>
                    <a:pt x="5700" y="5500"/>
                  </a:lnTo>
                  <a:lnTo>
                    <a:pt x="5674" y="5600"/>
                  </a:lnTo>
                  <a:lnTo>
                    <a:pt x="5600" y="5600"/>
                  </a:lnTo>
                  <a:lnTo>
                    <a:pt x="5600" y="5724"/>
                  </a:lnTo>
                  <a:lnTo>
                    <a:pt x="5700" y="5750"/>
                  </a:lnTo>
                  <a:lnTo>
                    <a:pt x="5674" y="5800"/>
                  </a:lnTo>
                  <a:lnTo>
                    <a:pt x="5600" y="5800"/>
                  </a:lnTo>
                  <a:lnTo>
                    <a:pt x="5600" y="5924"/>
                  </a:lnTo>
                  <a:lnTo>
                    <a:pt x="5724" y="5924"/>
                  </a:lnTo>
                  <a:lnTo>
                    <a:pt x="5750" y="5824"/>
                  </a:lnTo>
                  <a:lnTo>
                    <a:pt x="5874" y="5824"/>
                  </a:lnTo>
                  <a:lnTo>
                    <a:pt x="5900" y="5924"/>
                  </a:lnTo>
                  <a:lnTo>
                    <a:pt x="6000" y="5950"/>
                  </a:lnTo>
                  <a:lnTo>
                    <a:pt x="6000" y="6024"/>
                  </a:lnTo>
                  <a:lnTo>
                    <a:pt x="6224" y="6024"/>
                  </a:lnTo>
                  <a:lnTo>
                    <a:pt x="6224" y="5900"/>
                  </a:lnTo>
                  <a:lnTo>
                    <a:pt x="6150" y="5900"/>
                  </a:lnTo>
                  <a:lnTo>
                    <a:pt x="6124" y="5800"/>
                  </a:lnTo>
                  <a:lnTo>
                    <a:pt x="5950" y="5800"/>
                  </a:lnTo>
                  <a:lnTo>
                    <a:pt x="5924" y="5774"/>
                  </a:lnTo>
                  <a:lnTo>
                    <a:pt x="5950" y="5724"/>
                  </a:lnTo>
                  <a:lnTo>
                    <a:pt x="6024" y="5724"/>
                  </a:lnTo>
                  <a:lnTo>
                    <a:pt x="6024" y="5600"/>
                  </a:lnTo>
                  <a:lnTo>
                    <a:pt x="5924" y="5574"/>
                  </a:lnTo>
                  <a:lnTo>
                    <a:pt x="5924" y="5400"/>
                  </a:lnTo>
                  <a:close/>
                  <a:moveTo>
                    <a:pt x="5724" y="5650"/>
                  </a:moveTo>
                  <a:lnTo>
                    <a:pt x="5750" y="5624"/>
                  </a:lnTo>
                  <a:lnTo>
                    <a:pt x="5874" y="5624"/>
                  </a:lnTo>
                  <a:lnTo>
                    <a:pt x="5900" y="5674"/>
                  </a:lnTo>
                  <a:lnTo>
                    <a:pt x="5874" y="5700"/>
                  </a:lnTo>
                  <a:lnTo>
                    <a:pt x="5750" y="5700"/>
                  </a:lnTo>
                  <a:close/>
                  <a:moveTo>
                    <a:pt x="3600" y="5300"/>
                  </a:moveTo>
                  <a:lnTo>
                    <a:pt x="3600" y="5424"/>
                  </a:lnTo>
                  <a:lnTo>
                    <a:pt x="3674" y="5424"/>
                  </a:lnTo>
                  <a:lnTo>
                    <a:pt x="3700" y="5524"/>
                  </a:lnTo>
                  <a:lnTo>
                    <a:pt x="3824" y="5524"/>
                  </a:lnTo>
                  <a:lnTo>
                    <a:pt x="3824" y="5400"/>
                  </a:lnTo>
                  <a:lnTo>
                    <a:pt x="3750" y="5400"/>
                  </a:lnTo>
                  <a:lnTo>
                    <a:pt x="3724" y="5300"/>
                  </a:lnTo>
                  <a:close/>
                  <a:moveTo>
                    <a:pt x="5300" y="5200"/>
                  </a:moveTo>
                  <a:lnTo>
                    <a:pt x="5300" y="5524"/>
                  </a:lnTo>
                  <a:lnTo>
                    <a:pt x="5424" y="5524"/>
                  </a:lnTo>
                  <a:lnTo>
                    <a:pt x="5424" y="5450"/>
                  </a:lnTo>
                  <a:lnTo>
                    <a:pt x="5524" y="5424"/>
                  </a:lnTo>
                  <a:lnTo>
                    <a:pt x="5524" y="5300"/>
                  </a:lnTo>
                  <a:lnTo>
                    <a:pt x="5450" y="5300"/>
                  </a:lnTo>
                  <a:lnTo>
                    <a:pt x="5424" y="5200"/>
                  </a:lnTo>
                  <a:close/>
                  <a:moveTo>
                    <a:pt x="3000" y="5200"/>
                  </a:moveTo>
                  <a:lnTo>
                    <a:pt x="3000" y="5274"/>
                  </a:lnTo>
                  <a:lnTo>
                    <a:pt x="2900" y="5300"/>
                  </a:lnTo>
                  <a:lnTo>
                    <a:pt x="2900" y="5424"/>
                  </a:lnTo>
                  <a:lnTo>
                    <a:pt x="3024" y="5424"/>
                  </a:lnTo>
                  <a:lnTo>
                    <a:pt x="3024" y="5350"/>
                  </a:lnTo>
                  <a:lnTo>
                    <a:pt x="3074" y="5324"/>
                  </a:lnTo>
                  <a:lnTo>
                    <a:pt x="3100" y="5350"/>
                  </a:lnTo>
                  <a:lnTo>
                    <a:pt x="3100" y="5524"/>
                  </a:lnTo>
                  <a:lnTo>
                    <a:pt x="3224" y="5524"/>
                  </a:lnTo>
                  <a:lnTo>
                    <a:pt x="3224" y="5300"/>
                  </a:lnTo>
                  <a:lnTo>
                    <a:pt x="3150" y="5300"/>
                  </a:lnTo>
                  <a:lnTo>
                    <a:pt x="3124" y="5200"/>
                  </a:lnTo>
                  <a:close/>
                  <a:moveTo>
                    <a:pt x="5500" y="5100"/>
                  </a:moveTo>
                  <a:lnTo>
                    <a:pt x="5500" y="5224"/>
                  </a:lnTo>
                  <a:lnTo>
                    <a:pt x="5724" y="5224"/>
                  </a:lnTo>
                  <a:lnTo>
                    <a:pt x="5724" y="5100"/>
                  </a:lnTo>
                  <a:close/>
                  <a:moveTo>
                    <a:pt x="3300" y="5000"/>
                  </a:moveTo>
                  <a:lnTo>
                    <a:pt x="3300" y="5124"/>
                  </a:lnTo>
                  <a:lnTo>
                    <a:pt x="3374" y="5124"/>
                  </a:lnTo>
                  <a:lnTo>
                    <a:pt x="3400" y="5224"/>
                  </a:lnTo>
                  <a:lnTo>
                    <a:pt x="3524" y="5224"/>
                  </a:lnTo>
                  <a:lnTo>
                    <a:pt x="3524" y="5000"/>
                  </a:lnTo>
                  <a:close/>
                  <a:moveTo>
                    <a:pt x="100" y="5000"/>
                  </a:moveTo>
                  <a:lnTo>
                    <a:pt x="100" y="5624"/>
                  </a:lnTo>
                  <a:lnTo>
                    <a:pt x="224" y="5624"/>
                  </a:lnTo>
                  <a:lnTo>
                    <a:pt x="224" y="5000"/>
                  </a:lnTo>
                  <a:close/>
                  <a:moveTo>
                    <a:pt x="800" y="4900"/>
                  </a:moveTo>
                  <a:lnTo>
                    <a:pt x="800" y="5024"/>
                  </a:lnTo>
                  <a:lnTo>
                    <a:pt x="874" y="5024"/>
                  </a:lnTo>
                  <a:lnTo>
                    <a:pt x="900" y="5124"/>
                  </a:lnTo>
                  <a:lnTo>
                    <a:pt x="1724" y="5124"/>
                  </a:lnTo>
                  <a:lnTo>
                    <a:pt x="1724" y="5050"/>
                  </a:lnTo>
                  <a:lnTo>
                    <a:pt x="1824" y="5024"/>
                  </a:lnTo>
                  <a:lnTo>
                    <a:pt x="1824" y="4900"/>
                  </a:lnTo>
                  <a:lnTo>
                    <a:pt x="1700" y="4900"/>
                  </a:lnTo>
                  <a:lnTo>
                    <a:pt x="1674" y="5000"/>
                  </a:lnTo>
                  <a:lnTo>
                    <a:pt x="950" y="5000"/>
                  </a:lnTo>
                  <a:lnTo>
                    <a:pt x="924" y="4900"/>
                  </a:lnTo>
                  <a:close/>
                  <a:moveTo>
                    <a:pt x="6100" y="4800"/>
                  </a:moveTo>
                  <a:lnTo>
                    <a:pt x="6100" y="5074"/>
                  </a:lnTo>
                  <a:lnTo>
                    <a:pt x="6000" y="5100"/>
                  </a:lnTo>
                  <a:lnTo>
                    <a:pt x="6000" y="5224"/>
                  </a:lnTo>
                  <a:lnTo>
                    <a:pt x="6224" y="5224"/>
                  </a:lnTo>
                  <a:lnTo>
                    <a:pt x="6224" y="4800"/>
                  </a:lnTo>
                  <a:close/>
                  <a:moveTo>
                    <a:pt x="4200" y="4800"/>
                  </a:moveTo>
                  <a:lnTo>
                    <a:pt x="4200" y="5024"/>
                  </a:lnTo>
                  <a:lnTo>
                    <a:pt x="4324" y="5024"/>
                  </a:lnTo>
                  <a:lnTo>
                    <a:pt x="4324" y="4800"/>
                  </a:lnTo>
                  <a:close/>
                  <a:moveTo>
                    <a:pt x="4600" y="4700"/>
                  </a:moveTo>
                  <a:lnTo>
                    <a:pt x="4600" y="4824"/>
                  </a:lnTo>
                  <a:lnTo>
                    <a:pt x="4724" y="4824"/>
                  </a:lnTo>
                  <a:lnTo>
                    <a:pt x="4724" y="4700"/>
                  </a:lnTo>
                  <a:close/>
                  <a:moveTo>
                    <a:pt x="3424" y="4700"/>
                  </a:moveTo>
                  <a:lnTo>
                    <a:pt x="3300" y="4700"/>
                  </a:lnTo>
                  <a:lnTo>
                    <a:pt x="3300" y="4774"/>
                  </a:lnTo>
                  <a:lnTo>
                    <a:pt x="3200" y="4800"/>
                  </a:lnTo>
                  <a:lnTo>
                    <a:pt x="3200" y="4924"/>
                  </a:lnTo>
                  <a:lnTo>
                    <a:pt x="3324" y="4924"/>
                  </a:lnTo>
                  <a:lnTo>
                    <a:pt x="3324" y="4850"/>
                  </a:lnTo>
                  <a:lnTo>
                    <a:pt x="3424" y="4824"/>
                  </a:lnTo>
                  <a:close/>
                  <a:moveTo>
                    <a:pt x="3900" y="4600"/>
                  </a:moveTo>
                  <a:lnTo>
                    <a:pt x="3900" y="4724"/>
                  </a:lnTo>
                  <a:lnTo>
                    <a:pt x="4124" y="4724"/>
                  </a:lnTo>
                  <a:lnTo>
                    <a:pt x="4124" y="4600"/>
                  </a:lnTo>
                  <a:close/>
                  <a:moveTo>
                    <a:pt x="2800" y="4600"/>
                  </a:moveTo>
                  <a:lnTo>
                    <a:pt x="2800" y="4774"/>
                  </a:lnTo>
                  <a:lnTo>
                    <a:pt x="2700" y="4800"/>
                  </a:lnTo>
                  <a:lnTo>
                    <a:pt x="2700" y="4924"/>
                  </a:lnTo>
                  <a:lnTo>
                    <a:pt x="2800" y="4950"/>
                  </a:lnTo>
                  <a:lnTo>
                    <a:pt x="2800" y="5124"/>
                  </a:lnTo>
                  <a:lnTo>
                    <a:pt x="3024" y="5124"/>
                  </a:lnTo>
                  <a:lnTo>
                    <a:pt x="3024" y="5000"/>
                  </a:lnTo>
                  <a:lnTo>
                    <a:pt x="2924" y="4974"/>
                  </a:lnTo>
                  <a:lnTo>
                    <a:pt x="2924" y="4600"/>
                  </a:lnTo>
                  <a:close/>
                  <a:moveTo>
                    <a:pt x="5924" y="4500"/>
                  </a:moveTo>
                  <a:lnTo>
                    <a:pt x="5800" y="4500"/>
                  </a:lnTo>
                  <a:lnTo>
                    <a:pt x="5800" y="4674"/>
                  </a:lnTo>
                  <a:lnTo>
                    <a:pt x="5700" y="4700"/>
                  </a:lnTo>
                  <a:lnTo>
                    <a:pt x="5674" y="4800"/>
                  </a:lnTo>
                  <a:lnTo>
                    <a:pt x="5600" y="4800"/>
                  </a:lnTo>
                  <a:lnTo>
                    <a:pt x="5600" y="4924"/>
                  </a:lnTo>
                  <a:lnTo>
                    <a:pt x="5674" y="4924"/>
                  </a:lnTo>
                  <a:lnTo>
                    <a:pt x="5700" y="5024"/>
                  </a:lnTo>
                  <a:lnTo>
                    <a:pt x="5824" y="5024"/>
                  </a:lnTo>
                  <a:lnTo>
                    <a:pt x="5824" y="4900"/>
                  </a:lnTo>
                  <a:lnTo>
                    <a:pt x="5750" y="4900"/>
                  </a:lnTo>
                  <a:lnTo>
                    <a:pt x="5724" y="4874"/>
                  </a:lnTo>
                  <a:lnTo>
                    <a:pt x="5750" y="4824"/>
                  </a:lnTo>
                  <a:lnTo>
                    <a:pt x="5924" y="4824"/>
                  </a:lnTo>
                  <a:close/>
                  <a:moveTo>
                    <a:pt x="4900" y="4300"/>
                  </a:moveTo>
                  <a:lnTo>
                    <a:pt x="4900" y="4424"/>
                  </a:lnTo>
                  <a:lnTo>
                    <a:pt x="5024" y="4424"/>
                  </a:lnTo>
                  <a:lnTo>
                    <a:pt x="5024" y="4300"/>
                  </a:lnTo>
                  <a:close/>
                  <a:moveTo>
                    <a:pt x="3700" y="4300"/>
                  </a:moveTo>
                  <a:lnTo>
                    <a:pt x="3700" y="4424"/>
                  </a:lnTo>
                  <a:lnTo>
                    <a:pt x="3824" y="4424"/>
                  </a:lnTo>
                  <a:lnTo>
                    <a:pt x="3824" y="4300"/>
                  </a:lnTo>
                  <a:close/>
                  <a:moveTo>
                    <a:pt x="3324" y="4300"/>
                  </a:moveTo>
                  <a:lnTo>
                    <a:pt x="3200" y="4300"/>
                  </a:lnTo>
                  <a:lnTo>
                    <a:pt x="3200" y="4374"/>
                  </a:lnTo>
                  <a:lnTo>
                    <a:pt x="3100" y="4400"/>
                  </a:lnTo>
                  <a:lnTo>
                    <a:pt x="3100" y="4624"/>
                  </a:lnTo>
                  <a:lnTo>
                    <a:pt x="3224" y="4624"/>
                  </a:lnTo>
                  <a:lnTo>
                    <a:pt x="3224" y="4450"/>
                  </a:lnTo>
                  <a:lnTo>
                    <a:pt x="3324" y="4424"/>
                  </a:lnTo>
                  <a:close/>
                  <a:moveTo>
                    <a:pt x="4000" y="4200"/>
                  </a:moveTo>
                  <a:lnTo>
                    <a:pt x="4000" y="4324"/>
                  </a:lnTo>
                  <a:lnTo>
                    <a:pt x="4100" y="4350"/>
                  </a:lnTo>
                  <a:lnTo>
                    <a:pt x="4100" y="4524"/>
                  </a:lnTo>
                  <a:lnTo>
                    <a:pt x="4274" y="4524"/>
                  </a:lnTo>
                  <a:lnTo>
                    <a:pt x="4300" y="4624"/>
                  </a:lnTo>
                  <a:lnTo>
                    <a:pt x="4400" y="4650"/>
                  </a:lnTo>
                  <a:lnTo>
                    <a:pt x="4400" y="4724"/>
                  </a:lnTo>
                  <a:lnTo>
                    <a:pt x="4524" y="4724"/>
                  </a:lnTo>
                  <a:lnTo>
                    <a:pt x="4524" y="4600"/>
                  </a:lnTo>
                  <a:lnTo>
                    <a:pt x="4424" y="4574"/>
                  </a:lnTo>
                  <a:lnTo>
                    <a:pt x="4450" y="4524"/>
                  </a:lnTo>
                  <a:lnTo>
                    <a:pt x="4524" y="4524"/>
                  </a:lnTo>
                  <a:lnTo>
                    <a:pt x="4524" y="4400"/>
                  </a:lnTo>
                  <a:lnTo>
                    <a:pt x="4400" y="4400"/>
                  </a:lnTo>
                  <a:lnTo>
                    <a:pt x="4400" y="4474"/>
                  </a:lnTo>
                  <a:lnTo>
                    <a:pt x="4350" y="4500"/>
                  </a:lnTo>
                  <a:lnTo>
                    <a:pt x="4324" y="4400"/>
                  </a:lnTo>
                  <a:lnTo>
                    <a:pt x="4250" y="4400"/>
                  </a:lnTo>
                  <a:lnTo>
                    <a:pt x="4224" y="4300"/>
                  </a:lnTo>
                  <a:lnTo>
                    <a:pt x="4124" y="4274"/>
                  </a:lnTo>
                  <a:lnTo>
                    <a:pt x="4124" y="4200"/>
                  </a:lnTo>
                  <a:close/>
                  <a:moveTo>
                    <a:pt x="2600" y="4200"/>
                  </a:moveTo>
                  <a:lnTo>
                    <a:pt x="2600" y="4424"/>
                  </a:lnTo>
                  <a:lnTo>
                    <a:pt x="2724" y="4424"/>
                  </a:lnTo>
                  <a:lnTo>
                    <a:pt x="2724" y="4200"/>
                  </a:lnTo>
                  <a:close/>
                  <a:moveTo>
                    <a:pt x="2124" y="4200"/>
                  </a:moveTo>
                  <a:lnTo>
                    <a:pt x="2000" y="4200"/>
                  </a:lnTo>
                  <a:lnTo>
                    <a:pt x="1974" y="4300"/>
                  </a:lnTo>
                  <a:lnTo>
                    <a:pt x="1800" y="4300"/>
                  </a:lnTo>
                  <a:lnTo>
                    <a:pt x="1800" y="4424"/>
                  </a:lnTo>
                  <a:lnTo>
                    <a:pt x="2024" y="4424"/>
                  </a:lnTo>
                  <a:lnTo>
                    <a:pt x="2024" y="4350"/>
                  </a:lnTo>
                  <a:lnTo>
                    <a:pt x="2124" y="4324"/>
                  </a:lnTo>
                  <a:close/>
                  <a:moveTo>
                    <a:pt x="900" y="4424"/>
                  </a:moveTo>
                  <a:lnTo>
                    <a:pt x="1124" y="4424"/>
                  </a:lnTo>
                  <a:lnTo>
                    <a:pt x="1150" y="4324"/>
                  </a:lnTo>
                  <a:lnTo>
                    <a:pt x="1274" y="4324"/>
                  </a:lnTo>
                  <a:lnTo>
                    <a:pt x="1300" y="4424"/>
                  </a:lnTo>
                  <a:lnTo>
                    <a:pt x="1524" y="4424"/>
                  </a:lnTo>
                  <a:lnTo>
                    <a:pt x="1550" y="4324"/>
                  </a:lnTo>
                  <a:lnTo>
                    <a:pt x="1724" y="4324"/>
                  </a:lnTo>
                  <a:lnTo>
                    <a:pt x="1724" y="4200"/>
                  </a:lnTo>
                  <a:lnTo>
                    <a:pt x="1100" y="4200"/>
                  </a:lnTo>
                  <a:lnTo>
                    <a:pt x="1074" y="4300"/>
                  </a:lnTo>
                  <a:lnTo>
                    <a:pt x="900" y="4300"/>
                  </a:lnTo>
                  <a:close/>
                  <a:moveTo>
                    <a:pt x="224" y="4200"/>
                  </a:moveTo>
                  <a:lnTo>
                    <a:pt x="100" y="4200"/>
                  </a:lnTo>
                  <a:lnTo>
                    <a:pt x="100" y="4674"/>
                  </a:lnTo>
                  <a:lnTo>
                    <a:pt x="0" y="4700"/>
                  </a:lnTo>
                  <a:lnTo>
                    <a:pt x="0" y="4824"/>
                  </a:lnTo>
                  <a:lnTo>
                    <a:pt x="124" y="4824"/>
                  </a:lnTo>
                  <a:lnTo>
                    <a:pt x="124" y="4750"/>
                  </a:lnTo>
                  <a:lnTo>
                    <a:pt x="224" y="4724"/>
                  </a:lnTo>
                  <a:close/>
                  <a:moveTo>
                    <a:pt x="6200" y="4100"/>
                  </a:moveTo>
                  <a:lnTo>
                    <a:pt x="6200" y="4724"/>
                  </a:lnTo>
                  <a:lnTo>
                    <a:pt x="6324" y="4724"/>
                  </a:lnTo>
                  <a:lnTo>
                    <a:pt x="6324" y="4100"/>
                  </a:lnTo>
                  <a:close/>
                  <a:moveTo>
                    <a:pt x="4600" y="4100"/>
                  </a:moveTo>
                  <a:lnTo>
                    <a:pt x="4600" y="4224"/>
                  </a:lnTo>
                  <a:lnTo>
                    <a:pt x="4724" y="4224"/>
                  </a:lnTo>
                  <a:lnTo>
                    <a:pt x="4724" y="4100"/>
                  </a:lnTo>
                  <a:close/>
                  <a:moveTo>
                    <a:pt x="5800" y="4000"/>
                  </a:moveTo>
                  <a:lnTo>
                    <a:pt x="5800" y="4224"/>
                  </a:lnTo>
                  <a:lnTo>
                    <a:pt x="5924" y="4224"/>
                  </a:lnTo>
                  <a:lnTo>
                    <a:pt x="5924" y="4000"/>
                  </a:lnTo>
                  <a:close/>
                  <a:moveTo>
                    <a:pt x="4800" y="4000"/>
                  </a:moveTo>
                  <a:lnTo>
                    <a:pt x="4800" y="4124"/>
                  </a:lnTo>
                  <a:lnTo>
                    <a:pt x="4924" y="4124"/>
                  </a:lnTo>
                  <a:lnTo>
                    <a:pt x="4924" y="4000"/>
                  </a:lnTo>
                  <a:close/>
                  <a:moveTo>
                    <a:pt x="2800" y="4000"/>
                  </a:moveTo>
                  <a:lnTo>
                    <a:pt x="2800" y="4124"/>
                  </a:lnTo>
                  <a:lnTo>
                    <a:pt x="2924" y="4124"/>
                  </a:lnTo>
                  <a:lnTo>
                    <a:pt x="2924" y="4000"/>
                  </a:lnTo>
                  <a:close/>
                  <a:moveTo>
                    <a:pt x="3424" y="3900"/>
                  </a:moveTo>
                  <a:lnTo>
                    <a:pt x="3300" y="3900"/>
                  </a:lnTo>
                  <a:lnTo>
                    <a:pt x="3274" y="4000"/>
                  </a:lnTo>
                  <a:lnTo>
                    <a:pt x="3100" y="4000"/>
                  </a:lnTo>
                  <a:lnTo>
                    <a:pt x="3100" y="4224"/>
                  </a:lnTo>
                  <a:lnTo>
                    <a:pt x="3224" y="4224"/>
                  </a:lnTo>
                  <a:lnTo>
                    <a:pt x="3224" y="4150"/>
                  </a:lnTo>
                  <a:lnTo>
                    <a:pt x="3324" y="4124"/>
                  </a:lnTo>
                  <a:lnTo>
                    <a:pt x="3350" y="4024"/>
                  </a:lnTo>
                  <a:lnTo>
                    <a:pt x="3424" y="4024"/>
                  </a:lnTo>
                  <a:close/>
                  <a:moveTo>
                    <a:pt x="5800" y="3800"/>
                  </a:moveTo>
                  <a:lnTo>
                    <a:pt x="5800" y="3924"/>
                  </a:lnTo>
                  <a:lnTo>
                    <a:pt x="5924" y="3924"/>
                  </a:lnTo>
                  <a:lnTo>
                    <a:pt x="5924" y="3800"/>
                  </a:lnTo>
                  <a:close/>
                  <a:moveTo>
                    <a:pt x="5200" y="3700"/>
                  </a:moveTo>
                  <a:lnTo>
                    <a:pt x="5200" y="4024"/>
                  </a:lnTo>
                  <a:lnTo>
                    <a:pt x="5324" y="4024"/>
                  </a:lnTo>
                  <a:lnTo>
                    <a:pt x="5324" y="3700"/>
                  </a:lnTo>
                  <a:close/>
                  <a:moveTo>
                    <a:pt x="4900" y="3700"/>
                  </a:moveTo>
                  <a:lnTo>
                    <a:pt x="4900" y="3824"/>
                  </a:lnTo>
                  <a:lnTo>
                    <a:pt x="5024" y="3824"/>
                  </a:lnTo>
                  <a:lnTo>
                    <a:pt x="5024" y="3700"/>
                  </a:lnTo>
                  <a:close/>
                  <a:moveTo>
                    <a:pt x="6100" y="3600"/>
                  </a:moveTo>
                  <a:lnTo>
                    <a:pt x="6100" y="3824"/>
                  </a:lnTo>
                  <a:lnTo>
                    <a:pt x="6200" y="3850"/>
                  </a:lnTo>
                  <a:lnTo>
                    <a:pt x="6200" y="4024"/>
                  </a:lnTo>
                  <a:lnTo>
                    <a:pt x="6324" y="4024"/>
                  </a:lnTo>
                  <a:lnTo>
                    <a:pt x="6324" y="3800"/>
                  </a:lnTo>
                  <a:lnTo>
                    <a:pt x="6224" y="3774"/>
                  </a:lnTo>
                  <a:lnTo>
                    <a:pt x="6250" y="3724"/>
                  </a:lnTo>
                  <a:lnTo>
                    <a:pt x="6324" y="3724"/>
                  </a:lnTo>
                  <a:lnTo>
                    <a:pt x="6324" y="3600"/>
                  </a:lnTo>
                  <a:close/>
                  <a:moveTo>
                    <a:pt x="5700" y="3600"/>
                  </a:moveTo>
                  <a:lnTo>
                    <a:pt x="5700" y="3724"/>
                  </a:lnTo>
                  <a:lnTo>
                    <a:pt x="5824" y="3724"/>
                  </a:lnTo>
                  <a:lnTo>
                    <a:pt x="5824" y="3600"/>
                  </a:lnTo>
                  <a:close/>
                  <a:moveTo>
                    <a:pt x="3424" y="3600"/>
                  </a:moveTo>
                  <a:lnTo>
                    <a:pt x="3300" y="3600"/>
                  </a:lnTo>
                  <a:lnTo>
                    <a:pt x="3300" y="3674"/>
                  </a:lnTo>
                  <a:lnTo>
                    <a:pt x="3200" y="3700"/>
                  </a:lnTo>
                  <a:lnTo>
                    <a:pt x="3200" y="3824"/>
                  </a:lnTo>
                  <a:lnTo>
                    <a:pt x="3324" y="3824"/>
                  </a:lnTo>
                  <a:lnTo>
                    <a:pt x="3324" y="3750"/>
                  </a:lnTo>
                  <a:lnTo>
                    <a:pt x="3424" y="3724"/>
                  </a:lnTo>
                  <a:close/>
                  <a:moveTo>
                    <a:pt x="100" y="3600"/>
                  </a:moveTo>
                  <a:lnTo>
                    <a:pt x="100" y="4124"/>
                  </a:lnTo>
                  <a:lnTo>
                    <a:pt x="224" y="4124"/>
                  </a:lnTo>
                  <a:lnTo>
                    <a:pt x="224" y="3600"/>
                  </a:lnTo>
                  <a:close/>
                  <a:moveTo>
                    <a:pt x="3500" y="3500"/>
                  </a:moveTo>
                  <a:lnTo>
                    <a:pt x="3500" y="3624"/>
                  </a:lnTo>
                  <a:lnTo>
                    <a:pt x="3624" y="3624"/>
                  </a:lnTo>
                  <a:lnTo>
                    <a:pt x="3624" y="3500"/>
                  </a:lnTo>
                  <a:close/>
                  <a:moveTo>
                    <a:pt x="3024" y="3500"/>
                  </a:moveTo>
                  <a:lnTo>
                    <a:pt x="2900" y="3500"/>
                  </a:lnTo>
                  <a:lnTo>
                    <a:pt x="2900" y="3574"/>
                  </a:lnTo>
                  <a:lnTo>
                    <a:pt x="2800" y="3600"/>
                  </a:lnTo>
                  <a:lnTo>
                    <a:pt x="2800" y="3924"/>
                  </a:lnTo>
                  <a:lnTo>
                    <a:pt x="2924" y="3924"/>
                  </a:lnTo>
                  <a:lnTo>
                    <a:pt x="2924" y="3750"/>
                  </a:lnTo>
                  <a:lnTo>
                    <a:pt x="3024" y="3724"/>
                  </a:lnTo>
                  <a:close/>
                  <a:moveTo>
                    <a:pt x="6000" y="3400"/>
                  </a:moveTo>
                  <a:lnTo>
                    <a:pt x="6000" y="3524"/>
                  </a:lnTo>
                  <a:lnTo>
                    <a:pt x="6224" y="3524"/>
                  </a:lnTo>
                  <a:lnTo>
                    <a:pt x="6224" y="3400"/>
                  </a:lnTo>
                  <a:close/>
                  <a:moveTo>
                    <a:pt x="5500" y="3400"/>
                  </a:moveTo>
                  <a:lnTo>
                    <a:pt x="5500" y="3624"/>
                  </a:lnTo>
                  <a:lnTo>
                    <a:pt x="5624" y="3624"/>
                  </a:lnTo>
                  <a:lnTo>
                    <a:pt x="5624" y="3550"/>
                  </a:lnTo>
                  <a:lnTo>
                    <a:pt x="5724" y="3524"/>
                  </a:lnTo>
                  <a:lnTo>
                    <a:pt x="5724" y="3400"/>
                  </a:lnTo>
                  <a:close/>
                  <a:moveTo>
                    <a:pt x="2100" y="3400"/>
                  </a:moveTo>
                  <a:lnTo>
                    <a:pt x="2100" y="3524"/>
                  </a:lnTo>
                  <a:lnTo>
                    <a:pt x="2224" y="3524"/>
                  </a:lnTo>
                  <a:lnTo>
                    <a:pt x="2224" y="3400"/>
                  </a:lnTo>
                  <a:close/>
                  <a:moveTo>
                    <a:pt x="900" y="3400"/>
                  </a:moveTo>
                  <a:lnTo>
                    <a:pt x="900" y="3524"/>
                  </a:lnTo>
                  <a:lnTo>
                    <a:pt x="1024" y="3524"/>
                  </a:lnTo>
                  <a:lnTo>
                    <a:pt x="1050" y="3424"/>
                  </a:lnTo>
                  <a:lnTo>
                    <a:pt x="1174" y="3424"/>
                  </a:lnTo>
                  <a:lnTo>
                    <a:pt x="1200" y="3524"/>
                  </a:lnTo>
                  <a:lnTo>
                    <a:pt x="2024" y="3524"/>
                  </a:lnTo>
                  <a:lnTo>
                    <a:pt x="2024" y="3400"/>
                  </a:lnTo>
                  <a:lnTo>
                    <a:pt x="1850" y="3400"/>
                  </a:lnTo>
                  <a:lnTo>
                    <a:pt x="1824" y="3300"/>
                  </a:lnTo>
                  <a:lnTo>
                    <a:pt x="1700" y="3300"/>
                  </a:lnTo>
                  <a:lnTo>
                    <a:pt x="1674" y="3400"/>
                  </a:lnTo>
                  <a:lnTo>
                    <a:pt x="1250" y="3400"/>
                  </a:lnTo>
                  <a:lnTo>
                    <a:pt x="1224" y="3300"/>
                  </a:lnTo>
                  <a:lnTo>
                    <a:pt x="1000" y="3300"/>
                  </a:lnTo>
                  <a:lnTo>
                    <a:pt x="1000" y="3374"/>
                  </a:lnTo>
                  <a:close/>
                  <a:moveTo>
                    <a:pt x="5900" y="3200"/>
                  </a:moveTo>
                  <a:lnTo>
                    <a:pt x="5900" y="3324"/>
                  </a:lnTo>
                  <a:lnTo>
                    <a:pt x="6024" y="3324"/>
                  </a:lnTo>
                  <a:lnTo>
                    <a:pt x="6024" y="3200"/>
                  </a:lnTo>
                  <a:close/>
                  <a:moveTo>
                    <a:pt x="3724" y="3200"/>
                  </a:moveTo>
                  <a:lnTo>
                    <a:pt x="3600" y="3200"/>
                  </a:lnTo>
                  <a:lnTo>
                    <a:pt x="3600" y="3274"/>
                  </a:lnTo>
                  <a:lnTo>
                    <a:pt x="3500" y="3300"/>
                  </a:lnTo>
                  <a:lnTo>
                    <a:pt x="3500" y="3424"/>
                  </a:lnTo>
                  <a:lnTo>
                    <a:pt x="3624" y="3424"/>
                  </a:lnTo>
                  <a:lnTo>
                    <a:pt x="3624" y="3350"/>
                  </a:lnTo>
                  <a:lnTo>
                    <a:pt x="3724" y="3324"/>
                  </a:lnTo>
                  <a:close/>
                  <a:moveTo>
                    <a:pt x="100" y="3200"/>
                  </a:moveTo>
                  <a:lnTo>
                    <a:pt x="100" y="3324"/>
                  </a:lnTo>
                  <a:lnTo>
                    <a:pt x="224" y="3324"/>
                  </a:lnTo>
                  <a:lnTo>
                    <a:pt x="224" y="3200"/>
                  </a:lnTo>
                  <a:close/>
                  <a:moveTo>
                    <a:pt x="5200" y="3100"/>
                  </a:moveTo>
                  <a:lnTo>
                    <a:pt x="5200" y="3174"/>
                  </a:lnTo>
                  <a:lnTo>
                    <a:pt x="5100" y="3200"/>
                  </a:lnTo>
                  <a:lnTo>
                    <a:pt x="5100" y="3324"/>
                  </a:lnTo>
                  <a:lnTo>
                    <a:pt x="5174" y="3324"/>
                  </a:lnTo>
                  <a:lnTo>
                    <a:pt x="5200" y="3424"/>
                  </a:lnTo>
                  <a:lnTo>
                    <a:pt x="5424" y="3424"/>
                  </a:lnTo>
                  <a:lnTo>
                    <a:pt x="5424" y="3200"/>
                  </a:lnTo>
                  <a:lnTo>
                    <a:pt x="5350" y="3200"/>
                  </a:lnTo>
                  <a:lnTo>
                    <a:pt x="5324" y="3100"/>
                  </a:lnTo>
                  <a:close/>
                  <a:moveTo>
                    <a:pt x="5224" y="3250"/>
                  </a:moveTo>
                  <a:lnTo>
                    <a:pt x="5274" y="3224"/>
                  </a:lnTo>
                  <a:lnTo>
                    <a:pt x="5300" y="3274"/>
                  </a:lnTo>
                  <a:lnTo>
                    <a:pt x="5250" y="3300"/>
                  </a:lnTo>
                  <a:close/>
                  <a:moveTo>
                    <a:pt x="3100" y="3000"/>
                  </a:moveTo>
                  <a:lnTo>
                    <a:pt x="3100" y="3124"/>
                  </a:lnTo>
                  <a:lnTo>
                    <a:pt x="3200" y="3150"/>
                  </a:lnTo>
                  <a:lnTo>
                    <a:pt x="3174" y="3200"/>
                  </a:lnTo>
                  <a:lnTo>
                    <a:pt x="3100" y="3200"/>
                  </a:lnTo>
                  <a:lnTo>
                    <a:pt x="3100" y="3324"/>
                  </a:lnTo>
                  <a:lnTo>
                    <a:pt x="3224" y="3324"/>
                  </a:lnTo>
                  <a:lnTo>
                    <a:pt x="3224" y="3250"/>
                  </a:lnTo>
                  <a:lnTo>
                    <a:pt x="3324" y="3224"/>
                  </a:lnTo>
                  <a:lnTo>
                    <a:pt x="3324" y="3100"/>
                  </a:lnTo>
                  <a:lnTo>
                    <a:pt x="3250" y="3100"/>
                  </a:lnTo>
                  <a:lnTo>
                    <a:pt x="3224" y="3000"/>
                  </a:lnTo>
                  <a:close/>
                  <a:moveTo>
                    <a:pt x="3900" y="3324"/>
                  </a:moveTo>
                  <a:lnTo>
                    <a:pt x="4024" y="3324"/>
                  </a:lnTo>
                  <a:lnTo>
                    <a:pt x="4024" y="3250"/>
                  </a:lnTo>
                  <a:lnTo>
                    <a:pt x="4124" y="3224"/>
                  </a:lnTo>
                  <a:lnTo>
                    <a:pt x="4150" y="3124"/>
                  </a:lnTo>
                  <a:lnTo>
                    <a:pt x="4424" y="3124"/>
                  </a:lnTo>
                  <a:lnTo>
                    <a:pt x="4450" y="3024"/>
                  </a:lnTo>
                  <a:lnTo>
                    <a:pt x="4574" y="3024"/>
                  </a:lnTo>
                  <a:lnTo>
                    <a:pt x="4600" y="3124"/>
                  </a:lnTo>
                  <a:lnTo>
                    <a:pt x="4874" y="3124"/>
                  </a:lnTo>
                  <a:lnTo>
                    <a:pt x="4900" y="3224"/>
                  </a:lnTo>
                  <a:lnTo>
                    <a:pt x="5024" y="3224"/>
                  </a:lnTo>
                  <a:lnTo>
                    <a:pt x="5024" y="3150"/>
                  </a:lnTo>
                  <a:lnTo>
                    <a:pt x="5124" y="3124"/>
                  </a:lnTo>
                  <a:lnTo>
                    <a:pt x="5124" y="3000"/>
                  </a:lnTo>
                  <a:lnTo>
                    <a:pt x="4750" y="3000"/>
                  </a:lnTo>
                  <a:lnTo>
                    <a:pt x="4724" y="2900"/>
                  </a:lnTo>
                  <a:lnTo>
                    <a:pt x="4400" y="2900"/>
                  </a:lnTo>
                  <a:lnTo>
                    <a:pt x="4374" y="3000"/>
                  </a:lnTo>
                  <a:lnTo>
                    <a:pt x="4000" y="3000"/>
                  </a:lnTo>
                  <a:lnTo>
                    <a:pt x="4000" y="3174"/>
                  </a:lnTo>
                  <a:lnTo>
                    <a:pt x="3900" y="3200"/>
                  </a:lnTo>
                  <a:close/>
                  <a:moveTo>
                    <a:pt x="3400" y="2900"/>
                  </a:moveTo>
                  <a:lnTo>
                    <a:pt x="3400" y="3024"/>
                  </a:lnTo>
                  <a:lnTo>
                    <a:pt x="3524" y="3024"/>
                  </a:lnTo>
                  <a:lnTo>
                    <a:pt x="3524" y="2900"/>
                  </a:lnTo>
                  <a:close/>
                  <a:moveTo>
                    <a:pt x="5600" y="2800"/>
                  </a:moveTo>
                  <a:lnTo>
                    <a:pt x="5600" y="2874"/>
                  </a:lnTo>
                  <a:lnTo>
                    <a:pt x="5500" y="2900"/>
                  </a:lnTo>
                  <a:lnTo>
                    <a:pt x="5500" y="3024"/>
                  </a:lnTo>
                  <a:lnTo>
                    <a:pt x="5574" y="3024"/>
                  </a:lnTo>
                  <a:lnTo>
                    <a:pt x="5600" y="3124"/>
                  </a:lnTo>
                  <a:lnTo>
                    <a:pt x="5724" y="3124"/>
                  </a:lnTo>
                  <a:lnTo>
                    <a:pt x="5724" y="3000"/>
                  </a:lnTo>
                  <a:lnTo>
                    <a:pt x="5650" y="3000"/>
                  </a:lnTo>
                  <a:lnTo>
                    <a:pt x="5624" y="2950"/>
                  </a:lnTo>
                  <a:lnTo>
                    <a:pt x="5650" y="2924"/>
                  </a:lnTo>
                  <a:lnTo>
                    <a:pt x="5824" y="2924"/>
                  </a:lnTo>
                  <a:lnTo>
                    <a:pt x="5824" y="2800"/>
                  </a:lnTo>
                  <a:close/>
                  <a:moveTo>
                    <a:pt x="5300" y="2800"/>
                  </a:moveTo>
                  <a:lnTo>
                    <a:pt x="5300" y="2924"/>
                  </a:lnTo>
                  <a:lnTo>
                    <a:pt x="5424" y="2924"/>
                  </a:lnTo>
                  <a:lnTo>
                    <a:pt x="5424" y="2800"/>
                  </a:lnTo>
                  <a:close/>
                  <a:moveTo>
                    <a:pt x="3500" y="2700"/>
                  </a:moveTo>
                  <a:lnTo>
                    <a:pt x="3500" y="2824"/>
                  </a:lnTo>
                  <a:lnTo>
                    <a:pt x="3574" y="2824"/>
                  </a:lnTo>
                  <a:lnTo>
                    <a:pt x="3600" y="2924"/>
                  </a:lnTo>
                  <a:lnTo>
                    <a:pt x="3724" y="2924"/>
                  </a:lnTo>
                  <a:lnTo>
                    <a:pt x="3724" y="2800"/>
                  </a:lnTo>
                  <a:lnTo>
                    <a:pt x="3650" y="2800"/>
                  </a:lnTo>
                  <a:lnTo>
                    <a:pt x="3624" y="2700"/>
                  </a:lnTo>
                  <a:close/>
                  <a:moveTo>
                    <a:pt x="2600" y="2700"/>
                  </a:moveTo>
                  <a:lnTo>
                    <a:pt x="2600" y="2824"/>
                  </a:lnTo>
                  <a:lnTo>
                    <a:pt x="2724" y="2824"/>
                  </a:lnTo>
                  <a:lnTo>
                    <a:pt x="2724" y="2700"/>
                  </a:lnTo>
                  <a:close/>
                  <a:moveTo>
                    <a:pt x="2400" y="2700"/>
                  </a:moveTo>
                  <a:lnTo>
                    <a:pt x="2400" y="2824"/>
                  </a:lnTo>
                  <a:lnTo>
                    <a:pt x="2524" y="2824"/>
                  </a:lnTo>
                  <a:lnTo>
                    <a:pt x="2524" y="2700"/>
                  </a:lnTo>
                  <a:close/>
                  <a:moveTo>
                    <a:pt x="1200" y="2700"/>
                  </a:moveTo>
                  <a:lnTo>
                    <a:pt x="1200" y="2824"/>
                  </a:lnTo>
                  <a:lnTo>
                    <a:pt x="1524" y="2824"/>
                  </a:lnTo>
                  <a:lnTo>
                    <a:pt x="1524" y="2700"/>
                  </a:lnTo>
                  <a:close/>
                  <a:moveTo>
                    <a:pt x="5300" y="2600"/>
                  </a:moveTo>
                  <a:lnTo>
                    <a:pt x="5300" y="2724"/>
                  </a:lnTo>
                  <a:lnTo>
                    <a:pt x="5424" y="2724"/>
                  </a:lnTo>
                  <a:lnTo>
                    <a:pt x="5424" y="2600"/>
                  </a:lnTo>
                  <a:close/>
                  <a:moveTo>
                    <a:pt x="3700" y="2600"/>
                  </a:moveTo>
                  <a:lnTo>
                    <a:pt x="3700" y="2724"/>
                  </a:lnTo>
                  <a:lnTo>
                    <a:pt x="3774" y="2724"/>
                  </a:lnTo>
                  <a:lnTo>
                    <a:pt x="3800" y="2824"/>
                  </a:lnTo>
                  <a:lnTo>
                    <a:pt x="3924" y="2824"/>
                  </a:lnTo>
                  <a:lnTo>
                    <a:pt x="3924" y="2700"/>
                  </a:lnTo>
                  <a:lnTo>
                    <a:pt x="3850" y="2700"/>
                  </a:lnTo>
                  <a:lnTo>
                    <a:pt x="3824" y="2600"/>
                  </a:lnTo>
                  <a:close/>
                  <a:moveTo>
                    <a:pt x="1600" y="2700"/>
                  </a:moveTo>
                  <a:lnTo>
                    <a:pt x="1600" y="2824"/>
                  </a:lnTo>
                  <a:lnTo>
                    <a:pt x="2324" y="2824"/>
                  </a:lnTo>
                  <a:lnTo>
                    <a:pt x="2324" y="2700"/>
                  </a:lnTo>
                  <a:lnTo>
                    <a:pt x="2050" y="2700"/>
                  </a:lnTo>
                  <a:lnTo>
                    <a:pt x="2024" y="2600"/>
                  </a:lnTo>
                  <a:lnTo>
                    <a:pt x="1800" y="2600"/>
                  </a:lnTo>
                  <a:lnTo>
                    <a:pt x="1774" y="2700"/>
                  </a:lnTo>
                  <a:close/>
                  <a:moveTo>
                    <a:pt x="4700" y="2600"/>
                  </a:moveTo>
                  <a:lnTo>
                    <a:pt x="4700" y="2724"/>
                  </a:lnTo>
                  <a:lnTo>
                    <a:pt x="5074" y="2724"/>
                  </a:lnTo>
                  <a:lnTo>
                    <a:pt x="5100" y="2824"/>
                  </a:lnTo>
                  <a:lnTo>
                    <a:pt x="5224" y="2824"/>
                  </a:lnTo>
                  <a:lnTo>
                    <a:pt x="5224" y="2700"/>
                  </a:lnTo>
                  <a:lnTo>
                    <a:pt x="5150" y="2700"/>
                  </a:lnTo>
                  <a:lnTo>
                    <a:pt x="5124" y="2600"/>
                  </a:lnTo>
                  <a:lnTo>
                    <a:pt x="5024" y="2574"/>
                  </a:lnTo>
                  <a:lnTo>
                    <a:pt x="5024" y="2500"/>
                  </a:lnTo>
                  <a:lnTo>
                    <a:pt x="4900" y="2500"/>
                  </a:lnTo>
                  <a:lnTo>
                    <a:pt x="4874" y="2600"/>
                  </a:lnTo>
                  <a:close/>
                  <a:moveTo>
                    <a:pt x="4624" y="2400"/>
                  </a:moveTo>
                  <a:lnTo>
                    <a:pt x="4500" y="2400"/>
                  </a:lnTo>
                  <a:lnTo>
                    <a:pt x="4474" y="2500"/>
                  </a:lnTo>
                  <a:lnTo>
                    <a:pt x="4300" y="2500"/>
                  </a:lnTo>
                  <a:lnTo>
                    <a:pt x="4274" y="2600"/>
                  </a:lnTo>
                  <a:lnTo>
                    <a:pt x="4050" y="2600"/>
                  </a:lnTo>
                  <a:lnTo>
                    <a:pt x="4024" y="2500"/>
                  </a:lnTo>
                  <a:lnTo>
                    <a:pt x="3900" y="2500"/>
                  </a:lnTo>
                  <a:lnTo>
                    <a:pt x="3900" y="2624"/>
                  </a:lnTo>
                  <a:lnTo>
                    <a:pt x="3974" y="2624"/>
                  </a:lnTo>
                  <a:lnTo>
                    <a:pt x="4000" y="2724"/>
                  </a:lnTo>
                  <a:lnTo>
                    <a:pt x="4324" y="2724"/>
                  </a:lnTo>
                  <a:lnTo>
                    <a:pt x="4350" y="2624"/>
                  </a:lnTo>
                  <a:lnTo>
                    <a:pt x="4524" y="2624"/>
                  </a:lnTo>
                  <a:lnTo>
                    <a:pt x="4524" y="2550"/>
                  </a:lnTo>
                  <a:lnTo>
                    <a:pt x="4624" y="2524"/>
                  </a:lnTo>
                  <a:close/>
                  <a:moveTo>
                    <a:pt x="5900" y="2200"/>
                  </a:moveTo>
                  <a:lnTo>
                    <a:pt x="5900" y="2524"/>
                  </a:lnTo>
                  <a:lnTo>
                    <a:pt x="6024" y="2524"/>
                  </a:lnTo>
                  <a:lnTo>
                    <a:pt x="6024" y="2200"/>
                  </a:lnTo>
                  <a:close/>
                  <a:moveTo>
                    <a:pt x="100" y="2000"/>
                  </a:moveTo>
                  <a:lnTo>
                    <a:pt x="100" y="2724"/>
                  </a:lnTo>
                  <a:lnTo>
                    <a:pt x="224" y="2724"/>
                  </a:lnTo>
                  <a:lnTo>
                    <a:pt x="224" y="2000"/>
                  </a:lnTo>
                  <a:close/>
                  <a:moveTo>
                    <a:pt x="2700" y="1800"/>
                  </a:moveTo>
                  <a:lnTo>
                    <a:pt x="2700" y="1924"/>
                  </a:lnTo>
                  <a:lnTo>
                    <a:pt x="3024" y="1924"/>
                  </a:lnTo>
                  <a:lnTo>
                    <a:pt x="3024" y="1800"/>
                  </a:lnTo>
                  <a:close/>
                  <a:moveTo>
                    <a:pt x="1400" y="1800"/>
                  </a:moveTo>
                  <a:lnTo>
                    <a:pt x="1400" y="1924"/>
                  </a:lnTo>
                  <a:lnTo>
                    <a:pt x="2524" y="1924"/>
                  </a:lnTo>
                  <a:lnTo>
                    <a:pt x="2524" y="1800"/>
                  </a:lnTo>
                  <a:close/>
                  <a:moveTo>
                    <a:pt x="900" y="1800"/>
                  </a:moveTo>
                  <a:lnTo>
                    <a:pt x="900" y="1924"/>
                  </a:lnTo>
                  <a:lnTo>
                    <a:pt x="1074" y="1924"/>
                  </a:lnTo>
                  <a:lnTo>
                    <a:pt x="1100" y="2024"/>
                  </a:lnTo>
                  <a:lnTo>
                    <a:pt x="1324" y="2024"/>
                  </a:lnTo>
                  <a:lnTo>
                    <a:pt x="1324" y="1800"/>
                  </a:lnTo>
                  <a:close/>
                  <a:moveTo>
                    <a:pt x="100" y="1800"/>
                  </a:moveTo>
                  <a:lnTo>
                    <a:pt x="100" y="1924"/>
                  </a:lnTo>
                  <a:lnTo>
                    <a:pt x="224" y="1924"/>
                  </a:lnTo>
                  <a:lnTo>
                    <a:pt x="224" y="1800"/>
                  </a:lnTo>
                  <a:close/>
                  <a:moveTo>
                    <a:pt x="5900" y="1700"/>
                  </a:moveTo>
                  <a:lnTo>
                    <a:pt x="5900" y="1924"/>
                  </a:lnTo>
                  <a:lnTo>
                    <a:pt x="6024" y="1924"/>
                  </a:lnTo>
                  <a:lnTo>
                    <a:pt x="6024" y="1700"/>
                  </a:lnTo>
                  <a:close/>
                  <a:moveTo>
                    <a:pt x="100" y="1500"/>
                  </a:moveTo>
                  <a:lnTo>
                    <a:pt x="100" y="1624"/>
                  </a:lnTo>
                  <a:lnTo>
                    <a:pt x="224" y="1624"/>
                  </a:lnTo>
                  <a:lnTo>
                    <a:pt x="224" y="1500"/>
                  </a:lnTo>
                  <a:close/>
                  <a:moveTo>
                    <a:pt x="5824" y="1500"/>
                  </a:moveTo>
                  <a:lnTo>
                    <a:pt x="5750" y="1500"/>
                  </a:lnTo>
                  <a:lnTo>
                    <a:pt x="5724" y="1400"/>
                  </a:lnTo>
                  <a:lnTo>
                    <a:pt x="5500" y="1400"/>
                  </a:lnTo>
                  <a:lnTo>
                    <a:pt x="5474" y="1500"/>
                  </a:lnTo>
                  <a:lnTo>
                    <a:pt x="5100" y="1500"/>
                  </a:lnTo>
                  <a:lnTo>
                    <a:pt x="5100" y="1624"/>
                  </a:lnTo>
                  <a:lnTo>
                    <a:pt x="5624" y="1624"/>
                  </a:lnTo>
                  <a:lnTo>
                    <a:pt x="5650" y="1524"/>
                  </a:lnTo>
                  <a:lnTo>
                    <a:pt x="5700" y="1550"/>
                  </a:lnTo>
                  <a:lnTo>
                    <a:pt x="5700" y="1624"/>
                  </a:lnTo>
                  <a:lnTo>
                    <a:pt x="5824" y="1624"/>
                  </a:lnTo>
                  <a:close/>
                  <a:moveTo>
                    <a:pt x="4600" y="1300"/>
                  </a:moveTo>
                  <a:lnTo>
                    <a:pt x="4600" y="1524"/>
                  </a:lnTo>
                  <a:lnTo>
                    <a:pt x="4724" y="1524"/>
                  </a:lnTo>
                  <a:lnTo>
                    <a:pt x="4724" y="1300"/>
                  </a:lnTo>
                  <a:close/>
                  <a:moveTo>
                    <a:pt x="100" y="1200"/>
                  </a:moveTo>
                  <a:lnTo>
                    <a:pt x="100" y="1324"/>
                  </a:lnTo>
                  <a:lnTo>
                    <a:pt x="224" y="1324"/>
                  </a:lnTo>
                  <a:lnTo>
                    <a:pt x="224" y="1200"/>
                  </a:lnTo>
                  <a:close/>
                  <a:moveTo>
                    <a:pt x="4600" y="1100"/>
                  </a:moveTo>
                  <a:lnTo>
                    <a:pt x="4600" y="1224"/>
                  </a:lnTo>
                  <a:lnTo>
                    <a:pt x="4724" y="1224"/>
                  </a:lnTo>
                  <a:lnTo>
                    <a:pt x="4724" y="1100"/>
                  </a:lnTo>
                  <a:close/>
                  <a:moveTo>
                    <a:pt x="2600" y="1100"/>
                  </a:moveTo>
                  <a:lnTo>
                    <a:pt x="2600" y="1224"/>
                  </a:lnTo>
                  <a:lnTo>
                    <a:pt x="2674" y="1224"/>
                  </a:lnTo>
                  <a:lnTo>
                    <a:pt x="2700" y="1324"/>
                  </a:lnTo>
                  <a:lnTo>
                    <a:pt x="2824" y="1324"/>
                  </a:lnTo>
                  <a:lnTo>
                    <a:pt x="2850" y="1224"/>
                  </a:lnTo>
                  <a:lnTo>
                    <a:pt x="2900" y="1250"/>
                  </a:lnTo>
                  <a:lnTo>
                    <a:pt x="2900" y="1324"/>
                  </a:lnTo>
                  <a:lnTo>
                    <a:pt x="3024" y="1324"/>
                  </a:lnTo>
                  <a:lnTo>
                    <a:pt x="3050" y="1224"/>
                  </a:lnTo>
                  <a:lnTo>
                    <a:pt x="3100" y="1250"/>
                  </a:lnTo>
                  <a:lnTo>
                    <a:pt x="3100" y="1324"/>
                  </a:lnTo>
                  <a:lnTo>
                    <a:pt x="3224" y="1324"/>
                  </a:lnTo>
                  <a:lnTo>
                    <a:pt x="3250" y="1224"/>
                  </a:lnTo>
                  <a:lnTo>
                    <a:pt x="3300" y="1250"/>
                  </a:lnTo>
                  <a:lnTo>
                    <a:pt x="3300" y="1324"/>
                  </a:lnTo>
                  <a:lnTo>
                    <a:pt x="3624" y="1324"/>
                  </a:lnTo>
                  <a:lnTo>
                    <a:pt x="3624" y="1100"/>
                  </a:lnTo>
                  <a:lnTo>
                    <a:pt x="3200" y="1100"/>
                  </a:lnTo>
                  <a:lnTo>
                    <a:pt x="3174" y="1200"/>
                  </a:lnTo>
                  <a:lnTo>
                    <a:pt x="3124" y="1174"/>
                  </a:lnTo>
                  <a:lnTo>
                    <a:pt x="3124" y="1100"/>
                  </a:lnTo>
                  <a:lnTo>
                    <a:pt x="2800" y="1100"/>
                  </a:lnTo>
                  <a:lnTo>
                    <a:pt x="2774" y="1200"/>
                  </a:lnTo>
                  <a:lnTo>
                    <a:pt x="2724" y="1174"/>
                  </a:lnTo>
                  <a:lnTo>
                    <a:pt x="2724" y="1100"/>
                  </a:lnTo>
                  <a:close/>
                  <a:moveTo>
                    <a:pt x="1600" y="1200"/>
                  </a:moveTo>
                  <a:lnTo>
                    <a:pt x="1600" y="1324"/>
                  </a:lnTo>
                  <a:lnTo>
                    <a:pt x="1724" y="1324"/>
                  </a:lnTo>
                  <a:lnTo>
                    <a:pt x="1750" y="1224"/>
                  </a:lnTo>
                  <a:lnTo>
                    <a:pt x="1800" y="1250"/>
                  </a:lnTo>
                  <a:lnTo>
                    <a:pt x="1800" y="1324"/>
                  </a:lnTo>
                  <a:lnTo>
                    <a:pt x="2324" y="1324"/>
                  </a:lnTo>
                  <a:lnTo>
                    <a:pt x="2350" y="1224"/>
                  </a:lnTo>
                  <a:lnTo>
                    <a:pt x="2400" y="1250"/>
                  </a:lnTo>
                  <a:lnTo>
                    <a:pt x="2400" y="1324"/>
                  </a:lnTo>
                  <a:lnTo>
                    <a:pt x="2524" y="1324"/>
                  </a:lnTo>
                  <a:lnTo>
                    <a:pt x="2524" y="1100"/>
                  </a:lnTo>
                  <a:lnTo>
                    <a:pt x="2000" y="1100"/>
                  </a:lnTo>
                  <a:lnTo>
                    <a:pt x="1974" y="1200"/>
                  </a:lnTo>
                  <a:lnTo>
                    <a:pt x="1850" y="1200"/>
                  </a:lnTo>
                  <a:lnTo>
                    <a:pt x="1824" y="1100"/>
                  </a:lnTo>
                  <a:lnTo>
                    <a:pt x="1700" y="1100"/>
                  </a:lnTo>
                  <a:lnTo>
                    <a:pt x="1700" y="1174"/>
                  </a:lnTo>
                  <a:close/>
                  <a:moveTo>
                    <a:pt x="900" y="1100"/>
                  </a:moveTo>
                  <a:lnTo>
                    <a:pt x="900" y="1324"/>
                  </a:lnTo>
                  <a:lnTo>
                    <a:pt x="1024" y="1324"/>
                  </a:lnTo>
                  <a:lnTo>
                    <a:pt x="1050" y="1224"/>
                  </a:lnTo>
                  <a:lnTo>
                    <a:pt x="1100" y="1250"/>
                  </a:lnTo>
                  <a:lnTo>
                    <a:pt x="1100" y="1324"/>
                  </a:lnTo>
                  <a:lnTo>
                    <a:pt x="1424" y="1324"/>
                  </a:lnTo>
                  <a:lnTo>
                    <a:pt x="1424" y="1200"/>
                  </a:lnTo>
                  <a:lnTo>
                    <a:pt x="1250" y="1200"/>
                  </a:lnTo>
                  <a:lnTo>
                    <a:pt x="1224" y="1100"/>
                  </a:lnTo>
                  <a:close/>
                  <a:moveTo>
                    <a:pt x="5400" y="900"/>
                  </a:moveTo>
                  <a:lnTo>
                    <a:pt x="5400" y="1024"/>
                  </a:lnTo>
                  <a:lnTo>
                    <a:pt x="5574" y="1024"/>
                  </a:lnTo>
                  <a:lnTo>
                    <a:pt x="5600" y="1050"/>
                  </a:lnTo>
                  <a:lnTo>
                    <a:pt x="5574" y="1100"/>
                  </a:lnTo>
                  <a:lnTo>
                    <a:pt x="5500" y="1100"/>
                  </a:lnTo>
                  <a:lnTo>
                    <a:pt x="5500" y="1224"/>
                  </a:lnTo>
                  <a:lnTo>
                    <a:pt x="5624" y="1224"/>
                  </a:lnTo>
                  <a:lnTo>
                    <a:pt x="5624" y="1150"/>
                  </a:lnTo>
                  <a:lnTo>
                    <a:pt x="5724" y="1124"/>
                  </a:lnTo>
                  <a:lnTo>
                    <a:pt x="5724" y="1000"/>
                  </a:lnTo>
                  <a:lnTo>
                    <a:pt x="5650" y="1000"/>
                  </a:lnTo>
                  <a:lnTo>
                    <a:pt x="5624" y="900"/>
                  </a:lnTo>
                  <a:close/>
                  <a:moveTo>
                    <a:pt x="100" y="900"/>
                  </a:moveTo>
                  <a:lnTo>
                    <a:pt x="100" y="1124"/>
                  </a:lnTo>
                  <a:lnTo>
                    <a:pt x="224" y="1124"/>
                  </a:lnTo>
                  <a:lnTo>
                    <a:pt x="224" y="900"/>
                  </a:lnTo>
                  <a:close/>
                  <a:moveTo>
                    <a:pt x="5200" y="600"/>
                  </a:moveTo>
                  <a:lnTo>
                    <a:pt x="5200" y="724"/>
                  </a:lnTo>
                  <a:lnTo>
                    <a:pt x="5274" y="724"/>
                  </a:lnTo>
                  <a:lnTo>
                    <a:pt x="5300" y="824"/>
                  </a:lnTo>
                  <a:lnTo>
                    <a:pt x="5424" y="824"/>
                  </a:lnTo>
                  <a:lnTo>
                    <a:pt x="5424" y="700"/>
                  </a:lnTo>
                  <a:lnTo>
                    <a:pt x="5350" y="700"/>
                  </a:lnTo>
                  <a:lnTo>
                    <a:pt x="5324" y="600"/>
                  </a:lnTo>
                  <a:close/>
                  <a:moveTo>
                    <a:pt x="4600" y="200"/>
                  </a:moveTo>
                  <a:lnTo>
                    <a:pt x="4600" y="324"/>
                  </a:lnTo>
                  <a:lnTo>
                    <a:pt x="4700" y="350"/>
                  </a:lnTo>
                  <a:lnTo>
                    <a:pt x="4700" y="574"/>
                  </a:lnTo>
                  <a:lnTo>
                    <a:pt x="4600" y="600"/>
                  </a:lnTo>
                  <a:lnTo>
                    <a:pt x="4600" y="724"/>
                  </a:lnTo>
                  <a:lnTo>
                    <a:pt x="4724" y="724"/>
                  </a:lnTo>
                  <a:lnTo>
                    <a:pt x="4724" y="650"/>
                  </a:lnTo>
                  <a:lnTo>
                    <a:pt x="4824" y="624"/>
                  </a:lnTo>
                  <a:lnTo>
                    <a:pt x="4824" y="350"/>
                  </a:lnTo>
                  <a:lnTo>
                    <a:pt x="4850" y="324"/>
                  </a:lnTo>
                  <a:lnTo>
                    <a:pt x="4900" y="350"/>
                  </a:lnTo>
                  <a:lnTo>
                    <a:pt x="4900" y="424"/>
                  </a:lnTo>
                  <a:lnTo>
                    <a:pt x="5000" y="450"/>
                  </a:lnTo>
                  <a:lnTo>
                    <a:pt x="5000" y="524"/>
                  </a:lnTo>
                  <a:lnTo>
                    <a:pt x="5124" y="524"/>
                  </a:lnTo>
                  <a:lnTo>
                    <a:pt x="5124" y="400"/>
                  </a:lnTo>
                  <a:lnTo>
                    <a:pt x="5050" y="400"/>
                  </a:lnTo>
                  <a:lnTo>
                    <a:pt x="5024" y="300"/>
                  </a:lnTo>
                  <a:lnTo>
                    <a:pt x="4924" y="274"/>
                  </a:lnTo>
                  <a:lnTo>
                    <a:pt x="4924" y="200"/>
                  </a:lnTo>
                  <a:lnTo>
                    <a:pt x="4800" y="200"/>
                  </a:lnTo>
                  <a:lnTo>
                    <a:pt x="4774" y="300"/>
                  </a:lnTo>
                  <a:lnTo>
                    <a:pt x="4724" y="274"/>
                  </a:lnTo>
                  <a:lnTo>
                    <a:pt x="4724" y="200"/>
                  </a:lnTo>
                  <a:close/>
                  <a:moveTo>
                    <a:pt x="3600" y="200"/>
                  </a:moveTo>
                  <a:lnTo>
                    <a:pt x="3600" y="324"/>
                  </a:lnTo>
                  <a:lnTo>
                    <a:pt x="4224" y="324"/>
                  </a:lnTo>
                  <a:lnTo>
                    <a:pt x="4224" y="200"/>
                  </a:lnTo>
                  <a:close/>
                  <a:moveTo>
                    <a:pt x="2600" y="200"/>
                  </a:moveTo>
                  <a:lnTo>
                    <a:pt x="2600" y="324"/>
                  </a:lnTo>
                  <a:lnTo>
                    <a:pt x="3424" y="324"/>
                  </a:lnTo>
                  <a:lnTo>
                    <a:pt x="3424" y="200"/>
                  </a:lnTo>
                  <a:close/>
                  <a:moveTo>
                    <a:pt x="2524" y="100"/>
                  </a:moveTo>
                  <a:lnTo>
                    <a:pt x="2400" y="100"/>
                  </a:lnTo>
                  <a:lnTo>
                    <a:pt x="2374" y="200"/>
                  </a:lnTo>
                  <a:lnTo>
                    <a:pt x="2100" y="200"/>
                  </a:lnTo>
                  <a:lnTo>
                    <a:pt x="2100" y="324"/>
                  </a:lnTo>
                  <a:lnTo>
                    <a:pt x="2524" y="324"/>
                  </a:lnTo>
                  <a:close/>
                  <a:moveTo>
                    <a:pt x="500" y="200"/>
                  </a:moveTo>
                  <a:lnTo>
                    <a:pt x="500" y="324"/>
                  </a:lnTo>
                  <a:lnTo>
                    <a:pt x="1624" y="324"/>
                  </a:lnTo>
                  <a:lnTo>
                    <a:pt x="1650" y="224"/>
                  </a:lnTo>
                  <a:lnTo>
                    <a:pt x="1700" y="250"/>
                  </a:lnTo>
                  <a:lnTo>
                    <a:pt x="1700" y="324"/>
                  </a:lnTo>
                  <a:lnTo>
                    <a:pt x="2024" y="324"/>
                  </a:lnTo>
                  <a:lnTo>
                    <a:pt x="2024" y="200"/>
                  </a:lnTo>
                  <a:lnTo>
                    <a:pt x="1750" y="200"/>
                  </a:lnTo>
                  <a:lnTo>
                    <a:pt x="1724" y="100"/>
                  </a:lnTo>
                  <a:lnTo>
                    <a:pt x="1600" y="100"/>
                  </a:lnTo>
                  <a:lnTo>
                    <a:pt x="1574" y="200"/>
                  </a:lnTo>
                  <a:lnTo>
                    <a:pt x="850" y="200"/>
                  </a:lnTo>
                  <a:lnTo>
                    <a:pt x="824" y="100"/>
                  </a:lnTo>
                  <a:lnTo>
                    <a:pt x="700" y="100"/>
                  </a:lnTo>
                  <a:lnTo>
                    <a:pt x="674" y="200"/>
                  </a:lnTo>
                  <a:close/>
                  <a:moveTo>
                    <a:pt x="100" y="100"/>
                  </a:moveTo>
                  <a:lnTo>
                    <a:pt x="100" y="174"/>
                  </a:lnTo>
                  <a:lnTo>
                    <a:pt x="0" y="200"/>
                  </a:lnTo>
                  <a:lnTo>
                    <a:pt x="0" y="324"/>
                  </a:lnTo>
                  <a:lnTo>
                    <a:pt x="224" y="324"/>
                  </a:lnTo>
                  <a:lnTo>
                    <a:pt x="224" y="100"/>
                  </a:lnTo>
                  <a:close/>
                  <a:moveTo>
                    <a:pt x="3500" y="0"/>
                  </a:moveTo>
                  <a:lnTo>
                    <a:pt x="3500" y="124"/>
                  </a:lnTo>
                  <a:lnTo>
                    <a:pt x="3624" y="124"/>
                  </a:lnTo>
                  <a:lnTo>
                    <a:pt x="3624" y="0"/>
                  </a:lnTo>
                  <a:close/>
                </a:path>
              </a:pathLst>
            </a:custGeom>
            <a:solidFill>
              <a:srgbClr val="37534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4" name="Format reward illustration color 23"/>
            <p:cNvSpPr/>
            <p:nvPr/>
          </p:nvSpPr>
          <p:spPr>
            <a:xfrm>
              <a:off x="12155851" y="7885603"/>
              <a:ext cx="84491" cy="303947"/>
            </a:xfrm>
            <a:custGeom>
              <a:avLst/>
              <a:gdLst/>
              <a:ahLst/>
              <a:cxnLst/>
              <a:rect l="l" t="t" r="r" b="b"/>
              <a:pathLst>
                <a:path w="924" h="3324">
                  <a:moveTo>
                    <a:pt x="800" y="3200"/>
                  </a:moveTo>
                  <a:lnTo>
                    <a:pt x="800" y="3324"/>
                  </a:lnTo>
                  <a:lnTo>
                    <a:pt x="924" y="3324"/>
                  </a:lnTo>
                  <a:lnTo>
                    <a:pt x="924" y="3200"/>
                  </a:lnTo>
                  <a:close/>
                  <a:moveTo>
                    <a:pt x="924" y="2800"/>
                  </a:moveTo>
                  <a:lnTo>
                    <a:pt x="850" y="2800"/>
                  </a:lnTo>
                  <a:lnTo>
                    <a:pt x="824" y="2700"/>
                  </a:lnTo>
                  <a:lnTo>
                    <a:pt x="700" y="2700"/>
                  </a:lnTo>
                  <a:lnTo>
                    <a:pt x="700" y="2774"/>
                  </a:lnTo>
                  <a:lnTo>
                    <a:pt x="600" y="2800"/>
                  </a:lnTo>
                  <a:lnTo>
                    <a:pt x="600" y="2874"/>
                  </a:lnTo>
                  <a:lnTo>
                    <a:pt x="500" y="2900"/>
                  </a:lnTo>
                  <a:lnTo>
                    <a:pt x="474" y="3000"/>
                  </a:lnTo>
                  <a:lnTo>
                    <a:pt x="400" y="3000"/>
                  </a:lnTo>
                  <a:lnTo>
                    <a:pt x="400" y="3124"/>
                  </a:lnTo>
                  <a:lnTo>
                    <a:pt x="524" y="3124"/>
                  </a:lnTo>
                  <a:lnTo>
                    <a:pt x="524" y="3050"/>
                  </a:lnTo>
                  <a:lnTo>
                    <a:pt x="624" y="3024"/>
                  </a:lnTo>
                  <a:lnTo>
                    <a:pt x="650" y="2924"/>
                  </a:lnTo>
                  <a:lnTo>
                    <a:pt x="700" y="2950"/>
                  </a:lnTo>
                  <a:lnTo>
                    <a:pt x="700" y="3024"/>
                  </a:lnTo>
                  <a:lnTo>
                    <a:pt x="800" y="3050"/>
                  </a:lnTo>
                  <a:lnTo>
                    <a:pt x="800" y="3124"/>
                  </a:lnTo>
                  <a:lnTo>
                    <a:pt x="924" y="3124"/>
                  </a:lnTo>
                  <a:close/>
                  <a:moveTo>
                    <a:pt x="724" y="2850"/>
                  </a:moveTo>
                  <a:lnTo>
                    <a:pt x="774" y="2824"/>
                  </a:lnTo>
                  <a:lnTo>
                    <a:pt x="800" y="2874"/>
                  </a:lnTo>
                  <a:lnTo>
                    <a:pt x="750" y="2900"/>
                  </a:lnTo>
                  <a:close/>
                  <a:moveTo>
                    <a:pt x="100" y="2300"/>
                  </a:moveTo>
                  <a:lnTo>
                    <a:pt x="100" y="2424"/>
                  </a:lnTo>
                  <a:lnTo>
                    <a:pt x="200" y="2450"/>
                  </a:lnTo>
                  <a:lnTo>
                    <a:pt x="174" y="2500"/>
                  </a:lnTo>
                  <a:lnTo>
                    <a:pt x="100" y="2500"/>
                  </a:lnTo>
                  <a:lnTo>
                    <a:pt x="100" y="2624"/>
                  </a:lnTo>
                  <a:lnTo>
                    <a:pt x="224" y="2624"/>
                  </a:lnTo>
                  <a:lnTo>
                    <a:pt x="250" y="2524"/>
                  </a:lnTo>
                  <a:lnTo>
                    <a:pt x="300" y="2550"/>
                  </a:lnTo>
                  <a:lnTo>
                    <a:pt x="300" y="2624"/>
                  </a:lnTo>
                  <a:lnTo>
                    <a:pt x="424" y="2624"/>
                  </a:lnTo>
                  <a:lnTo>
                    <a:pt x="424" y="2450"/>
                  </a:lnTo>
                  <a:lnTo>
                    <a:pt x="450" y="2424"/>
                  </a:lnTo>
                  <a:lnTo>
                    <a:pt x="500" y="2450"/>
                  </a:lnTo>
                  <a:lnTo>
                    <a:pt x="500" y="2524"/>
                  </a:lnTo>
                  <a:lnTo>
                    <a:pt x="600" y="2550"/>
                  </a:lnTo>
                  <a:lnTo>
                    <a:pt x="600" y="2624"/>
                  </a:lnTo>
                  <a:lnTo>
                    <a:pt x="724" y="2624"/>
                  </a:lnTo>
                  <a:lnTo>
                    <a:pt x="724" y="2500"/>
                  </a:lnTo>
                  <a:lnTo>
                    <a:pt x="650" y="2500"/>
                  </a:lnTo>
                  <a:lnTo>
                    <a:pt x="624" y="2400"/>
                  </a:lnTo>
                  <a:lnTo>
                    <a:pt x="550" y="2400"/>
                  </a:lnTo>
                  <a:lnTo>
                    <a:pt x="524" y="2300"/>
                  </a:lnTo>
                  <a:lnTo>
                    <a:pt x="424" y="2274"/>
                  </a:lnTo>
                  <a:lnTo>
                    <a:pt x="424" y="2200"/>
                  </a:lnTo>
                  <a:lnTo>
                    <a:pt x="300" y="2200"/>
                  </a:lnTo>
                  <a:lnTo>
                    <a:pt x="274" y="2300"/>
                  </a:lnTo>
                  <a:close/>
                  <a:moveTo>
                    <a:pt x="324" y="2350"/>
                  </a:moveTo>
                  <a:lnTo>
                    <a:pt x="374" y="2324"/>
                  </a:lnTo>
                  <a:lnTo>
                    <a:pt x="400" y="2374"/>
                  </a:lnTo>
                  <a:lnTo>
                    <a:pt x="350" y="240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2372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Result reward illustrati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16" name="Result reward illustration color 0"/>
            <p:cNvSpPr/>
            <p:nvPr/>
          </p:nvSpPr>
          <p:spPr>
            <a:xfrm>
              <a:off x="12759355" y="7574707"/>
              <a:ext cx="651419" cy="642275"/>
            </a:xfrm>
            <a:custGeom>
              <a:avLst/>
              <a:gdLst/>
              <a:ahLst/>
              <a:cxnLst/>
              <a:rect l="l" t="t" r="r" b="b"/>
              <a:pathLst>
                <a:path w="7124" h="7024">
                  <a:moveTo>
                    <a:pt x="7124" y="6800"/>
                  </a:moveTo>
                  <a:lnTo>
                    <a:pt x="7000" y="6800"/>
                  </a:lnTo>
                  <a:lnTo>
                    <a:pt x="6974" y="6900"/>
                  </a:lnTo>
                  <a:lnTo>
                    <a:pt x="6600" y="6900"/>
                  </a:lnTo>
                  <a:lnTo>
                    <a:pt x="6600" y="7024"/>
                  </a:lnTo>
                  <a:lnTo>
                    <a:pt x="7024" y="7024"/>
                  </a:lnTo>
                  <a:lnTo>
                    <a:pt x="7024" y="6950"/>
                  </a:lnTo>
                  <a:lnTo>
                    <a:pt x="7124" y="6924"/>
                  </a:lnTo>
                  <a:close/>
                  <a:moveTo>
                    <a:pt x="7000" y="6500"/>
                  </a:moveTo>
                  <a:lnTo>
                    <a:pt x="7000" y="6624"/>
                  </a:lnTo>
                  <a:lnTo>
                    <a:pt x="7124" y="6624"/>
                  </a:lnTo>
                  <a:lnTo>
                    <a:pt x="7124" y="6500"/>
                  </a:lnTo>
                  <a:close/>
                  <a:moveTo>
                    <a:pt x="6900" y="6300"/>
                  </a:moveTo>
                  <a:lnTo>
                    <a:pt x="6900" y="6424"/>
                  </a:lnTo>
                  <a:lnTo>
                    <a:pt x="7024" y="6424"/>
                  </a:lnTo>
                  <a:lnTo>
                    <a:pt x="7024" y="6300"/>
                  </a:lnTo>
                  <a:close/>
                  <a:moveTo>
                    <a:pt x="5900" y="6200"/>
                  </a:moveTo>
                  <a:lnTo>
                    <a:pt x="5900" y="6324"/>
                  </a:lnTo>
                  <a:lnTo>
                    <a:pt x="5974" y="6324"/>
                  </a:lnTo>
                  <a:lnTo>
                    <a:pt x="6000" y="6424"/>
                  </a:lnTo>
                  <a:lnTo>
                    <a:pt x="6100" y="6450"/>
                  </a:lnTo>
                  <a:lnTo>
                    <a:pt x="6100" y="6524"/>
                  </a:lnTo>
                  <a:lnTo>
                    <a:pt x="6224" y="6524"/>
                  </a:lnTo>
                  <a:lnTo>
                    <a:pt x="6224" y="6400"/>
                  </a:lnTo>
                  <a:lnTo>
                    <a:pt x="6150" y="6400"/>
                  </a:lnTo>
                  <a:lnTo>
                    <a:pt x="6124" y="6300"/>
                  </a:lnTo>
                  <a:lnTo>
                    <a:pt x="6024" y="6274"/>
                  </a:lnTo>
                  <a:lnTo>
                    <a:pt x="6024" y="6200"/>
                  </a:lnTo>
                  <a:close/>
                  <a:moveTo>
                    <a:pt x="600" y="6100"/>
                  </a:moveTo>
                  <a:lnTo>
                    <a:pt x="600" y="6224"/>
                  </a:lnTo>
                  <a:lnTo>
                    <a:pt x="824" y="6224"/>
                  </a:lnTo>
                  <a:lnTo>
                    <a:pt x="824" y="6100"/>
                  </a:lnTo>
                  <a:close/>
                  <a:moveTo>
                    <a:pt x="1624" y="6000"/>
                  </a:moveTo>
                  <a:lnTo>
                    <a:pt x="1500" y="6000"/>
                  </a:lnTo>
                  <a:lnTo>
                    <a:pt x="1474" y="6100"/>
                  </a:lnTo>
                  <a:lnTo>
                    <a:pt x="1200" y="6100"/>
                  </a:lnTo>
                  <a:lnTo>
                    <a:pt x="1200" y="6224"/>
                  </a:lnTo>
                  <a:lnTo>
                    <a:pt x="1624" y="6224"/>
                  </a:lnTo>
                  <a:close/>
                  <a:moveTo>
                    <a:pt x="400" y="6000"/>
                  </a:moveTo>
                  <a:lnTo>
                    <a:pt x="400" y="6124"/>
                  </a:lnTo>
                  <a:lnTo>
                    <a:pt x="524" y="6124"/>
                  </a:lnTo>
                  <a:lnTo>
                    <a:pt x="524" y="6000"/>
                  </a:lnTo>
                  <a:close/>
                  <a:moveTo>
                    <a:pt x="5700" y="5900"/>
                  </a:moveTo>
                  <a:lnTo>
                    <a:pt x="5700" y="6024"/>
                  </a:lnTo>
                  <a:lnTo>
                    <a:pt x="5824" y="6024"/>
                  </a:lnTo>
                  <a:lnTo>
                    <a:pt x="5824" y="5900"/>
                  </a:lnTo>
                  <a:close/>
                  <a:moveTo>
                    <a:pt x="1700" y="5900"/>
                  </a:moveTo>
                  <a:lnTo>
                    <a:pt x="1700" y="6124"/>
                  </a:lnTo>
                  <a:lnTo>
                    <a:pt x="1824" y="6124"/>
                  </a:lnTo>
                  <a:lnTo>
                    <a:pt x="1824" y="5950"/>
                  </a:lnTo>
                  <a:lnTo>
                    <a:pt x="1850" y="5924"/>
                  </a:lnTo>
                  <a:lnTo>
                    <a:pt x="1900" y="5950"/>
                  </a:lnTo>
                  <a:lnTo>
                    <a:pt x="1900" y="6024"/>
                  </a:lnTo>
                  <a:lnTo>
                    <a:pt x="2024" y="6024"/>
                  </a:lnTo>
                  <a:lnTo>
                    <a:pt x="2050" y="5924"/>
                  </a:lnTo>
                  <a:lnTo>
                    <a:pt x="2174" y="5924"/>
                  </a:lnTo>
                  <a:lnTo>
                    <a:pt x="2200" y="6024"/>
                  </a:lnTo>
                  <a:lnTo>
                    <a:pt x="2424" y="6024"/>
                  </a:lnTo>
                  <a:lnTo>
                    <a:pt x="2424" y="5800"/>
                  </a:lnTo>
                  <a:lnTo>
                    <a:pt x="2300" y="5800"/>
                  </a:lnTo>
                  <a:lnTo>
                    <a:pt x="2274" y="5900"/>
                  </a:lnTo>
                  <a:lnTo>
                    <a:pt x="2224" y="5874"/>
                  </a:lnTo>
                  <a:lnTo>
                    <a:pt x="2224" y="5800"/>
                  </a:lnTo>
                  <a:lnTo>
                    <a:pt x="2000" y="5800"/>
                  </a:lnTo>
                  <a:lnTo>
                    <a:pt x="1974" y="5900"/>
                  </a:lnTo>
                  <a:lnTo>
                    <a:pt x="1924" y="5874"/>
                  </a:lnTo>
                  <a:lnTo>
                    <a:pt x="1924" y="5800"/>
                  </a:lnTo>
                  <a:lnTo>
                    <a:pt x="1800" y="5800"/>
                  </a:lnTo>
                  <a:lnTo>
                    <a:pt x="1800" y="5874"/>
                  </a:lnTo>
                  <a:close/>
                  <a:moveTo>
                    <a:pt x="6300" y="5700"/>
                  </a:moveTo>
                  <a:lnTo>
                    <a:pt x="6300" y="5824"/>
                  </a:lnTo>
                  <a:lnTo>
                    <a:pt x="6374" y="5824"/>
                  </a:lnTo>
                  <a:lnTo>
                    <a:pt x="6400" y="5924"/>
                  </a:lnTo>
                  <a:lnTo>
                    <a:pt x="6474" y="5924"/>
                  </a:lnTo>
                  <a:lnTo>
                    <a:pt x="6500" y="6024"/>
                  </a:lnTo>
                  <a:lnTo>
                    <a:pt x="6574" y="6024"/>
                  </a:lnTo>
                  <a:lnTo>
                    <a:pt x="6600" y="6124"/>
                  </a:lnTo>
                  <a:lnTo>
                    <a:pt x="6700" y="6150"/>
                  </a:lnTo>
                  <a:lnTo>
                    <a:pt x="6700" y="6224"/>
                  </a:lnTo>
                  <a:lnTo>
                    <a:pt x="6824" y="6224"/>
                  </a:lnTo>
                  <a:lnTo>
                    <a:pt x="6824" y="6100"/>
                  </a:lnTo>
                  <a:lnTo>
                    <a:pt x="6750" y="6100"/>
                  </a:lnTo>
                  <a:lnTo>
                    <a:pt x="6724" y="6000"/>
                  </a:lnTo>
                  <a:lnTo>
                    <a:pt x="6650" y="6000"/>
                  </a:lnTo>
                  <a:lnTo>
                    <a:pt x="6624" y="5900"/>
                  </a:lnTo>
                  <a:lnTo>
                    <a:pt x="6550" y="5900"/>
                  </a:lnTo>
                  <a:lnTo>
                    <a:pt x="6524" y="5800"/>
                  </a:lnTo>
                  <a:lnTo>
                    <a:pt x="6424" y="5774"/>
                  </a:lnTo>
                  <a:lnTo>
                    <a:pt x="6424" y="5700"/>
                  </a:lnTo>
                  <a:close/>
                  <a:moveTo>
                    <a:pt x="5500" y="5600"/>
                  </a:moveTo>
                  <a:lnTo>
                    <a:pt x="5500" y="5724"/>
                  </a:lnTo>
                  <a:lnTo>
                    <a:pt x="5624" y="5724"/>
                  </a:lnTo>
                  <a:lnTo>
                    <a:pt x="5624" y="5600"/>
                  </a:lnTo>
                  <a:close/>
                  <a:moveTo>
                    <a:pt x="6124" y="5500"/>
                  </a:moveTo>
                  <a:lnTo>
                    <a:pt x="6000" y="5500"/>
                  </a:lnTo>
                  <a:lnTo>
                    <a:pt x="6000" y="5574"/>
                  </a:lnTo>
                  <a:lnTo>
                    <a:pt x="5900" y="5600"/>
                  </a:lnTo>
                  <a:lnTo>
                    <a:pt x="5874" y="5700"/>
                  </a:lnTo>
                  <a:lnTo>
                    <a:pt x="5800" y="5700"/>
                  </a:lnTo>
                  <a:lnTo>
                    <a:pt x="5800" y="5824"/>
                  </a:lnTo>
                  <a:lnTo>
                    <a:pt x="5924" y="5824"/>
                  </a:lnTo>
                  <a:lnTo>
                    <a:pt x="5924" y="5750"/>
                  </a:lnTo>
                  <a:lnTo>
                    <a:pt x="6024" y="5724"/>
                  </a:lnTo>
                  <a:lnTo>
                    <a:pt x="6050" y="5624"/>
                  </a:lnTo>
                  <a:lnTo>
                    <a:pt x="6124" y="5624"/>
                  </a:lnTo>
                  <a:close/>
                  <a:moveTo>
                    <a:pt x="1700" y="5400"/>
                  </a:moveTo>
                  <a:lnTo>
                    <a:pt x="1700" y="5524"/>
                  </a:lnTo>
                  <a:lnTo>
                    <a:pt x="1774" y="5524"/>
                  </a:lnTo>
                  <a:lnTo>
                    <a:pt x="1800" y="5624"/>
                  </a:lnTo>
                  <a:lnTo>
                    <a:pt x="1924" y="5624"/>
                  </a:lnTo>
                  <a:lnTo>
                    <a:pt x="1924" y="5550"/>
                  </a:lnTo>
                  <a:lnTo>
                    <a:pt x="2024" y="5524"/>
                  </a:lnTo>
                  <a:lnTo>
                    <a:pt x="2024" y="5400"/>
                  </a:lnTo>
                  <a:close/>
                  <a:moveTo>
                    <a:pt x="5600" y="5200"/>
                  </a:moveTo>
                  <a:lnTo>
                    <a:pt x="5600" y="5324"/>
                  </a:lnTo>
                  <a:lnTo>
                    <a:pt x="5724" y="5324"/>
                  </a:lnTo>
                  <a:lnTo>
                    <a:pt x="5724" y="5250"/>
                  </a:lnTo>
                  <a:lnTo>
                    <a:pt x="5774" y="5224"/>
                  </a:lnTo>
                  <a:lnTo>
                    <a:pt x="5800" y="5324"/>
                  </a:lnTo>
                  <a:lnTo>
                    <a:pt x="5900" y="5350"/>
                  </a:lnTo>
                  <a:lnTo>
                    <a:pt x="5900" y="5424"/>
                  </a:lnTo>
                  <a:lnTo>
                    <a:pt x="6024" y="5424"/>
                  </a:lnTo>
                  <a:lnTo>
                    <a:pt x="6024" y="5300"/>
                  </a:lnTo>
                  <a:lnTo>
                    <a:pt x="5950" y="5300"/>
                  </a:lnTo>
                  <a:lnTo>
                    <a:pt x="5924" y="5200"/>
                  </a:lnTo>
                  <a:lnTo>
                    <a:pt x="5824" y="5174"/>
                  </a:lnTo>
                  <a:lnTo>
                    <a:pt x="5824" y="5100"/>
                  </a:lnTo>
                  <a:lnTo>
                    <a:pt x="5700" y="5100"/>
                  </a:lnTo>
                  <a:lnTo>
                    <a:pt x="5700" y="5174"/>
                  </a:lnTo>
                  <a:close/>
                  <a:moveTo>
                    <a:pt x="4700" y="4600"/>
                  </a:moveTo>
                  <a:lnTo>
                    <a:pt x="4700" y="4724"/>
                  </a:lnTo>
                  <a:lnTo>
                    <a:pt x="4824" y="4724"/>
                  </a:lnTo>
                  <a:lnTo>
                    <a:pt x="4824" y="4600"/>
                  </a:lnTo>
                  <a:close/>
                  <a:moveTo>
                    <a:pt x="4400" y="4600"/>
                  </a:moveTo>
                  <a:lnTo>
                    <a:pt x="4400" y="4724"/>
                  </a:lnTo>
                  <a:lnTo>
                    <a:pt x="4524" y="4724"/>
                  </a:lnTo>
                  <a:lnTo>
                    <a:pt x="4524" y="4600"/>
                  </a:lnTo>
                  <a:close/>
                  <a:moveTo>
                    <a:pt x="5324" y="4500"/>
                  </a:moveTo>
                  <a:lnTo>
                    <a:pt x="5200" y="4500"/>
                  </a:lnTo>
                  <a:lnTo>
                    <a:pt x="5174" y="4600"/>
                  </a:lnTo>
                  <a:lnTo>
                    <a:pt x="5000" y="4600"/>
                  </a:lnTo>
                  <a:lnTo>
                    <a:pt x="5000" y="4724"/>
                  </a:lnTo>
                  <a:lnTo>
                    <a:pt x="5324" y="4724"/>
                  </a:lnTo>
                  <a:close/>
                  <a:moveTo>
                    <a:pt x="3824" y="4400"/>
                  </a:moveTo>
                  <a:lnTo>
                    <a:pt x="3700" y="4400"/>
                  </a:lnTo>
                  <a:lnTo>
                    <a:pt x="3700" y="4474"/>
                  </a:lnTo>
                  <a:lnTo>
                    <a:pt x="3600" y="4500"/>
                  </a:lnTo>
                  <a:lnTo>
                    <a:pt x="3600" y="4724"/>
                  </a:lnTo>
                  <a:lnTo>
                    <a:pt x="3724" y="4724"/>
                  </a:lnTo>
                  <a:lnTo>
                    <a:pt x="3724" y="4550"/>
                  </a:lnTo>
                  <a:lnTo>
                    <a:pt x="3824" y="4524"/>
                  </a:lnTo>
                  <a:close/>
                  <a:moveTo>
                    <a:pt x="100" y="4400"/>
                  </a:moveTo>
                  <a:lnTo>
                    <a:pt x="100" y="4474"/>
                  </a:lnTo>
                  <a:lnTo>
                    <a:pt x="0" y="4500"/>
                  </a:lnTo>
                  <a:lnTo>
                    <a:pt x="0" y="4624"/>
                  </a:lnTo>
                  <a:lnTo>
                    <a:pt x="224" y="4624"/>
                  </a:lnTo>
                  <a:lnTo>
                    <a:pt x="224" y="4400"/>
                  </a:lnTo>
                  <a:close/>
                  <a:moveTo>
                    <a:pt x="4200" y="4300"/>
                  </a:moveTo>
                  <a:lnTo>
                    <a:pt x="4200" y="4424"/>
                  </a:lnTo>
                  <a:lnTo>
                    <a:pt x="4324" y="4424"/>
                  </a:lnTo>
                  <a:lnTo>
                    <a:pt x="4324" y="4300"/>
                  </a:lnTo>
                  <a:close/>
                  <a:moveTo>
                    <a:pt x="2600" y="4300"/>
                  </a:moveTo>
                  <a:lnTo>
                    <a:pt x="2600" y="4424"/>
                  </a:lnTo>
                  <a:lnTo>
                    <a:pt x="2724" y="4424"/>
                  </a:lnTo>
                  <a:lnTo>
                    <a:pt x="2724" y="4300"/>
                  </a:lnTo>
                  <a:close/>
                  <a:moveTo>
                    <a:pt x="4000" y="4200"/>
                  </a:moveTo>
                  <a:lnTo>
                    <a:pt x="4000" y="4324"/>
                  </a:lnTo>
                  <a:lnTo>
                    <a:pt x="4124" y="4324"/>
                  </a:lnTo>
                  <a:lnTo>
                    <a:pt x="4124" y="4200"/>
                  </a:lnTo>
                  <a:close/>
                  <a:moveTo>
                    <a:pt x="5100" y="4100"/>
                  </a:moveTo>
                  <a:lnTo>
                    <a:pt x="5100" y="4224"/>
                  </a:lnTo>
                  <a:lnTo>
                    <a:pt x="5200" y="4250"/>
                  </a:lnTo>
                  <a:lnTo>
                    <a:pt x="5200" y="4424"/>
                  </a:lnTo>
                  <a:lnTo>
                    <a:pt x="5324" y="4424"/>
                  </a:lnTo>
                  <a:lnTo>
                    <a:pt x="5324" y="4100"/>
                  </a:lnTo>
                  <a:close/>
                  <a:moveTo>
                    <a:pt x="800" y="4100"/>
                  </a:moveTo>
                  <a:lnTo>
                    <a:pt x="800" y="4224"/>
                  </a:lnTo>
                  <a:lnTo>
                    <a:pt x="874" y="4224"/>
                  </a:lnTo>
                  <a:lnTo>
                    <a:pt x="900" y="4324"/>
                  </a:lnTo>
                  <a:lnTo>
                    <a:pt x="1024" y="4324"/>
                  </a:lnTo>
                  <a:lnTo>
                    <a:pt x="1024" y="4200"/>
                  </a:lnTo>
                  <a:lnTo>
                    <a:pt x="950" y="4200"/>
                  </a:lnTo>
                  <a:lnTo>
                    <a:pt x="924" y="4100"/>
                  </a:lnTo>
                  <a:close/>
                  <a:moveTo>
                    <a:pt x="500" y="4100"/>
                  </a:moveTo>
                  <a:lnTo>
                    <a:pt x="500" y="4224"/>
                  </a:lnTo>
                  <a:lnTo>
                    <a:pt x="624" y="4224"/>
                  </a:lnTo>
                  <a:lnTo>
                    <a:pt x="624" y="4100"/>
                  </a:lnTo>
                  <a:close/>
                  <a:moveTo>
                    <a:pt x="4900" y="3900"/>
                  </a:moveTo>
                  <a:lnTo>
                    <a:pt x="4900" y="4024"/>
                  </a:lnTo>
                  <a:lnTo>
                    <a:pt x="5024" y="4024"/>
                  </a:lnTo>
                  <a:lnTo>
                    <a:pt x="5024" y="3900"/>
                  </a:lnTo>
                  <a:close/>
                  <a:moveTo>
                    <a:pt x="4824" y="3800"/>
                  </a:moveTo>
                  <a:lnTo>
                    <a:pt x="4700" y="3800"/>
                  </a:lnTo>
                  <a:lnTo>
                    <a:pt x="4700" y="3874"/>
                  </a:lnTo>
                  <a:lnTo>
                    <a:pt x="4600" y="3900"/>
                  </a:lnTo>
                  <a:lnTo>
                    <a:pt x="4600" y="3974"/>
                  </a:lnTo>
                  <a:lnTo>
                    <a:pt x="4500" y="4000"/>
                  </a:lnTo>
                  <a:lnTo>
                    <a:pt x="4474" y="4100"/>
                  </a:lnTo>
                  <a:lnTo>
                    <a:pt x="4400" y="4100"/>
                  </a:lnTo>
                  <a:lnTo>
                    <a:pt x="4400" y="4224"/>
                  </a:lnTo>
                  <a:lnTo>
                    <a:pt x="4524" y="4224"/>
                  </a:lnTo>
                  <a:lnTo>
                    <a:pt x="4524" y="4150"/>
                  </a:lnTo>
                  <a:lnTo>
                    <a:pt x="4624" y="4124"/>
                  </a:lnTo>
                  <a:lnTo>
                    <a:pt x="4624" y="4050"/>
                  </a:lnTo>
                  <a:lnTo>
                    <a:pt x="4724" y="4024"/>
                  </a:lnTo>
                  <a:lnTo>
                    <a:pt x="4750" y="3924"/>
                  </a:lnTo>
                  <a:lnTo>
                    <a:pt x="4824" y="3924"/>
                  </a:lnTo>
                  <a:close/>
                  <a:moveTo>
                    <a:pt x="3000" y="3700"/>
                  </a:moveTo>
                  <a:lnTo>
                    <a:pt x="3000" y="4024"/>
                  </a:lnTo>
                  <a:lnTo>
                    <a:pt x="3124" y="4024"/>
                  </a:lnTo>
                  <a:lnTo>
                    <a:pt x="3124" y="3700"/>
                  </a:lnTo>
                  <a:close/>
                  <a:moveTo>
                    <a:pt x="1800" y="3700"/>
                  </a:moveTo>
                  <a:lnTo>
                    <a:pt x="1800" y="3824"/>
                  </a:lnTo>
                  <a:lnTo>
                    <a:pt x="1924" y="3824"/>
                  </a:lnTo>
                  <a:lnTo>
                    <a:pt x="1924" y="3700"/>
                  </a:lnTo>
                  <a:close/>
                  <a:moveTo>
                    <a:pt x="4100" y="3500"/>
                  </a:moveTo>
                  <a:lnTo>
                    <a:pt x="4100" y="3624"/>
                  </a:lnTo>
                  <a:lnTo>
                    <a:pt x="4224" y="3624"/>
                  </a:lnTo>
                  <a:lnTo>
                    <a:pt x="4224" y="3500"/>
                  </a:lnTo>
                  <a:close/>
                  <a:moveTo>
                    <a:pt x="2300" y="3400"/>
                  </a:moveTo>
                  <a:lnTo>
                    <a:pt x="2300" y="3524"/>
                  </a:lnTo>
                  <a:lnTo>
                    <a:pt x="2424" y="3524"/>
                  </a:lnTo>
                  <a:lnTo>
                    <a:pt x="2424" y="3400"/>
                  </a:lnTo>
                  <a:close/>
                  <a:moveTo>
                    <a:pt x="1000" y="3200"/>
                  </a:moveTo>
                  <a:lnTo>
                    <a:pt x="1000" y="3324"/>
                  </a:lnTo>
                  <a:lnTo>
                    <a:pt x="1124" y="3324"/>
                  </a:lnTo>
                  <a:lnTo>
                    <a:pt x="1124" y="3200"/>
                  </a:lnTo>
                  <a:close/>
                  <a:moveTo>
                    <a:pt x="2300" y="3100"/>
                  </a:moveTo>
                  <a:lnTo>
                    <a:pt x="2300" y="3224"/>
                  </a:lnTo>
                  <a:lnTo>
                    <a:pt x="2424" y="3224"/>
                  </a:lnTo>
                  <a:lnTo>
                    <a:pt x="2424" y="3100"/>
                  </a:lnTo>
                  <a:close/>
                  <a:moveTo>
                    <a:pt x="2300" y="2800"/>
                  </a:moveTo>
                  <a:lnTo>
                    <a:pt x="2300" y="3024"/>
                  </a:lnTo>
                  <a:lnTo>
                    <a:pt x="2424" y="3024"/>
                  </a:lnTo>
                  <a:lnTo>
                    <a:pt x="2424" y="2800"/>
                  </a:lnTo>
                  <a:close/>
                  <a:moveTo>
                    <a:pt x="4900" y="2100"/>
                  </a:moveTo>
                  <a:lnTo>
                    <a:pt x="4900" y="2224"/>
                  </a:lnTo>
                  <a:lnTo>
                    <a:pt x="5224" y="2224"/>
                  </a:lnTo>
                  <a:lnTo>
                    <a:pt x="5224" y="2100"/>
                  </a:lnTo>
                  <a:close/>
                  <a:moveTo>
                    <a:pt x="3800" y="2100"/>
                  </a:moveTo>
                  <a:lnTo>
                    <a:pt x="3800" y="2224"/>
                  </a:lnTo>
                  <a:lnTo>
                    <a:pt x="4024" y="2224"/>
                  </a:lnTo>
                  <a:lnTo>
                    <a:pt x="4024" y="2100"/>
                  </a:lnTo>
                  <a:close/>
                  <a:moveTo>
                    <a:pt x="4500" y="2000"/>
                  </a:moveTo>
                  <a:lnTo>
                    <a:pt x="4500" y="2124"/>
                  </a:lnTo>
                  <a:lnTo>
                    <a:pt x="4624" y="2124"/>
                  </a:lnTo>
                  <a:lnTo>
                    <a:pt x="4624" y="2000"/>
                  </a:lnTo>
                  <a:close/>
                  <a:moveTo>
                    <a:pt x="2900" y="2000"/>
                  </a:moveTo>
                  <a:lnTo>
                    <a:pt x="2900" y="2124"/>
                  </a:lnTo>
                  <a:lnTo>
                    <a:pt x="3024" y="2124"/>
                  </a:lnTo>
                  <a:lnTo>
                    <a:pt x="3024" y="2000"/>
                  </a:lnTo>
                  <a:close/>
                  <a:moveTo>
                    <a:pt x="0" y="2000"/>
                  </a:moveTo>
                  <a:lnTo>
                    <a:pt x="0" y="2124"/>
                  </a:lnTo>
                  <a:lnTo>
                    <a:pt x="224" y="2124"/>
                  </a:lnTo>
                  <a:lnTo>
                    <a:pt x="224" y="2000"/>
                  </a:lnTo>
                  <a:close/>
                  <a:moveTo>
                    <a:pt x="2900" y="1600"/>
                  </a:moveTo>
                  <a:lnTo>
                    <a:pt x="2900" y="1824"/>
                  </a:lnTo>
                  <a:lnTo>
                    <a:pt x="3024" y="1824"/>
                  </a:lnTo>
                  <a:lnTo>
                    <a:pt x="3024" y="1600"/>
                  </a:lnTo>
                  <a:close/>
                  <a:moveTo>
                    <a:pt x="624" y="1600"/>
                  </a:moveTo>
                  <a:lnTo>
                    <a:pt x="500" y="1600"/>
                  </a:lnTo>
                  <a:lnTo>
                    <a:pt x="500" y="1674"/>
                  </a:lnTo>
                  <a:lnTo>
                    <a:pt x="400" y="1700"/>
                  </a:lnTo>
                  <a:lnTo>
                    <a:pt x="400" y="1824"/>
                  </a:lnTo>
                  <a:lnTo>
                    <a:pt x="524" y="1824"/>
                  </a:lnTo>
                  <a:lnTo>
                    <a:pt x="524" y="1750"/>
                  </a:lnTo>
                  <a:lnTo>
                    <a:pt x="624" y="1724"/>
                  </a:lnTo>
                  <a:close/>
                  <a:moveTo>
                    <a:pt x="6500" y="1500"/>
                  </a:moveTo>
                  <a:lnTo>
                    <a:pt x="6500" y="1624"/>
                  </a:lnTo>
                  <a:lnTo>
                    <a:pt x="6574" y="1624"/>
                  </a:lnTo>
                  <a:lnTo>
                    <a:pt x="6600" y="1724"/>
                  </a:lnTo>
                  <a:lnTo>
                    <a:pt x="6700" y="1750"/>
                  </a:lnTo>
                  <a:lnTo>
                    <a:pt x="6700" y="2124"/>
                  </a:lnTo>
                  <a:lnTo>
                    <a:pt x="6824" y="2124"/>
                  </a:lnTo>
                  <a:lnTo>
                    <a:pt x="6824" y="1600"/>
                  </a:lnTo>
                  <a:lnTo>
                    <a:pt x="6650" y="1600"/>
                  </a:lnTo>
                  <a:lnTo>
                    <a:pt x="6624" y="1500"/>
                  </a:lnTo>
                  <a:close/>
                  <a:moveTo>
                    <a:pt x="1324" y="1500"/>
                  </a:moveTo>
                  <a:lnTo>
                    <a:pt x="1200" y="1500"/>
                  </a:lnTo>
                  <a:lnTo>
                    <a:pt x="1200" y="1574"/>
                  </a:lnTo>
                  <a:lnTo>
                    <a:pt x="1100" y="1600"/>
                  </a:lnTo>
                  <a:lnTo>
                    <a:pt x="1100" y="1724"/>
                  </a:lnTo>
                  <a:lnTo>
                    <a:pt x="1224" y="1724"/>
                  </a:lnTo>
                  <a:lnTo>
                    <a:pt x="1224" y="1650"/>
                  </a:lnTo>
                  <a:lnTo>
                    <a:pt x="1324" y="1624"/>
                  </a:lnTo>
                  <a:close/>
                  <a:moveTo>
                    <a:pt x="900" y="1500"/>
                  </a:moveTo>
                  <a:lnTo>
                    <a:pt x="900" y="1624"/>
                  </a:lnTo>
                  <a:lnTo>
                    <a:pt x="1024" y="1624"/>
                  </a:lnTo>
                  <a:lnTo>
                    <a:pt x="1024" y="1500"/>
                  </a:lnTo>
                  <a:close/>
                  <a:moveTo>
                    <a:pt x="1500" y="1200"/>
                  </a:moveTo>
                  <a:lnTo>
                    <a:pt x="1500" y="1324"/>
                  </a:lnTo>
                  <a:lnTo>
                    <a:pt x="1624" y="1324"/>
                  </a:lnTo>
                  <a:lnTo>
                    <a:pt x="1624" y="1200"/>
                  </a:lnTo>
                  <a:close/>
                  <a:moveTo>
                    <a:pt x="6100" y="1100"/>
                  </a:moveTo>
                  <a:lnTo>
                    <a:pt x="6100" y="1224"/>
                  </a:lnTo>
                  <a:lnTo>
                    <a:pt x="6224" y="1224"/>
                  </a:lnTo>
                  <a:lnTo>
                    <a:pt x="6224" y="1100"/>
                  </a:lnTo>
                  <a:close/>
                  <a:moveTo>
                    <a:pt x="4700" y="1000"/>
                  </a:moveTo>
                  <a:lnTo>
                    <a:pt x="4700" y="1124"/>
                  </a:lnTo>
                  <a:lnTo>
                    <a:pt x="4824" y="1124"/>
                  </a:lnTo>
                  <a:lnTo>
                    <a:pt x="4824" y="1000"/>
                  </a:lnTo>
                  <a:close/>
                  <a:moveTo>
                    <a:pt x="800" y="1000"/>
                  </a:moveTo>
                  <a:lnTo>
                    <a:pt x="800" y="1124"/>
                  </a:lnTo>
                  <a:lnTo>
                    <a:pt x="924" y="1124"/>
                  </a:lnTo>
                  <a:lnTo>
                    <a:pt x="924" y="1000"/>
                  </a:lnTo>
                  <a:close/>
                  <a:moveTo>
                    <a:pt x="1800" y="900"/>
                  </a:moveTo>
                  <a:lnTo>
                    <a:pt x="1800" y="1024"/>
                  </a:lnTo>
                  <a:lnTo>
                    <a:pt x="1924" y="1024"/>
                  </a:lnTo>
                  <a:lnTo>
                    <a:pt x="1924" y="900"/>
                  </a:lnTo>
                  <a:close/>
                  <a:moveTo>
                    <a:pt x="1100" y="900"/>
                  </a:moveTo>
                  <a:lnTo>
                    <a:pt x="1100" y="1024"/>
                  </a:lnTo>
                  <a:lnTo>
                    <a:pt x="1224" y="1024"/>
                  </a:lnTo>
                  <a:lnTo>
                    <a:pt x="1224" y="900"/>
                  </a:lnTo>
                  <a:close/>
                  <a:moveTo>
                    <a:pt x="5800" y="800"/>
                  </a:moveTo>
                  <a:lnTo>
                    <a:pt x="5800" y="924"/>
                  </a:lnTo>
                  <a:lnTo>
                    <a:pt x="5924" y="924"/>
                  </a:lnTo>
                  <a:lnTo>
                    <a:pt x="5924" y="800"/>
                  </a:lnTo>
                  <a:close/>
                  <a:moveTo>
                    <a:pt x="4900" y="800"/>
                  </a:moveTo>
                  <a:lnTo>
                    <a:pt x="4900" y="924"/>
                  </a:lnTo>
                  <a:lnTo>
                    <a:pt x="5024" y="924"/>
                  </a:lnTo>
                  <a:lnTo>
                    <a:pt x="5024" y="800"/>
                  </a:lnTo>
                  <a:close/>
                  <a:moveTo>
                    <a:pt x="4900" y="600"/>
                  </a:moveTo>
                  <a:lnTo>
                    <a:pt x="4900" y="724"/>
                  </a:lnTo>
                  <a:lnTo>
                    <a:pt x="5024" y="724"/>
                  </a:lnTo>
                  <a:lnTo>
                    <a:pt x="5024" y="600"/>
                  </a:lnTo>
                  <a:close/>
                  <a:moveTo>
                    <a:pt x="600" y="600"/>
                  </a:moveTo>
                  <a:lnTo>
                    <a:pt x="600" y="724"/>
                  </a:lnTo>
                  <a:lnTo>
                    <a:pt x="724" y="724"/>
                  </a:lnTo>
                  <a:lnTo>
                    <a:pt x="724" y="600"/>
                  </a:lnTo>
                  <a:close/>
                  <a:moveTo>
                    <a:pt x="6700" y="0"/>
                  </a:moveTo>
                  <a:lnTo>
                    <a:pt x="6700" y="124"/>
                  </a:lnTo>
                  <a:lnTo>
                    <a:pt x="6824" y="124"/>
                  </a:lnTo>
                  <a:lnTo>
                    <a:pt x="6824" y="0"/>
                  </a:lnTo>
                  <a:close/>
                  <a:moveTo>
                    <a:pt x="2900" y="0"/>
                  </a:moveTo>
                  <a:lnTo>
                    <a:pt x="2900" y="124"/>
                  </a:lnTo>
                  <a:lnTo>
                    <a:pt x="3024" y="124"/>
                  </a:lnTo>
                  <a:lnTo>
                    <a:pt x="3024" y="0"/>
                  </a:lnTo>
                  <a:close/>
                </a:path>
              </a:pathLst>
            </a:custGeom>
            <a:solidFill>
              <a:srgbClr val="3D4E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7" name="Result reward illustration color 2"/>
            <p:cNvSpPr/>
            <p:nvPr/>
          </p:nvSpPr>
          <p:spPr>
            <a:xfrm>
              <a:off x="13006243" y="7785019"/>
              <a:ext cx="313091" cy="303947"/>
            </a:xfrm>
            <a:custGeom>
              <a:avLst/>
              <a:gdLst/>
              <a:ahLst/>
              <a:cxnLst/>
              <a:rect l="l" t="t" r="r" b="b"/>
              <a:pathLst>
                <a:path w="3424" h="3324">
                  <a:moveTo>
                    <a:pt x="1700" y="3200"/>
                  </a:moveTo>
                  <a:lnTo>
                    <a:pt x="1700" y="3324"/>
                  </a:lnTo>
                  <a:lnTo>
                    <a:pt x="1924" y="3324"/>
                  </a:lnTo>
                  <a:lnTo>
                    <a:pt x="1924" y="3200"/>
                  </a:lnTo>
                  <a:close/>
                  <a:moveTo>
                    <a:pt x="2200" y="3100"/>
                  </a:moveTo>
                  <a:lnTo>
                    <a:pt x="2200" y="3224"/>
                  </a:lnTo>
                  <a:lnTo>
                    <a:pt x="2324" y="3224"/>
                  </a:lnTo>
                  <a:lnTo>
                    <a:pt x="2324" y="3100"/>
                  </a:lnTo>
                  <a:close/>
                  <a:moveTo>
                    <a:pt x="1100" y="3100"/>
                  </a:moveTo>
                  <a:lnTo>
                    <a:pt x="1100" y="3224"/>
                  </a:lnTo>
                  <a:lnTo>
                    <a:pt x="1224" y="3224"/>
                  </a:lnTo>
                  <a:lnTo>
                    <a:pt x="1224" y="3100"/>
                  </a:lnTo>
                  <a:close/>
                  <a:moveTo>
                    <a:pt x="900" y="2900"/>
                  </a:moveTo>
                  <a:lnTo>
                    <a:pt x="900" y="3024"/>
                  </a:lnTo>
                  <a:lnTo>
                    <a:pt x="1024" y="3024"/>
                  </a:lnTo>
                  <a:lnTo>
                    <a:pt x="1024" y="2900"/>
                  </a:lnTo>
                  <a:close/>
                  <a:moveTo>
                    <a:pt x="2824" y="2800"/>
                  </a:moveTo>
                  <a:lnTo>
                    <a:pt x="2700" y="2800"/>
                  </a:lnTo>
                  <a:lnTo>
                    <a:pt x="2700" y="2874"/>
                  </a:lnTo>
                  <a:lnTo>
                    <a:pt x="2600" y="2900"/>
                  </a:lnTo>
                  <a:lnTo>
                    <a:pt x="2574" y="3000"/>
                  </a:lnTo>
                  <a:lnTo>
                    <a:pt x="2500" y="3000"/>
                  </a:lnTo>
                  <a:lnTo>
                    <a:pt x="2500" y="3124"/>
                  </a:lnTo>
                  <a:lnTo>
                    <a:pt x="2624" y="3124"/>
                  </a:lnTo>
                  <a:lnTo>
                    <a:pt x="2624" y="3050"/>
                  </a:lnTo>
                  <a:lnTo>
                    <a:pt x="2724" y="3024"/>
                  </a:lnTo>
                  <a:lnTo>
                    <a:pt x="2750" y="2924"/>
                  </a:lnTo>
                  <a:lnTo>
                    <a:pt x="2824" y="2924"/>
                  </a:lnTo>
                  <a:close/>
                  <a:moveTo>
                    <a:pt x="600" y="2800"/>
                  </a:moveTo>
                  <a:lnTo>
                    <a:pt x="600" y="2924"/>
                  </a:lnTo>
                  <a:lnTo>
                    <a:pt x="724" y="2924"/>
                  </a:lnTo>
                  <a:lnTo>
                    <a:pt x="724" y="2800"/>
                  </a:lnTo>
                  <a:close/>
                  <a:moveTo>
                    <a:pt x="400" y="2500"/>
                  </a:moveTo>
                  <a:lnTo>
                    <a:pt x="400" y="2624"/>
                  </a:lnTo>
                  <a:lnTo>
                    <a:pt x="524" y="2624"/>
                  </a:lnTo>
                  <a:lnTo>
                    <a:pt x="524" y="2500"/>
                  </a:lnTo>
                  <a:close/>
                  <a:moveTo>
                    <a:pt x="300" y="2300"/>
                  </a:moveTo>
                  <a:lnTo>
                    <a:pt x="300" y="2424"/>
                  </a:lnTo>
                  <a:lnTo>
                    <a:pt x="424" y="2424"/>
                  </a:lnTo>
                  <a:lnTo>
                    <a:pt x="424" y="2300"/>
                  </a:lnTo>
                  <a:close/>
                  <a:moveTo>
                    <a:pt x="3424" y="2000"/>
                  </a:moveTo>
                  <a:lnTo>
                    <a:pt x="3300" y="2000"/>
                  </a:lnTo>
                  <a:lnTo>
                    <a:pt x="3300" y="2074"/>
                  </a:lnTo>
                  <a:lnTo>
                    <a:pt x="3200" y="2100"/>
                  </a:lnTo>
                  <a:lnTo>
                    <a:pt x="3200" y="2224"/>
                  </a:lnTo>
                  <a:lnTo>
                    <a:pt x="3324" y="2224"/>
                  </a:lnTo>
                  <a:lnTo>
                    <a:pt x="3324" y="2150"/>
                  </a:lnTo>
                  <a:lnTo>
                    <a:pt x="3424" y="2124"/>
                  </a:lnTo>
                  <a:close/>
                  <a:moveTo>
                    <a:pt x="100" y="1800"/>
                  </a:moveTo>
                  <a:lnTo>
                    <a:pt x="100" y="2124"/>
                  </a:lnTo>
                  <a:lnTo>
                    <a:pt x="224" y="2124"/>
                  </a:lnTo>
                  <a:lnTo>
                    <a:pt x="224" y="1800"/>
                  </a:lnTo>
                  <a:close/>
                  <a:moveTo>
                    <a:pt x="3300" y="1500"/>
                  </a:moveTo>
                  <a:lnTo>
                    <a:pt x="3300" y="1724"/>
                  </a:lnTo>
                  <a:lnTo>
                    <a:pt x="3424" y="1724"/>
                  </a:lnTo>
                  <a:lnTo>
                    <a:pt x="3424" y="1500"/>
                  </a:lnTo>
                  <a:close/>
                  <a:moveTo>
                    <a:pt x="0" y="1500"/>
                  </a:moveTo>
                  <a:lnTo>
                    <a:pt x="0" y="1724"/>
                  </a:lnTo>
                  <a:lnTo>
                    <a:pt x="124" y="1724"/>
                  </a:lnTo>
                  <a:lnTo>
                    <a:pt x="124" y="1650"/>
                  </a:lnTo>
                  <a:lnTo>
                    <a:pt x="224" y="1624"/>
                  </a:lnTo>
                  <a:lnTo>
                    <a:pt x="224" y="1500"/>
                  </a:lnTo>
                  <a:close/>
                  <a:moveTo>
                    <a:pt x="100" y="1300"/>
                  </a:moveTo>
                  <a:lnTo>
                    <a:pt x="100" y="1424"/>
                  </a:lnTo>
                  <a:lnTo>
                    <a:pt x="224" y="1424"/>
                  </a:lnTo>
                  <a:lnTo>
                    <a:pt x="224" y="1300"/>
                  </a:lnTo>
                  <a:close/>
                  <a:moveTo>
                    <a:pt x="3300" y="1100"/>
                  </a:moveTo>
                  <a:lnTo>
                    <a:pt x="3300" y="1324"/>
                  </a:lnTo>
                  <a:lnTo>
                    <a:pt x="3424" y="1324"/>
                  </a:lnTo>
                  <a:lnTo>
                    <a:pt x="3424" y="1100"/>
                  </a:lnTo>
                  <a:close/>
                  <a:moveTo>
                    <a:pt x="3100" y="800"/>
                  </a:moveTo>
                  <a:lnTo>
                    <a:pt x="3100" y="924"/>
                  </a:lnTo>
                  <a:lnTo>
                    <a:pt x="3224" y="924"/>
                  </a:lnTo>
                  <a:lnTo>
                    <a:pt x="3224" y="800"/>
                  </a:lnTo>
                  <a:close/>
                  <a:moveTo>
                    <a:pt x="324" y="800"/>
                  </a:moveTo>
                  <a:lnTo>
                    <a:pt x="200" y="800"/>
                  </a:lnTo>
                  <a:lnTo>
                    <a:pt x="200" y="1074"/>
                  </a:lnTo>
                  <a:lnTo>
                    <a:pt x="100" y="1100"/>
                  </a:lnTo>
                  <a:lnTo>
                    <a:pt x="100" y="1224"/>
                  </a:lnTo>
                  <a:lnTo>
                    <a:pt x="224" y="1224"/>
                  </a:lnTo>
                  <a:lnTo>
                    <a:pt x="224" y="1150"/>
                  </a:lnTo>
                  <a:lnTo>
                    <a:pt x="324" y="1124"/>
                  </a:lnTo>
                  <a:lnTo>
                    <a:pt x="350" y="1024"/>
                  </a:lnTo>
                  <a:lnTo>
                    <a:pt x="424" y="1024"/>
                  </a:lnTo>
                  <a:lnTo>
                    <a:pt x="424" y="900"/>
                  </a:lnTo>
                  <a:lnTo>
                    <a:pt x="350" y="900"/>
                  </a:lnTo>
                  <a:close/>
                  <a:moveTo>
                    <a:pt x="2900" y="600"/>
                  </a:moveTo>
                  <a:lnTo>
                    <a:pt x="2900" y="724"/>
                  </a:lnTo>
                  <a:lnTo>
                    <a:pt x="3124" y="724"/>
                  </a:lnTo>
                  <a:lnTo>
                    <a:pt x="3124" y="600"/>
                  </a:lnTo>
                  <a:close/>
                  <a:moveTo>
                    <a:pt x="500" y="400"/>
                  </a:moveTo>
                  <a:lnTo>
                    <a:pt x="500" y="624"/>
                  </a:lnTo>
                  <a:lnTo>
                    <a:pt x="624" y="624"/>
                  </a:lnTo>
                  <a:lnTo>
                    <a:pt x="624" y="400"/>
                  </a:lnTo>
                  <a:close/>
                  <a:moveTo>
                    <a:pt x="2700" y="200"/>
                  </a:moveTo>
                  <a:lnTo>
                    <a:pt x="2700" y="424"/>
                  </a:lnTo>
                  <a:lnTo>
                    <a:pt x="2824" y="424"/>
                  </a:lnTo>
                  <a:lnTo>
                    <a:pt x="2824" y="200"/>
                  </a:lnTo>
                  <a:close/>
                  <a:moveTo>
                    <a:pt x="2500" y="200"/>
                  </a:moveTo>
                  <a:lnTo>
                    <a:pt x="2500" y="324"/>
                  </a:lnTo>
                  <a:lnTo>
                    <a:pt x="2624" y="324"/>
                  </a:lnTo>
                  <a:lnTo>
                    <a:pt x="2624" y="200"/>
                  </a:lnTo>
                  <a:close/>
                  <a:moveTo>
                    <a:pt x="1024" y="100"/>
                  </a:moveTo>
                  <a:lnTo>
                    <a:pt x="900" y="100"/>
                  </a:lnTo>
                  <a:lnTo>
                    <a:pt x="874" y="200"/>
                  </a:lnTo>
                  <a:lnTo>
                    <a:pt x="700" y="200"/>
                  </a:lnTo>
                  <a:lnTo>
                    <a:pt x="700" y="324"/>
                  </a:lnTo>
                  <a:lnTo>
                    <a:pt x="924" y="324"/>
                  </a:lnTo>
                  <a:lnTo>
                    <a:pt x="924" y="250"/>
                  </a:lnTo>
                  <a:lnTo>
                    <a:pt x="1024" y="224"/>
                  </a:lnTo>
                  <a:close/>
                  <a:moveTo>
                    <a:pt x="1800" y="0"/>
                  </a:moveTo>
                  <a:lnTo>
                    <a:pt x="1800" y="124"/>
                  </a:lnTo>
                  <a:lnTo>
                    <a:pt x="2324" y="124"/>
                  </a:lnTo>
                  <a:lnTo>
                    <a:pt x="2324" y="0"/>
                  </a:lnTo>
                  <a:close/>
                  <a:moveTo>
                    <a:pt x="1600" y="0"/>
                  </a:moveTo>
                  <a:lnTo>
                    <a:pt x="16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  <a:moveTo>
                    <a:pt x="1100" y="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E69E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sult reward illustration color 3"/>
            <p:cNvSpPr/>
            <p:nvPr/>
          </p:nvSpPr>
          <p:spPr>
            <a:xfrm>
              <a:off x="12768499" y="7565563"/>
              <a:ext cx="623987" cy="587411"/>
            </a:xfrm>
            <a:custGeom>
              <a:avLst/>
              <a:gdLst/>
              <a:ahLst/>
              <a:cxnLst/>
              <a:rect l="l" t="t" r="r" b="b"/>
              <a:pathLst>
                <a:path w="6824" h="6424">
                  <a:moveTo>
                    <a:pt x="1300" y="6300"/>
                  </a:moveTo>
                  <a:lnTo>
                    <a:pt x="1300" y="6424"/>
                  </a:lnTo>
                  <a:lnTo>
                    <a:pt x="1424" y="6424"/>
                  </a:lnTo>
                  <a:lnTo>
                    <a:pt x="1424" y="6300"/>
                  </a:lnTo>
                  <a:close/>
                  <a:moveTo>
                    <a:pt x="600" y="6300"/>
                  </a:moveTo>
                  <a:lnTo>
                    <a:pt x="600" y="6424"/>
                  </a:lnTo>
                  <a:lnTo>
                    <a:pt x="724" y="6424"/>
                  </a:lnTo>
                  <a:lnTo>
                    <a:pt x="724" y="6300"/>
                  </a:lnTo>
                  <a:close/>
                  <a:moveTo>
                    <a:pt x="1600" y="6200"/>
                  </a:moveTo>
                  <a:lnTo>
                    <a:pt x="1600" y="6324"/>
                  </a:lnTo>
                  <a:lnTo>
                    <a:pt x="1724" y="6324"/>
                  </a:lnTo>
                  <a:lnTo>
                    <a:pt x="1724" y="6200"/>
                  </a:lnTo>
                  <a:close/>
                  <a:moveTo>
                    <a:pt x="5500" y="6100"/>
                  </a:moveTo>
                  <a:lnTo>
                    <a:pt x="5500" y="6224"/>
                  </a:lnTo>
                  <a:lnTo>
                    <a:pt x="5574" y="6224"/>
                  </a:lnTo>
                  <a:lnTo>
                    <a:pt x="5600" y="6324"/>
                  </a:lnTo>
                  <a:lnTo>
                    <a:pt x="5724" y="6324"/>
                  </a:lnTo>
                  <a:lnTo>
                    <a:pt x="5724" y="6200"/>
                  </a:lnTo>
                  <a:lnTo>
                    <a:pt x="5650" y="6200"/>
                  </a:lnTo>
                  <a:lnTo>
                    <a:pt x="5624" y="6100"/>
                  </a:lnTo>
                  <a:close/>
                  <a:moveTo>
                    <a:pt x="1100" y="6100"/>
                  </a:moveTo>
                  <a:lnTo>
                    <a:pt x="1100" y="6224"/>
                  </a:lnTo>
                  <a:lnTo>
                    <a:pt x="1224" y="6224"/>
                  </a:lnTo>
                  <a:lnTo>
                    <a:pt x="1224" y="6100"/>
                  </a:lnTo>
                  <a:close/>
                  <a:moveTo>
                    <a:pt x="300" y="6000"/>
                  </a:moveTo>
                  <a:lnTo>
                    <a:pt x="300" y="6124"/>
                  </a:lnTo>
                  <a:lnTo>
                    <a:pt x="424" y="6124"/>
                  </a:lnTo>
                  <a:lnTo>
                    <a:pt x="424" y="6000"/>
                  </a:lnTo>
                  <a:close/>
                  <a:moveTo>
                    <a:pt x="2300" y="5900"/>
                  </a:moveTo>
                  <a:lnTo>
                    <a:pt x="2300" y="6024"/>
                  </a:lnTo>
                  <a:lnTo>
                    <a:pt x="2424" y="6024"/>
                  </a:lnTo>
                  <a:lnTo>
                    <a:pt x="2424" y="5900"/>
                  </a:lnTo>
                  <a:close/>
                  <a:moveTo>
                    <a:pt x="3900" y="5800"/>
                  </a:moveTo>
                  <a:lnTo>
                    <a:pt x="3900" y="5924"/>
                  </a:lnTo>
                  <a:lnTo>
                    <a:pt x="4024" y="5924"/>
                  </a:lnTo>
                  <a:lnTo>
                    <a:pt x="4024" y="5800"/>
                  </a:lnTo>
                  <a:close/>
                  <a:moveTo>
                    <a:pt x="5000" y="5700"/>
                  </a:moveTo>
                  <a:lnTo>
                    <a:pt x="5000" y="5824"/>
                  </a:lnTo>
                  <a:lnTo>
                    <a:pt x="5124" y="5824"/>
                  </a:lnTo>
                  <a:lnTo>
                    <a:pt x="5124" y="5700"/>
                  </a:lnTo>
                  <a:close/>
                  <a:moveTo>
                    <a:pt x="6200" y="5600"/>
                  </a:moveTo>
                  <a:lnTo>
                    <a:pt x="6200" y="5724"/>
                  </a:lnTo>
                  <a:lnTo>
                    <a:pt x="6324" y="5724"/>
                  </a:lnTo>
                  <a:lnTo>
                    <a:pt x="6324" y="5600"/>
                  </a:lnTo>
                  <a:close/>
                  <a:moveTo>
                    <a:pt x="1500" y="5500"/>
                  </a:moveTo>
                  <a:lnTo>
                    <a:pt x="1500" y="5624"/>
                  </a:lnTo>
                  <a:lnTo>
                    <a:pt x="1574" y="5624"/>
                  </a:lnTo>
                  <a:lnTo>
                    <a:pt x="1600" y="5724"/>
                  </a:lnTo>
                  <a:lnTo>
                    <a:pt x="1700" y="5750"/>
                  </a:lnTo>
                  <a:lnTo>
                    <a:pt x="1700" y="5824"/>
                  </a:lnTo>
                  <a:lnTo>
                    <a:pt x="1824" y="5824"/>
                  </a:lnTo>
                  <a:lnTo>
                    <a:pt x="1824" y="5700"/>
                  </a:lnTo>
                  <a:lnTo>
                    <a:pt x="1750" y="5700"/>
                  </a:lnTo>
                  <a:lnTo>
                    <a:pt x="1724" y="5600"/>
                  </a:lnTo>
                  <a:lnTo>
                    <a:pt x="1624" y="5574"/>
                  </a:lnTo>
                  <a:lnTo>
                    <a:pt x="1624" y="5500"/>
                  </a:lnTo>
                  <a:close/>
                  <a:moveTo>
                    <a:pt x="5900" y="5400"/>
                  </a:moveTo>
                  <a:lnTo>
                    <a:pt x="5900" y="5524"/>
                  </a:lnTo>
                  <a:lnTo>
                    <a:pt x="6024" y="5524"/>
                  </a:lnTo>
                  <a:lnTo>
                    <a:pt x="6024" y="5400"/>
                  </a:lnTo>
                  <a:close/>
                  <a:moveTo>
                    <a:pt x="2200" y="5300"/>
                  </a:moveTo>
                  <a:lnTo>
                    <a:pt x="2200" y="5424"/>
                  </a:lnTo>
                  <a:lnTo>
                    <a:pt x="2324" y="5424"/>
                  </a:lnTo>
                  <a:lnTo>
                    <a:pt x="2324" y="5300"/>
                  </a:lnTo>
                  <a:close/>
                  <a:moveTo>
                    <a:pt x="2700" y="5000"/>
                  </a:moveTo>
                  <a:lnTo>
                    <a:pt x="2700" y="5124"/>
                  </a:lnTo>
                  <a:lnTo>
                    <a:pt x="2824" y="5124"/>
                  </a:lnTo>
                  <a:lnTo>
                    <a:pt x="2824" y="5000"/>
                  </a:lnTo>
                  <a:close/>
                  <a:moveTo>
                    <a:pt x="5100" y="4800"/>
                  </a:moveTo>
                  <a:lnTo>
                    <a:pt x="5100" y="4924"/>
                  </a:lnTo>
                  <a:lnTo>
                    <a:pt x="5224" y="4924"/>
                  </a:lnTo>
                  <a:lnTo>
                    <a:pt x="5224" y="4800"/>
                  </a:lnTo>
                  <a:close/>
                  <a:moveTo>
                    <a:pt x="3500" y="4800"/>
                  </a:moveTo>
                  <a:lnTo>
                    <a:pt x="3500" y="4924"/>
                  </a:lnTo>
                  <a:lnTo>
                    <a:pt x="5024" y="4924"/>
                  </a:lnTo>
                  <a:lnTo>
                    <a:pt x="5024" y="4800"/>
                  </a:lnTo>
                  <a:close/>
                  <a:moveTo>
                    <a:pt x="6100" y="4500"/>
                  </a:moveTo>
                  <a:lnTo>
                    <a:pt x="6100" y="4624"/>
                  </a:lnTo>
                  <a:lnTo>
                    <a:pt x="6224" y="4624"/>
                  </a:lnTo>
                  <a:lnTo>
                    <a:pt x="6224" y="4500"/>
                  </a:lnTo>
                  <a:close/>
                  <a:moveTo>
                    <a:pt x="5200" y="4500"/>
                  </a:moveTo>
                  <a:lnTo>
                    <a:pt x="5200" y="4624"/>
                  </a:lnTo>
                  <a:lnTo>
                    <a:pt x="5324" y="4624"/>
                  </a:lnTo>
                  <a:lnTo>
                    <a:pt x="5324" y="4500"/>
                  </a:lnTo>
                  <a:close/>
                  <a:moveTo>
                    <a:pt x="3600" y="4400"/>
                  </a:moveTo>
                  <a:lnTo>
                    <a:pt x="3600" y="4524"/>
                  </a:lnTo>
                  <a:lnTo>
                    <a:pt x="3724" y="4524"/>
                  </a:lnTo>
                  <a:lnTo>
                    <a:pt x="3724" y="4400"/>
                  </a:lnTo>
                  <a:close/>
                  <a:moveTo>
                    <a:pt x="4000" y="4200"/>
                  </a:moveTo>
                  <a:lnTo>
                    <a:pt x="4000" y="4324"/>
                  </a:lnTo>
                  <a:lnTo>
                    <a:pt x="4124" y="4324"/>
                  </a:lnTo>
                  <a:lnTo>
                    <a:pt x="4124" y="4200"/>
                  </a:lnTo>
                  <a:close/>
                  <a:moveTo>
                    <a:pt x="2400" y="4200"/>
                  </a:moveTo>
                  <a:lnTo>
                    <a:pt x="2400" y="4324"/>
                  </a:lnTo>
                  <a:lnTo>
                    <a:pt x="2524" y="4324"/>
                  </a:lnTo>
                  <a:lnTo>
                    <a:pt x="2524" y="4200"/>
                  </a:lnTo>
                  <a:close/>
                  <a:moveTo>
                    <a:pt x="5600" y="4100"/>
                  </a:moveTo>
                  <a:lnTo>
                    <a:pt x="5600" y="4224"/>
                  </a:lnTo>
                  <a:lnTo>
                    <a:pt x="5724" y="4224"/>
                  </a:lnTo>
                  <a:lnTo>
                    <a:pt x="5724" y="4100"/>
                  </a:lnTo>
                  <a:close/>
                  <a:moveTo>
                    <a:pt x="4100" y="4000"/>
                  </a:moveTo>
                  <a:lnTo>
                    <a:pt x="4100" y="4124"/>
                  </a:lnTo>
                  <a:lnTo>
                    <a:pt x="4224" y="4124"/>
                  </a:lnTo>
                  <a:lnTo>
                    <a:pt x="4224" y="4000"/>
                  </a:lnTo>
                  <a:close/>
                  <a:moveTo>
                    <a:pt x="3900" y="4000"/>
                  </a:moveTo>
                  <a:lnTo>
                    <a:pt x="3900" y="4124"/>
                  </a:lnTo>
                  <a:lnTo>
                    <a:pt x="4024" y="4124"/>
                  </a:lnTo>
                  <a:lnTo>
                    <a:pt x="4024" y="4000"/>
                  </a:lnTo>
                  <a:close/>
                  <a:moveTo>
                    <a:pt x="2100" y="4000"/>
                  </a:moveTo>
                  <a:lnTo>
                    <a:pt x="2100" y="4124"/>
                  </a:lnTo>
                  <a:lnTo>
                    <a:pt x="2224" y="4124"/>
                  </a:lnTo>
                  <a:lnTo>
                    <a:pt x="2224" y="4000"/>
                  </a:lnTo>
                  <a:close/>
                  <a:moveTo>
                    <a:pt x="500" y="4000"/>
                  </a:moveTo>
                  <a:lnTo>
                    <a:pt x="500" y="4124"/>
                  </a:lnTo>
                  <a:lnTo>
                    <a:pt x="624" y="4124"/>
                  </a:lnTo>
                  <a:lnTo>
                    <a:pt x="624" y="4000"/>
                  </a:lnTo>
                  <a:close/>
                  <a:moveTo>
                    <a:pt x="6200" y="3900"/>
                  </a:moveTo>
                  <a:lnTo>
                    <a:pt x="6200" y="4024"/>
                  </a:lnTo>
                  <a:lnTo>
                    <a:pt x="6324" y="4024"/>
                  </a:lnTo>
                  <a:lnTo>
                    <a:pt x="6324" y="3900"/>
                  </a:lnTo>
                  <a:close/>
                  <a:moveTo>
                    <a:pt x="4600" y="3800"/>
                  </a:moveTo>
                  <a:lnTo>
                    <a:pt x="4600" y="3924"/>
                  </a:lnTo>
                  <a:lnTo>
                    <a:pt x="4824" y="3924"/>
                  </a:lnTo>
                  <a:lnTo>
                    <a:pt x="4824" y="3800"/>
                  </a:lnTo>
                  <a:close/>
                  <a:moveTo>
                    <a:pt x="5600" y="3700"/>
                  </a:moveTo>
                  <a:lnTo>
                    <a:pt x="5600" y="3824"/>
                  </a:lnTo>
                  <a:lnTo>
                    <a:pt x="5724" y="3824"/>
                  </a:lnTo>
                  <a:lnTo>
                    <a:pt x="5724" y="3700"/>
                  </a:lnTo>
                  <a:close/>
                  <a:moveTo>
                    <a:pt x="3000" y="3700"/>
                  </a:moveTo>
                  <a:lnTo>
                    <a:pt x="3000" y="3824"/>
                  </a:lnTo>
                  <a:lnTo>
                    <a:pt x="3124" y="3824"/>
                  </a:lnTo>
                  <a:lnTo>
                    <a:pt x="3124" y="3700"/>
                  </a:lnTo>
                  <a:close/>
                  <a:moveTo>
                    <a:pt x="900" y="3700"/>
                  </a:moveTo>
                  <a:lnTo>
                    <a:pt x="900" y="3824"/>
                  </a:lnTo>
                  <a:lnTo>
                    <a:pt x="1024" y="3824"/>
                  </a:lnTo>
                  <a:lnTo>
                    <a:pt x="1024" y="3700"/>
                  </a:lnTo>
                  <a:close/>
                  <a:moveTo>
                    <a:pt x="4200" y="3600"/>
                  </a:moveTo>
                  <a:lnTo>
                    <a:pt x="4200" y="3724"/>
                  </a:lnTo>
                  <a:lnTo>
                    <a:pt x="4324" y="3724"/>
                  </a:lnTo>
                  <a:lnTo>
                    <a:pt x="4324" y="3600"/>
                  </a:lnTo>
                  <a:close/>
                  <a:moveTo>
                    <a:pt x="4000" y="3500"/>
                  </a:moveTo>
                  <a:lnTo>
                    <a:pt x="4000" y="3624"/>
                  </a:lnTo>
                  <a:lnTo>
                    <a:pt x="4124" y="3624"/>
                  </a:lnTo>
                  <a:lnTo>
                    <a:pt x="4124" y="3500"/>
                  </a:lnTo>
                  <a:close/>
                  <a:moveTo>
                    <a:pt x="1500" y="3500"/>
                  </a:moveTo>
                  <a:lnTo>
                    <a:pt x="1500" y="3624"/>
                  </a:lnTo>
                  <a:lnTo>
                    <a:pt x="1624" y="3624"/>
                  </a:lnTo>
                  <a:lnTo>
                    <a:pt x="1624" y="3500"/>
                  </a:lnTo>
                  <a:close/>
                  <a:moveTo>
                    <a:pt x="5500" y="3400"/>
                  </a:moveTo>
                  <a:lnTo>
                    <a:pt x="5500" y="3524"/>
                  </a:lnTo>
                  <a:lnTo>
                    <a:pt x="5624" y="3524"/>
                  </a:lnTo>
                  <a:lnTo>
                    <a:pt x="5624" y="3400"/>
                  </a:lnTo>
                  <a:close/>
                  <a:moveTo>
                    <a:pt x="3500" y="3300"/>
                  </a:moveTo>
                  <a:lnTo>
                    <a:pt x="3500" y="3424"/>
                  </a:lnTo>
                  <a:lnTo>
                    <a:pt x="3624" y="3424"/>
                  </a:lnTo>
                  <a:lnTo>
                    <a:pt x="3624" y="3300"/>
                  </a:lnTo>
                  <a:close/>
                  <a:moveTo>
                    <a:pt x="2500" y="3300"/>
                  </a:moveTo>
                  <a:lnTo>
                    <a:pt x="2500" y="3424"/>
                  </a:lnTo>
                  <a:lnTo>
                    <a:pt x="2624" y="3424"/>
                  </a:lnTo>
                  <a:lnTo>
                    <a:pt x="2624" y="3300"/>
                  </a:lnTo>
                  <a:close/>
                  <a:moveTo>
                    <a:pt x="900" y="3200"/>
                  </a:moveTo>
                  <a:lnTo>
                    <a:pt x="900" y="3324"/>
                  </a:lnTo>
                  <a:lnTo>
                    <a:pt x="1024" y="3324"/>
                  </a:lnTo>
                  <a:lnTo>
                    <a:pt x="1024" y="3200"/>
                  </a:lnTo>
                  <a:close/>
                  <a:moveTo>
                    <a:pt x="6000" y="3100"/>
                  </a:moveTo>
                  <a:lnTo>
                    <a:pt x="6000" y="3224"/>
                  </a:lnTo>
                  <a:lnTo>
                    <a:pt x="6124" y="3224"/>
                  </a:lnTo>
                  <a:lnTo>
                    <a:pt x="6124" y="3100"/>
                  </a:lnTo>
                  <a:close/>
                  <a:moveTo>
                    <a:pt x="5300" y="3100"/>
                  </a:moveTo>
                  <a:lnTo>
                    <a:pt x="5300" y="3224"/>
                  </a:lnTo>
                  <a:lnTo>
                    <a:pt x="5374" y="3224"/>
                  </a:lnTo>
                  <a:lnTo>
                    <a:pt x="5400" y="3324"/>
                  </a:lnTo>
                  <a:lnTo>
                    <a:pt x="5524" y="3324"/>
                  </a:lnTo>
                  <a:lnTo>
                    <a:pt x="5524" y="3200"/>
                  </a:lnTo>
                  <a:lnTo>
                    <a:pt x="5450" y="3200"/>
                  </a:lnTo>
                  <a:lnTo>
                    <a:pt x="5424" y="3100"/>
                  </a:lnTo>
                  <a:close/>
                  <a:moveTo>
                    <a:pt x="2600" y="3100"/>
                  </a:moveTo>
                  <a:lnTo>
                    <a:pt x="2600" y="3224"/>
                  </a:lnTo>
                  <a:lnTo>
                    <a:pt x="2724" y="3224"/>
                  </a:lnTo>
                  <a:lnTo>
                    <a:pt x="2724" y="3100"/>
                  </a:lnTo>
                  <a:close/>
                  <a:moveTo>
                    <a:pt x="5100" y="2900"/>
                  </a:moveTo>
                  <a:lnTo>
                    <a:pt x="5100" y="3024"/>
                  </a:lnTo>
                  <a:lnTo>
                    <a:pt x="5224" y="3024"/>
                  </a:lnTo>
                  <a:lnTo>
                    <a:pt x="5224" y="2900"/>
                  </a:lnTo>
                  <a:close/>
                  <a:moveTo>
                    <a:pt x="3624" y="2900"/>
                  </a:moveTo>
                  <a:lnTo>
                    <a:pt x="3500" y="2900"/>
                  </a:lnTo>
                  <a:lnTo>
                    <a:pt x="3500" y="2974"/>
                  </a:lnTo>
                  <a:lnTo>
                    <a:pt x="3400" y="3000"/>
                  </a:lnTo>
                  <a:lnTo>
                    <a:pt x="3400" y="3074"/>
                  </a:lnTo>
                  <a:lnTo>
                    <a:pt x="3300" y="3100"/>
                  </a:lnTo>
                  <a:lnTo>
                    <a:pt x="3274" y="3200"/>
                  </a:lnTo>
                  <a:lnTo>
                    <a:pt x="3200" y="3200"/>
                  </a:lnTo>
                  <a:lnTo>
                    <a:pt x="3200" y="3324"/>
                  </a:lnTo>
                  <a:lnTo>
                    <a:pt x="3324" y="3324"/>
                  </a:lnTo>
                  <a:lnTo>
                    <a:pt x="3324" y="3250"/>
                  </a:lnTo>
                  <a:lnTo>
                    <a:pt x="3424" y="3224"/>
                  </a:lnTo>
                  <a:lnTo>
                    <a:pt x="3424" y="3150"/>
                  </a:lnTo>
                  <a:lnTo>
                    <a:pt x="3524" y="3124"/>
                  </a:lnTo>
                  <a:lnTo>
                    <a:pt x="3550" y="3024"/>
                  </a:lnTo>
                  <a:lnTo>
                    <a:pt x="3624" y="3024"/>
                  </a:lnTo>
                  <a:close/>
                  <a:moveTo>
                    <a:pt x="5800" y="2800"/>
                  </a:moveTo>
                  <a:lnTo>
                    <a:pt x="5800" y="2924"/>
                  </a:lnTo>
                  <a:lnTo>
                    <a:pt x="5924" y="2924"/>
                  </a:lnTo>
                  <a:lnTo>
                    <a:pt x="5924" y="2800"/>
                  </a:lnTo>
                  <a:close/>
                  <a:moveTo>
                    <a:pt x="0" y="2800"/>
                  </a:moveTo>
                  <a:lnTo>
                    <a:pt x="0" y="2924"/>
                  </a:lnTo>
                  <a:lnTo>
                    <a:pt x="2124" y="2924"/>
                  </a:lnTo>
                  <a:lnTo>
                    <a:pt x="2124" y="2800"/>
                  </a:lnTo>
                  <a:close/>
                  <a:moveTo>
                    <a:pt x="3900" y="2700"/>
                  </a:moveTo>
                  <a:lnTo>
                    <a:pt x="3900" y="2824"/>
                  </a:lnTo>
                  <a:lnTo>
                    <a:pt x="4024" y="2824"/>
                  </a:lnTo>
                  <a:lnTo>
                    <a:pt x="4024" y="2700"/>
                  </a:lnTo>
                  <a:close/>
                  <a:moveTo>
                    <a:pt x="3100" y="2500"/>
                  </a:moveTo>
                  <a:lnTo>
                    <a:pt x="3100" y="2624"/>
                  </a:lnTo>
                  <a:lnTo>
                    <a:pt x="3224" y="2624"/>
                  </a:lnTo>
                  <a:lnTo>
                    <a:pt x="3224" y="2500"/>
                  </a:lnTo>
                  <a:close/>
                  <a:moveTo>
                    <a:pt x="3900" y="2100"/>
                  </a:moveTo>
                  <a:lnTo>
                    <a:pt x="3900" y="2224"/>
                  </a:lnTo>
                  <a:lnTo>
                    <a:pt x="4024" y="2224"/>
                  </a:lnTo>
                  <a:lnTo>
                    <a:pt x="4024" y="2100"/>
                  </a:lnTo>
                  <a:close/>
                  <a:moveTo>
                    <a:pt x="800" y="1500"/>
                  </a:moveTo>
                  <a:lnTo>
                    <a:pt x="800" y="1624"/>
                  </a:lnTo>
                  <a:lnTo>
                    <a:pt x="924" y="1624"/>
                  </a:lnTo>
                  <a:lnTo>
                    <a:pt x="924" y="1500"/>
                  </a:lnTo>
                  <a:close/>
                  <a:moveTo>
                    <a:pt x="1424" y="1300"/>
                  </a:moveTo>
                  <a:lnTo>
                    <a:pt x="1300" y="1300"/>
                  </a:lnTo>
                  <a:lnTo>
                    <a:pt x="1300" y="1374"/>
                  </a:lnTo>
                  <a:lnTo>
                    <a:pt x="1200" y="1400"/>
                  </a:lnTo>
                  <a:lnTo>
                    <a:pt x="1200" y="1474"/>
                  </a:lnTo>
                  <a:lnTo>
                    <a:pt x="1100" y="1500"/>
                  </a:lnTo>
                  <a:lnTo>
                    <a:pt x="1074" y="1600"/>
                  </a:lnTo>
                  <a:lnTo>
                    <a:pt x="1000" y="1600"/>
                  </a:lnTo>
                  <a:lnTo>
                    <a:pt x="1000" y="1724"/>
                  </a:lnTo>
                  <a:lnTo>
                    <a:pt x="1124" y="1724"/>
                  </a:lnTo>
                  <a:lnTo>
                    <a:pt x="1124" y="1650"/>
                  </a:lnTo>
                  <a:lnTo>
                    <a:pt x="1224" y="1624"/>
                  </a:lnTo>
                  <a:lnTo>
                    <a:pt x="1224" y="1550"/>
                  </a:lnTo>
                  <a:lnTo>
                    <a:pt x="1324" y="1524"/>
                  </a:lnTo>
                  <a:lnTo>
                    <a:pt x="1350" y="1424"/>
                  </a:lnTo>
                  <a:lnTo>
                    <a:pt x="1424" y="1424"/>
                  </a:lnTo>
                  <a:close/>
                  <a:moveTo>
                    <a:pt x="6100" y="1200"/>
                  </a:moveTo>
                  <a:lnTo>
                    <a:pt x="6100" y="1324"/>
                  </a:lnTo>
                  <a:lnTo>
                    <a:pt x="6224" y="1324"/>
                  </a:lnTo>
                  <a:lnTo>
                    <a:pt x="6224" y="1200"/>
                  </a:lnTo>
                  <a:close/>
                  <a:moveTo>
                    <a:pt x="1000" y="1100"/>
                  </a:moveTo>
                  <a:lnTo>
                    <a:pt x="1000" y="1224"/>
                  </a:lnTo>
                  <a:lnTo>
                    <a:pt x="1124" y="1224"/>
                  </a:lnTo>
                  <a:lnTo>
                    <a:pt x="1124" y="1100"/>
                  </a:lnTo>
                  <a:close/>
                  <a:moveTo>
                    <a:pt x="4900" y="900"/>
                  </a:moveTo>
                  <a:lnTo>
                    <a:pt x="4900" y="1024"/>
                  </a:lnTo>
                  <a:lnTo>
                    <a:pt x="5024" y="1024"/>
                  </a:lnTo>
                  <a:lnTo>
                    <a:pt x="5024" y="900"/>
                  </a:lnTo>
                  <a:close/>
                  <a:moveTo>
                    <a:pt x="1824" y="900"/>
                  </a:moveTo>
                  <a:lnTo>
                    <a:pt x="1700" y="900"/>
                  </a:lnTo>
                  <a:lnTo>
                    <a:pt x="1700" y="974"/>
                  </a:lnTo>
                  <a:lnTo>
                    <a:pt x="1600" y="1000"/>
                  </a:lnTo>
                  <a:lnTo>
                    <a:pt x="1574" y="1100"/>
                  </a:lnTo>
                  <a:lnTo>
                    <a:pt x="1500" y="1100"/>
                  </a:lnTo>
                  <a:lnTo>
                    <a:pt x="1500" y="1224"/>
                  </a:lnTo>
                  <a:lnTo>
                    <a:pt x="1624" y="1224"/>
                  </a:lnTo>
                  <a:lnTo>
                    <a:pt x="1624" y="1150"/>
                  </a:lnTo>
                  <a:lnTo>
                    <a:pt x="1724" y="1124"/>
                  </a:lnTo>
                  <a:lnTo>
                    <a:pt x="1750" y="1024"/>
                  </a:lnTo>
                  <a:lnTo>
                    <a:pt x="1824" y="1024"/>
                  </a:lnTo>
                  <a:close/>
                  <a:moveTo>
                    <a:pt x="5700" y="800"/>
                  </a:moveTo>
                  <a:lnTo>
                    <a:pt x="5700" y="924"/>
                  </a:lnTo>
                  <a:lnTo>
                    <a:pt x="5774" y="924"/>
                  </a:lnTo>
                  <a:lnTo>
                    <a:pt x="5800" y="1024"/>
                  </a:lnTo>
                  <a:lnTo>
                    <a:pt x="5924" y="1024"/>
                  </a:lnTo>
                  <a:lnTo>
                    <a:pt x="5924" y="900"/>
                  </a:lnTo>
                  <a:lnTo>
                    <a:pt x="5850" y="900"/>
                  </a:lnTo>
                  <a:lnTo>
                    <a:pt x="5824" y="800"/>
                  </a:lnTo>
                  <a:close/>
                  <a:moveTo>
                    <a:pt x="400" y="800"/>
                  </a:moveTo>
                  <a:lnTo>
                    <a:pt x="400" y="924"/>
                  </a:lnTo>
                  <a:lnTo>
                    <a:pt x="524" y="924"/>
                  </a:lnTo>
                  <a:lnTo>
                    <a:pt x="524" y="800"/>
                  </a:lnTo>
                  <a:close/>
                  <a:moveTo>
                    <a:pt x="3700" y="200"/>
                  </a:moveTo>
                  <a:lnTo>
                    <a:pt x="3700" y="2124"/>
                  </a:lnTo>
                  <a:lnTo>
                    <a:pt x="3824" y="2124"/>
                  </a:lnTo>
                  <a:lnTo>
                    <a:pt x="3824" y="200"/>
                  </a:lnTo>
                  <a:close/>
                  <a:moveTo>
                    <a:pt x="6200" y="0"/>
                  </a:moveTo>
                  <a:lnTo>
                    <a:pt x="6200" y="124"/>
                  </a:lnTo>
                  <a:lnTo>
                    <a:pt x="6674" y="124"/>
                  </a:lnTo>
                  <a:lnTo>
                    <a:pt x="6700" y="150"/>
                  </a:lnTo>
                  <a:lnTo>
                    <a:pt x="6700" y="2224"/>
                  </a:lnTo>
                  <a:lnTo>
                    <a:pt x="6824" y="2224"/>
                  </a:lnTo>
                  <a:lnTo>
                    <a:pt x="6824" y="100"/>
                  </a:lnTo>
                  <a:lnTo>
                    <a:pt x="6750" y="100"/>
                  </a:lnTo>
                  <a:lnTo>
                    <a:pt x="6724" y="0"/>
                  </a:lnTo>
                  <a:close/>
                  <a:moveTo>
                    <a:pt x="4400" y="0"/>
                  </a:moveTo>
                  <a:lnTo>
                    <a:pt x="4400" y="124"/>
                  </a:lnTo>
                  <a:lnTo>
                    <a:pt x="4724" y="124"/>
                  </a:lnTo>
                  <a:lnTo>
                    <a:pt x="4724" y="0"/>
                  </a:lnTo>
                  <a:close/>
                  <a:moveTo>
                    <a:pt x="3700" y="0"/>
                  </a:moveTo>
                  <a:lnTo>
                    <a:pt x="3700" y="124"/>
                  </a:lnTo>
                  <a:lnTo>
                    <a:pt x="3824" y="124"/>
                  </a:lnTo>
                  <a:lnTo>
                    <a:pt x="3824" y="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2924" y="124"/>
                  </a:lnTo>
                  <a:lnTo>
                    <a:pt x="2924" y="0"/>
                  </a:lnTo>
                  <a:close/>
                </a:path>
              </a:pathLst>
            </a:custGeom>
            <a:solidFill>
              <a:srgbClr val="99A7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sult reward illustration color 4"/>
            <p:cNvSpPr/>
            <p:nvPr/>
          </p:nvSpPr>
          <p:spPr>
            <a:xfrm>
              <a:off x="13006243" y="7785019"/>
              <a:ext cx="322235" cy="313091"/>
            </a:xfrm>
            <a:custGeom>
              <a:avLst/>
              <a:gdLst/>
              <a:ahLst/>
              <a:cxnLst/>
              <a:rect l="l" t="t" r="r" b="b"/>
              <a:pathLst>
                <a:path w="3524" h="3424">
                  <a:moveTo>
                    <a:pt x="1500" y="3300"/>
                  </a:moveTo>
                  <a:lnTo>
                    <a:pt x="1500" y="3424"/>
                  </a:lnTo>
                  <a:lnTo>
                    <a:pt x="1824" y="3424"/>
                  </a:lnTo>
                  <a:lnTo>
                    <a:pt x="1824" y="3300"/>
                  </a:lnTo>
                  <a:close/>
                  <a:moveTo>
                    <a:pt x="1100" y="3200"/>
                  </a:moveTo>
                  <a:lnTo>
                    <a:pt x="1100" y="3324"/>
                  </a:lnTo>
                  <a:lnTo>
                    <a:pt x="1224" y="3324"/>
                  </a:lnTo>
                  <a:lnTo>
                    <a:pt x="1224" y="3200"/>
                  </a:lnTo>
                  <a:close/>
                  <a:moveTo>
                    <a:pt x="1900" y="3000"/>
                  </a:moveTo>
                  <a:lnTo>
                    <a:pt x="1900" y="3124"/>
                  </a:lnTo>
                  <a:lnTo>
                    <a:pt x="2024" y="3124"/>
                  </a:lnTo>
                  <a:lnTo>
                    <a:pt x="2024" y="3000"/>
                  </a:lnTo>
                  <a:close/>
                  <a:moveTo>
                    <a:pt x="700" y="3000"/>
                  </a:moveTo>
                  <a:lnTo>
                    <a:pt x="700" y="3124"/>
                  </a:lnTo>
                  <a:lnTo>
                    <a:pt x="824" y="3124"/>
                  </a:lnTo>
                  <a:lnTo>
                    <a:pt x="824" y="3000"/>
                  </a:lnTo>
                  <a:close/>
                  <a:moveTo>
                    <a:pt x="1100" y="2900"/>
                  </a:moveTo>
                  <a:lnTo>
                    <a:pt x="1100" y="3024"/>
                  </a:lnTo>
                  <a:lnTo>
                    <a:pt x="1224" y="3024"/>
                  </a:lnTo>
                  <a:lnTo>
                    <a:pt x="1224" y="2900"/>
                  </a:lnTo>
                  <a:close/>
                  <a:moveTo>
                    <a:pt x="900" y="2800"/>
                  </a:moveTo>
                  <a:lnTo>
                    <a:pt x="900" y="2924"/>
                  </a:lnTo>
                  <a:lnTo>
                    <a:pt x="1024" y="2924"/>
                  </a:lnTo>
                  <a:lnTo>
                    <a:pt x="1024" y="2800"/>
                  </a:lnTo>
                  <a:close/>
                  <a:moveTo>
                    <a:pt x="3124" y="2700"/>
                  </a:moveTo>
                  <a:lnTo>
                    <a:pt x="3000" y="2700"/>
                  </a:lnTo>
                  <a:lnTo>
                    <a:pt x="3000" y="2774"/>
                  </a:lnTo>
                  <a:lnTo>
                    <a:pt x="2900" y="2800"/>
                  </a:lnTo>
                  <a:lnTo>
                    <a:pt x="2874" y="2900"/>
                  </a:lnTo>
                  <a:lnTo>
                    <a:pt x="2800" y="2900"/>
                  </a:lnTo>
                  <a:lnTo>
                    <a:pt x="2800" y="3024"/>
                  </a:lnTo>
                  <a:lnTo>
                    <a:pt x="2924" y="3024"/>
                  </a:lnTo>
                  <a:lnTo>
                    <a:pt x="2924" y="2950"/>
                  </a:lnTo>
                  <a:lnTo>
                    <a:pt x="3024" y="2924"/>
                  </a:lnTo>
                  <a:lnTo>
                    <a:pt x="3050" y="2824"/>
                  </a:lnTo>
                  <a:lnTo>
                    <a:pt x="3124" y="2824"/>
                  </a:lnTo>
                  <a:close/>
                  <a:moveTo>
                    <a:pt x="2800" y="2500"/>
                  </a:moveTo>
                  <a:lnTo>
                    <a:pt x="2800" y="2624"/>
                  </a:lnTo>
                  <a:lnTo>
                    <a:pt x="2924" y="2624"/>
                  </a:lnTo>
                  <a:lnTo>
                    <a:pt x="2924" y="2500"/>
                  </a:lnTo>
                  <a:close/>
                  <a:moveTo>
                    <a:pt x="200" y="2500"/>
                  </a:moveTo>
                  <a:lnTo>
                    <a:pt x="200" y="2624"/>
                  </a:lnTo>
                  <a:lnTo>
                    <a:pt x="324" y="2624"/>
                  </a:lnTo>
                  <a:lnTo>
                    <a:pt x="324" y="2500"/>
                  </a:lnTo>
                  <a:close/>
                  <a:moveTo>
                    <a:pt x="3000" y="2200"/>
                  </a:moveTo>
                  <a:lnTo>
                    <a:pt x="3000" y="2324"/>
                  </a:lnTo>
                  <a:lnTo>
                    <a:pt x="3124" y="2324"/>
                  </a:lnTo>
                  <a:lnTo>
                    <a:pt x="3124" y="22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3400" y="1100"/>
                  </a:moveTo>
                  <a:lnTo>
                    <a:pt x="3400" y="1224"/>
                  </a:lnTo>
                  <a:lnTo>
                    <a:pt x="3524" y="1224"/>
                  </a:lnTo>
                  <a:lnTo>
                    <a:pt x="3524" y="1100"/>
                  </a:lnTo>
                  <a:close/>
                  <a:moveTo>
                    <a:pt x="3100" y="1100"/>
                  </a:moveTo>
                  <a:lnTo>
                    <a:pt x="3100" y="1224"/>
                  </a:lnTo>
                  <a:lnTo>
                    <a:pt x="3224" y="1224"/>
                  </a:lnTo>
                  <a:lnTo>
                    <a:pt x="3224" y="1100"/>
                  </a:lnTo>
                  <a:close/>
                  <a:moveTo>
                    <a:pt x="100" y="800"/>
                  </a:moveTo>
                  <a:lnTo>
                    <a:pt x="100" y="924"/>
                  </a:lnTo>
                  <a:lnTo>
                    <a:pt x="224" y="924"/>
                  </a:lnTo>
                  <a:lnTo>
                    <a:pt x="224" y="800"/>
                  </a:lnTo>
                  <a:close/>
                  <a:moveTo>
                    <a:pt x="2900" y="700"/>
                  </a:moveTo>
                  <a:lnTo>
                    <a:pt x="2900" y="824"/>
                  </a:lnTo>
                  <a:lnTo>
                    <a:pt x="3024" y="824"/>
                  </a:lnTo>
                  <a:lnTo>
                    <a:pt x="3024" y="700"/>
                  </a:lnTo>
                  <a:close/>
                  <a:moveTo>
                    <a:pt x="724" y="600"/>
                  </a:moveTo>
                  <a:lnTo>
                    <a:pt x="600" y="600"/>
                  </a:lnTo>
                  <a:lnTo>
                    <a:pt x="600" y="674"/>
                  </a:lnTo>
                  <a:lnTo>
                    <a:pt x="500" y="700"/>
                  </a:lnTo>
                  <a:lnTo>
                    <a:pt x="500" y="824"/>
                  </a:lnTo>
                  <a:lnTo>
                    <a:pt x="624" y="824"/>
                  </a:lnTo>
                  <a:lnTo>
                    <a:pt x="624" y="750"/>
                  </a:lnTo>
                  <a:lnTo>
                    <a:pt x="724" y="724"/>
                  </a:lnTo>
                  <a:close/>
                  <a:moveTo>
                    <a:pt x="2600" y="400"/>
                  </a:moveTo>
                  <a:lnTo>
                    <a:pt x="2600" y="524"/>
                  </a:lnTo>
                  <a:lnTo>
                    <a:pt x="2724" y="524"/>
                  </a:lnTo>
                  <a:lnTo>
                    <a:pt x="2724" y="400"/>
                  </a:lnTo>
                  <a:close/>
                  <a:moveTo>
                    <a:pt x="800" y="400"/>
                  </a:moveTo>
                  <a:lnTo>
                    <a:pt x="800" y="524"/>
                  </a:lnTo>
                  <a:lnTo>
                    <a:pt x="924" y="524"/>
                  </a:lnTo>
                  <a:lnTo>
                    <a:pt x="924" y="400"/>
                  </a:lnTo>
                  <a:close/>
                  <a:moveTo>
                    <a:pt x="600" y="200"/>
                  </a:moveTo>
                  <a:lnTo>
                    <a:pt x="600" y="324"/>
                  </a:lnTo>
                  <a:lnTo>
                    <a:pt x="724" y="324"/>
                  </a:lnTo>
                  <a:lnTo>
                    <a:pt x="724" y="200"/>
                  </a:lnTo>
                  <a:close/>
                  <a:moveTo>
                    <a:pt x="1600" y="100"/>
                  </a:moveTo>
                  <a:lnTo>
                    <a:pt x="1600" y="224"/>
                  </a:lnTo>
                  <a:lnTo>
                    <a:pt x="1924" y="224"/>
                  </a:lnTo>
                  <a:lnTo>
                    <a:pt x="1924" y="100"/>
                  </a:lnTo>
                  <a:close/>
                  <a:moveTo>
                    <a:pt x="2500" y="0"/>
                  </a:moveTo>
                  <a:lnTo>
                    <a:pt x="2500" y="124"/>
                  </a:lnTo>
                  <a:lnTo>
                    <a:pt x="2624" y="124"/>
                  </a:lnTo>
                  <a:lnTo>
                    <a:pt x="2624" y="0"/>
                  </a:lnTo>
                  <a:close/>
                  <a:moveTo>
                    <a:pt x="900" y="0"/>
                  </a:moveTo>
                  <a:lnTo>
                    <a:pt x="9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937C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0" name="Result reward illustration color 5"/>
            <p:cNvSpPr/>
            <p:nvPr/>
          </p:nvSpPr>
          <p:spPr>
            <a:xfrm>
              <a:off x="12759355" y="7629571"/>
              <a:ext cx="614843" cy="523403"/>
            </a:xfrm>
            <a:custGeom>
              <a:avLst/>
              <a:gdLst/>
              <a:ahLst/>
              <a:cxnLst/>
              <a:rect l="l" t="t" r="r" b="b"/>
              <a:pathLst>
                <a:path w="6724" h="5724">
                  <a:moveTo>
                    <a:pt x="1300" y="5600"/>
                  </a:moveTo>
                  <a:lnTo>
                    <a:pt x="1300" y="5724"/>
                  </a:lnTo>
                  <a:lnTo>
                    <a:pt x="1424" y="5724"/>
                  </a:lnTo>
                  <a:lnTo>
                    <a:pt x="1424" y="5600"/>
                  </a:lnTo>
                  <a:close/>
                  <a:moveTo>
                    <a:pt x="3500" y="4900"/>
                  </a:moveTo>
                  <a:lnTo>
                    <a:pt x="3500" y="5024"/>
                  </a:lnTo>
                  <a:lnTo>
                    <a:pt x="3624" y="5024"/>
                  </a:lnTo>
                  <a:lnTo>
                    <a:pt x="3624" y="4900"/>
                  </a:lnTo>
                  <a:close/>
                  <a:moveTo>
                    <a:pt x="4300" y="4600"/>
                  </a:moveTo>
                  <a:lnTo>
                    <a:pt x="4300" y="4724"/>
                  </a:lnTo>
                  <a:lnTo>
                    <a:pt x="4424" y="4724"/>
                  </a:lnTo>
                  <a:lnTo>
                    <a:pt x="4424" y="4600"/>
                  </a:lnTo>
                  <a:close/>
                  <a:moveTo>
                    <a:pt x="5500" y="4000"/>
                  </a:moveTo>
                  <a:lnTo>
                    <a:pt x="5500" y="4124"/>
                  </a:lnTo>
                  <a:lnTo>
                    <a:pt x="5624" y="4124"/>
                  </a:lnTo>
                  <a:lnTo>
                    <a:pt x="5624" y="4000"/>
                  </a:lnTo>
                  <a:close/>
                  <a:moveTo>
                    <a:pt x="6200" y="3700"/>
                  </a:moveTo>
                  <a:lnTo>
                    <a:pt x="6200" y="3824"/>
                  </a:lnTo>
                  <a:lnTo>
                    <a:pt x="6324" y="3824"/>
                  </a:lnTo>
                  <a:lnTo>
                    <a:pt x="6324" y="3700"/>
                  </a:lnTo>
                  <a:close/>
                  <a:moveTo>
                    <a:pt x="3100" y="3700"/>
                  </a:moveTo>
                  <a:lnTo>
                    <a:pt x="3100" y="3824"/>
                  </a:lnTo>
                  <a:lnTo>
                    <a:pt x="3224" y="3824"/>
                  </a:lnTo>
                  <a:lnTo>
                    <a:pt x="3224" y="3700"/>
                  </a:lnTo>
                  <a:close/>
                  <a:moveTo>
                    <a:pt x="300" y="3800"/>
                  </a:moveTo>
                  <a:lnTo>
                    <a:pt x="300" y="3924"/>
                  </a:lnTo>
                  <a:lnTo>
                    <a:pt x="724" y="3924"/>
                  </a:lnTo>
                  <a:lnTo>
                    <a:pt x="750" y="3824"/>
                  </a:lnTo>
                  <a:lnTo>
                    <a:pt x="874" y="3824"/>
                  </a:lnTo>
                  <a:lnTo>
                    <a:pt x="900" y="3924"/>
                  </a:lnTo>
                  <a:lnTo>
                    <a:pt x="1024" y="3924"/>
                  </a:lnTo>
                  <a:lnTo>
                    <a:pt x="1024" y="3800"/>
                  </a:lnTo>
                  <a:lnTo>
                    <a:pt x="950" y="3800"/>
                  </a:lnTo>
                  <a:lnTo>
                    <a:pt x="924" y="3700"/>
                  </a:lnTo>
                  <a:lnTo>
                    <a:pt x="824" y="3674"/>
                  </a:lnTo>
                  <a:lnTo>
                    <a:pt x="824" y="3600"/>
                  </a:lnTo>
                  <a:lnTo>
                    <a:pt x="500" y="3600"/>
                  </a:lnTo>
                  <a:lnTo>
                    <a:pt x="500" y="3674"/>
                  </a:lnTo>
                  <a:lnTo>
                    <a:pt x="400" y="3700"/>
                  </a:lnTo>
                  <a:lnTo>
                    <a:pt x="374" y="3800"/>
                  </a:lnTo>
                  <a:close/>
                  <a:moveTo>
                    <a:pt x="5224" y="3700"/>
                  </a:moveTo>
                  <a:lnTo>
                    <a:pt x="5150" y="3700"/>
                  </a:lnTo>
                  <a:lnTo>
                    <a:pt x="5124" y="3600"/>
                  </a:lnTo>
                  <a:lnTo>
                    <a:pt x="5050" y="3600"/>
                  </a:lnTo>
                  <a:lnTo>
                    <a:pt x="5024" y="3500"/>
                  </a:lnTo>
                  <a:lnTo>
                    <a:pt x="4950" y="3500"/>
                  </a:lnTo>
                  <a:lnTo>
                    <a:pt x="4924" y="3400"/>
                  </a:lnTo>
                  <a:lnTo>
                    <a:pt x="4824" y="3374"/>
                  </a:lnTo>
                  <a:lnTo>
                    <a:pt x="4824" y="3300"/>
                  </a:lnTo>
                  <a:lnTo>
                    <a:pt x="4700" y="3300"/>
                  </a:lnTo>
                  <a:lnTo>
                    <a:pt x="4700" y="3474"/>
                  </a:lnTo>
                  <a:lnTo>
                    <a:pt x="4600" y="3500"/>
                  </a:lnTo>
                  <a:lnTo>
                    <a:pt x="4600" y="3574"/>
                  </a:lnTo>
                  <a:lnTo>
                    <a:pt x="4500" y="3600"/>
                  </a:lnTo>
                  <a:lnTo>
                    <a:pt x="4474" y="3700"/>
                  </a:lnTo>
                  <a:lnTo>
                    <a:pt x="4400" y="3700"/>
                  </a:lnTo>
                  <a:lnTo>
                    <a:pt x="4400" y="3824"/>
                  </a:lnTo>
                  <a:lnTo>
                    <a:pt x="4474" y="3824"/>
                  </a:lnTo>
                  <a:lnTo>
                    <a:pt x="4500" y="3850"/>
                  </a:lnTo>
                  <a:lnTo>
                    <a:pt x="4474" y="3900"/>
                  </a:lnTo>
                  <a:lnTo>
                    <a:pt x="4250" y="3900"/>
                  </a:lnTo>
                  <a:lnTo>
                    <a:pt x="4224" y="3800"/>
                  </a:lnTo>
                  <a:lnTo>
                    <a:pt x="4124" y="3774"/>
                  </a:lnTo>
                  <a:lnTo>
                    <a:pt x="4124" y="3700"/>
                  </a:lnTo>
                  <a:lnTo>
                    <a:pt x="4000" y="3700"/>
                  </a:lnTo>
                  <a:lnTo>
                    <a:pt x="4000" y="3774"/>
                  </a:lnTo>
                  <a:lnTo>
                    <a:pt x="3900" y="3800"/>
                  </a:lnTo>
                  <a:lnTo>
                    <a:pt x="3874" y="3900"/>
                  </a:lnTo>
                  <a:lnTo>
                    <a:pt x="3800" y="3900"/>
                  </a:lnTo>
                  <a:lnTo>
                    <a:pt x="3800" y="4024"/>
                  </a:lnTo>
                  <a:lnTo>
                    <a:pt x="5224" y="4024"/>
                  </a:lnTo>
                  <a:lnTo>
                    <a:pt x="5224" y="3900"/>
                  </a:lnTo>
                  <a:lnTo>
                    <a:pt x="5124" y="3874"/>
                  </a:lnTo>
                  <a:lnTo>
                    <a:pt x="5150" y="3824"/>
                  </a:lnTo>
                  <a:lnTo>
                    <a:pt x="5224" y="3824"/>
                  </a:lnTo>
                  <a:close/>
                  <a:moveTo>
                    <a:pt x="1100" y="3500"/>
                  </a:moveTo>
                  <a:lnTo>
                    <a:pt x="1100" y="3724"/>
                  </a:lnTo>
                  <a:lnTo>
                    <a:pt x="1200" y="3750"/>
                  </a:lnTo>
                  <a:lnTo>
                    <a:pt x="1174" y="3800"/>
                  </a:lnTo>
                  <a:lnTo>
                    <a:pt x="1100" y="3800"/>
                  </a:lnTo>
                  <a:lnTo>
                    <a:pt x="1100" y="3924"/>
                  </a:lnTo>
                  <a:lnTo>
                    <a:pt x="2224" y="3924"/>
                  </a:lnTo>
                  <a:lnTo>
                    <a:pt x="2224" y="3600"/>
                  </a:lnTo>
                  <a:lnTo>
                    <a:pt x="2124" y="3574"/>
                  </a:lnTo>
                  <a:lnTo>
                    <a:pt x="2124" y="3400"/>
                  </a:lnTo>
                  <a:lnTo>
                    <a:pt x="1950" y="3400"/>
                  </a:lnTo>
                  <a:lnTo>
                    <a:pt x="1924" y="3300"/>
                  </a:lnTo>
                  <a:lnTo>
                    <a:pt x="1850" y="3300"/>
                  </a:lnTo>
                  <a:lnTo>
                    <a:pt x="1824" y="3200"/>
                  </a:lnTo>
                  <a:lnTo>
                    <a:pt x="1724" y="3174"/>
                  </a:lnTo>
                  <a:lnTo>
                    <a:pt x="1724" y="3100"/>
                  </a:lnTo>
                  <a:lnTo>
                    <a:pt x="1500" y="3100"/>
                  </a:lnTo>
                  <a:lnTo>
                    <a:pt x="1500" y="3274"/>
                  </a:lnTo>
                  <a:lnTo>
                    <a:pt x="1400" y="3300"/>
                  </a:lnTo>
                  <a:lnTo>
                    <a:pt x="1400" y="3374"/>
                  </a:lnTo>
                  <a:lnTo>
                    <a:pt x="1300" y="3400"/>
                  </a:lnTo>
                  <a:lnTo>
                    <a:pt x="1274" y="3500"/>
                  </a:lnTo>
                  <a:close/>
                  <a:moveTo>
                    <a:pt x="1624" y="3350"/>
                  </a:moveTo>
                  <a:lnTo>
                    <a:pt x="1674" y="3324"/>
                  </a:lnTo>
                  <a:lnTo>
                    <a:pt x="1700" y="3374"/>
                  </a:lnTo>
                  <a:lnTo>
                    <a:pt x="1650" y="3400"/>
                  </a:lnTo>
                  <a:close/>
                  <a:moveTo>
                    <a:pt x="4100" y="3000"/>
                  </a:moveTo>
                  <a:lnTo>
                    <a:pt x="4100" y="3224"/>
                  </a:lnTo>
                  <a:lnTo>
                    <a:pt x="4224" y="3224"/>
                  </a:lnTo>
                  <a:lnTo>
                    <a:pt x="4224" y="3000"/>
                  </a:lnTo>
                  <a:close/>
                  <a:moveTo>
                    <a:pt x="700" y="2900"/>
                  </a:moveTo>
                  <a:lnTo>
                    <a:pt x="700" y="3024"/>
                  </a:lnTo>
                  <a:lnTo>
                    <a:pt x="924" y="3024"/>
                  </a:lnTo>
                  <a:lnTo>
                    <a:pt x="924" y="2900"/>
                  </a:lnTo>
                  <a:close/>
                  <a:moveTo>
                    <a:pt x="3200" y="2600"/>
                  </a:moveTo>
                  <a:lnTo>
                    <a:pt x="3200" y="2724"/>
                  </a:lnTo>
                  <a:lnTo>
                    <a:pt x="3324" y="2724"/>
                  </a:lnTo>
                  <a:lnTo>
                    <a:pt x="3324" y="2600"/>
                  </a:lnTo>
                  <a:close/>
                  <a:moveTo>
                    <a:pt x="800" y="2600"/>
                  </a:moveTo>
                  <a:lnTo>
                    <a:pt x="800" y="2824"/>
                  </a:lnTo>
                  <a:lnTo>
                    <a:pt x="924" y="2824"/>
                  </a:lnTo>
                  <a:lnTo>
                    <a:pt x="924" y="2600"/>
                  </a:lnTo>
                  <a:close/>
                  <a:moveTo>
                    <a:pt x="3500" y="2500"/>
                  </a:moveTo>
                  <a:lnTo>
                    <a:pt x="3500" y="2624"/>
                  </a:lnTo>
                  <a:lnTo>
                    <a:pt x="3624" y="2624"/>
                  </a:lnTo>
                  <a:lnTo>
                    <a:pt x="3624" y="2500"/>
                  </a:lnTo>
                  <a:close/>
                  <a:moveTo>
                    <a:pt x="2500" y="1300"/>
                  </a:moveTo>
                  <a:lnTo>
                    <a:pt x="2500" y="1424"/>
                  </a:lnTo>
                  <a:lnTo>
                    <a:pt x="2924" y="1424"/>
                  </a:lnTo>
                  <a:lnTo>
                    <a:pt x="2924" y="1300"/>
                  </a:lnTo>
                  <a:close/>
                  <a:moveTo>
                    <a:pt x="0" y="1100"/>
                  </a:moveTo>
                  <a:lnTo>
                    <a:pt x="0" y="1224"/>
                  </a:lnTo>
                  <a:lnTo>
                    <a:pt x="124" y="1224"/>
                  </a:lnTo>
                  <a:lnTo>
                    <a:pt x="124" y="1100"/>
                  </a:lnTo>
                  <a:close/>
                  <a:moveTo>
                    <a:pt x="4700" y="1300"/>
                  </a:moveTo>
                  <a:lnTo>
                    <a:pt x="4700" y="1424"/>
                  </a:lnTo>
                  <a:lnTo>
                    <a:pt x="5224" y="1424"/>
                  </a:lnTo>
                  <a:lnTo>
                    <a:pt x="5224" y="1350"/>
                  </a:lnTo>
                  <a:lnTo>
                    <a:pt x="5324" y="1324"/>
                  </a:lnTo>
                  <a:lnTo>
                    <a:pt x="5350" y="1224"/>
                  </a:lnTo>
                  <a:lnTo>
                    <a:pt x="5400" y="1250"/>
                  </a:lnTo>
                  <a:lnTo>
                    <a:pt x="5400" y="1424"/>
                  </a:lnTo>
                  <a:lnTo>
                    <a:pt x="5924" y="1424"/>
                  </a:lnTo>
                  <a:lnTo>
                    <a:pt x="5950" y="1324"/>
                  </a:lnTo>
                  <a:lnTo>
                    <a:pt x="6000" y="1350"/>
                  </a:lnTo>
                  <a:lnTo>
                    <a:pt x="6000" y="1424"/>
                  </a:lnTo>
                  <a:lnTo>
                    <a:pt x="6124" y="1424"/>
                  </a:lnTo>
                  <a:lnTo>
                    <a:pt x="6150" y="1324"/>
                  </a:lnTo>
                  <a:lnTo>
                    <a:pt x="6200" y="1350"/>
                  </a:lnTo>
                  <a:lnTo>
                    <a:pt x="6200" y="1424"/>
                  </a:lnTo>
                  <a:lnTo>
                    <a:pt x="6724" y="1424"/>
                  </a:lnTo>
                  <a:lnTo>
                    <a:pt x="6724" y="1200"/>
                  </a:lnTo>
                  <a:lnTo>
                    <a:pt x="6650" y="1200"/>
                  </a:lnTo>
                  <a:lnTo>
                    <a:pt x="6624" y="1100"/>
                  </a:lnTo>
                  <a:lnTo>
                    <a:pt x="6550" y="1100"/>
                  </a:lnTo>
                  <a:lnTo>
                    <a:pt x="6524" y="1000"/>
                  </a:lnTo>
                  <a:lnTo>
                    <a:pt x="6450" y="1000"/>
                  </a:lnTo>
                  <a:lnTo>
                    <a:pt x="6424" y="900"/>
                  </a:lnTo>
                  <a:lnTo>
                    <a:pt x="6350" y="900"/>
                  </a:lnTo>
                  <a:lnTo>
                    <a:pt x="6324" y="800"/>
                  </a:lnTo>
                  <a:lnTo>
                    <a:pt x="6224" y="774"/>
                  </a:lnTo>
                  <a:lnTo>
                    <a:pt x="6224" y="600"/>
                  </a:lnTo>
                  <a:lnTo>
                    <a:pt x="6100" y="600"/>
                  </a:lnTo>
                  <a:lnTo>
                    <a:pt x="6100" y="674"/>
                  </a:lnTo>
                  <a:lnTo>
                    <a:pt x="6050" y="700"/>
                  </a:lnTo>
                  <a:lnTo>
                    <a:pt x="6024" y="674"/>
                  </a:lnTo>
                  <a:lnTo>
                    <a:pt x="6024" y="500"/>
                  </a:lnTo>
                  <a:lnTo>
                    <a:pt x="5950" y="500"/>
                  </a:lnTo>
                  <a:lnTo>
                    <a:pt x="5924" y="400"/>
                  </a:lnTo>
                  <a:lnTo>
                    <a:pt x="5824" y="374"/>
                  </a:lnTo>
                  <a:lnTo>
                    <a:pt x="5824" y="300"/>
                  </a:lnTo>
                  <a:lnTo>
                    <a:pt x="5700" y="300"/>
                  </a:lnTo>
                  <a:lnTo>
                    <a:pt x="5700" y="374"/>
                  </a:lnTo>
                  <a:lnTo>
                    <a:pt x="5600" y="400"/>
                  </a:lnTo>
                  <a:lnTo>
                    <a:pt x="5600" y="474"/>
                  </a:lnTo>
                  <a:lnTo>
                    <a:pt x="5500" y="500"/>
                  </a:lnTo>
                  <a:lnTo>
                    <a:pt x="5474" y="600"/>
                  </a:lnTo>
                  <a:lnTo>
                    <a:pt x="5400" y="600"/>
                  </a:lnTo>
                  <a:lnTo>
                    <a:pt x="5400" y="874"/>
                  </a:lnTo>
                  <a:lnTo>
                    <a:pt x="5374" y="900"/>
                  </a:lnTo>
                  <a:lnTo>
                    <a:pt x="5324" y="874"/>
                  </a:lnTo>
                  <a:lnTo>
                    <a:pt x="5324" y="800"/>
                  </a:lnTo>
                  <a:lnTo>
                    <a:pt x="5200" y="800"/>
                  </a:lnTo>
                  <a:lnTo>
                    <a:pt x="5200" y="874"/>
                  </a:lnTo>
                  <a:lnTo>
                    <a:pt x="5100" y="900"/>
                  </a:lnTo>
                  <a:lnTo>
                    <a:pt x="5074" y="1000"/>
                  </a:lnTo>
                  <a:lnTo>
                    <a:pt x="5000" y="1000"/>
                  </a:lnTo>
                  <a:lnTo>
                    <a:pt x="5000" y="1174"/>
                  </a:lnTo>
                  <a:lnTo>
                    <a:pt x="4974" y="1200"/>
                  </a:lnTo>
                  <a:lnTo>
                    <a:pt x="4800" y="1200"/>
                  </a:lnTo>
                  <a:lnTo>
                    <a:pt x="4800" y="1274"/>
                  </a:lnTo>
                  <a:close/>
                  <a:moveTo>
                    <a:pt x="6324" y="1250"/>
                  </a:moveTo>
                  <a:lnTo>
                    <a:pt x="6374" y="1224"/>
                  </a:lnTo>
                  <a:lnTo>
                    <a:pt x="6400" y="1274"/>
                  </a:lnTo>
                  <a:lnTo>
                    <a:pt x="6350" y="1300"/>
                  </a:lnTo>
                  <a:close/>
                  <a:moveTo>
                    <a:pt x="5724" y="1250"/>
                  </a:moveTo>
                  <a:lnTo>
                    <a:pt x="5774" y="1224"/>
                  </a:lnTo>
                  <a:lnTo>
                    <a:pt x="5800" y="1274"/>
                  </a:lnTo>
                  <a:lnTo>
                    <a:pt x="5750" y="1300"/>
                  </a:lnTo>
                  <a:close/>
                  <a:moveTo>
                    <a:pt x="5524" y="1250"/>
                  </a:moveTo>
                  <a:lnTo>
                    <a:pt x="5574" y="1224"/>
                  </a:lnTo>
                  <a:lnTo>
                    <a:pt x="5600" y="1274"/>
                  </a:lnTo>
                  <a:lnTo>
                    <a:pt x="5550" y="1300"/>
                  </a:lnTo>
                  <a:close/>
                  <a:moveTo>
                    <a:pt x="5024" y="1250"/>
                  </a:moveTo>
                  <a:lnTo>
                    <a:pt x="5050" y="1224"/>
                  </a:lnTo>
                  <a:lnTo>
                    <a:pt x="5174" y="1224"/>
                  </a:lnTo>
                  <a:lnTo>
                    <a:pt x="5200" y="1274"/>
                  </a:lnTo>
                  <a:lnTo>
                    <a:pt x="5174" y="1300"/>
                  </a:lnTo>
                  <a:lnTo>
                    <a:pt x="5050" y="1300"/>
                  </a:lnTo>
                  <a:close/>
                  <a:moveTo>
                    <a:pt x="5624" y="1150"/>
                  </a:moveTo>
                  <a:lnTo>
                    <a:pt x="5674" y="1124"/>
                  </a:lnTo>
                  <a:lnTo>
                    <a:pt x="5700" y="1174"/>
                  </a:lnTo>
                  <a:lnTo>
                    <a:pt x="5650" y="1200"/>
                  </a:lnTo>
                  <a:close/>
                  <a:moveTo>
                    <a:pt x="5424" y="1150"/>
                  </a:moveTo>
                  <a:lnTo>
                    <a:pt x="5474" y="1124"/>
                  </a:lnTo>
                  <a:lnTo>
                    <a:pt x="5500" y="1174"/>
                  </a:lnTo>
                  <a:lnTo>
                    <a:pt x="5450" y="1200"/>
                  </a:lnTo>
                  <a:close/>
                  <a:moveTo>
                    <a:pt x="6124" y="1050"/>
                  </a:moveTo>
                  <a:lnTo>
                    <a:pt x="6174" y="1024"/>
                  </a:lnTo>
                  <a:lnTo>
                    <a:pt x="6200" y="1074"/>
                  </a:lnTo>
                  <a:lnTo>
                    <a:pt x="6150" y="1100"/>
                  </a:lnTo>
                  <a:close/>
                  <a:moveTo>
                    <a:pt x="5724" y="1050"/>
                  </a:moveTo>
                  <a:lnTo>
                    <a:pt x="5774" y="1024"/>
                  </a:lnTo>
                  <a:lnTo>
                    <a:pt x="5800" y="1074"/>
                  </a:lnTo>
                  <a:lnTo>
                    <a:pt x="5750" y="1100"/>
                  </a:lnTo>
                  <a:close/>
                  <a:moveTo>
                    <a:pt x="5324" y="1050"/>
                  </a:moveTo>
                  <a:lnTo>
                    <a:pt x="5374" y="1024"/>
                  </a:lnTo>
                  <a:lnTo>
                    <a:pt x="5400" y="1074"/>
                  </a:lnTo>
                  <a:lnTo>
                    <a:pt x="5350" y="1100"/>
                  </a:lnTo>
                  <a:close/>
                  <a:moveTo>
                    <a:pt x="5824" y="950"/>
                  </a:moveTo>
                  <a:lnTo>
                    <a:pt x="5874" y="924"/>
                  </a:lnTo>
                  <a:lnTo>
                    <a:pt x="5900" y="974"/>
                  </a:lnTo>
                  <a:lnTo>
                    <a:pt x="5850" y="1000"/>
                  </a:lnTo>
                  <a:close/>
                  <a:moveTo>
                    <a:pt x="6050" y="824"/>
                  </a:moveTo>
                  <a:lnTo>
                    <a:pt x="6100" y="850"/>
                  </a:lnTo>
                  <a:lnTo>
                    <a:pt x="6100" y="974"/>
                  </a:lnTo>
                  <a:lnTo>
                    <a:pt x="6074" y="1000"/>
                  </a:lnTo>
                  <a:lnTo>
                    <a:pt x="6024" y="974"/>
                  </a:lnTo>
                  <a:lnTo>
                    <a:pt x="6024" y="850"/>
                  </a:lnTo>
                  <a:close/>
                  <a:moveTo>
                    <a:pt x="5924" y="750"/>
                  </a:moveTo>
                  <a:lnTo>
                    <a:pt x="5974" y="724"/>
                  </a:lnTo>
                  <a:lnTo>
                    <a:pt x="6000" y="774"/>
                  </a:lnTo>
                  <a:lnTo>
                    <a:pt x="5950" y="800"/>
                  </a:lnTo>
                  <a:close/>
                  <a:moveTo>
                    <a:pt x="5724" y="750"/>
                  </a:moveTo>
                  <a:lnTo>
                    <a:pt x="5774" y="724"/>
                  </a:lnTo>
                  <a:lnTo>
                    <a:pt x="5800" y="774"/>
                  </a:lnTo>
                  <a:lnTo>
                    <a:pt x="5750" y="800"/>
                  </a:lnTo>
                  <a:close/>
                  <a:moveTo>
                    <a:pt x="4600" y="300"/>
                  </a:moveTo>
                  <a:lnTo>
                    <a:pt x="4600" y="424"/>
                  </a:lnTo>
                  <a:lnTo>
                    <a:pt x="4824" y="424"/>
                  </a:lnTo>
                  <a:lnTo>
                    <a:pt x="4824" y="300"/>
                  </a:lnTo>
                  <a:close/>
                  <a:moveTo>
                    <a:pt x="2824" y="1000"/>
                  </a:moveTo>
                  <a:lnTo>
                    <a:pt x="2750" y="1000"/>
                  </a:lnTo>
                  <a:lnTo>
                    <a:pt x="2724" y="900"/>
                  </a:lnTo>
                  <a:lnTo>
                    <a:pt x="2650" y="900"/>
                  </a:lnTo>
                  <a:lnTo>
                    <a:pt x="2624" y="800"/>
                  </a:lnTo>
                  <a:lnTo>
                    <a:pt x="2550" y="800"/>
                  </a:lnTo>
                  <a:lnTo>
                    <a:pt x="2524" y="700"/>
                  </a:lnTo>
                  <a:lnTo>
                    <a:pt x="2450" y="700"/>
                  </a:lnTo>
                  <a:lnTo>
                    <a:pt x="2424" y="600"/>
                  </a:lnTo>
                  <a:lnTo>
                    <a:pt x="2350" y="600"/>
                  </a:lnTo>
                  <a:lnTo>
                    <a:pt x="2324" y="500"/>
                  </a:lnTo>
                  <a:lnTo>
                    <a:pt x="2250" y="500"/>
                  </a:lnTo>
                  <a:lnTo>
                    <a:pt x="2224" y="400"/>
                  </a:lnTo>
                  <a:lnTo>
                    <a:pt x="2124" y="374"/>
                  </a:lnTo>
                  <a:lnTo>
                    <a:pt x="2124" y="300"/>
                  </a:lnTo>
                  <a:lnTo>
                    <a:pt x="2000" y="300"/>
                  </a:lnTo>
                  <a:lnTo>
                    <a:pt x="2000" y="374"/>
                  </a:lnTo>
                  <a:lnTo>
                    <a:pt x="1900" y="400"/>
                  </a:lnTo>
                  <a:lnTo>
                    <a:pt x="1900" y="474"/>
                  </a:lnTo>
                  <a:lnTo>
                    <a:pt x="1800" y="500"/>
                  </a:lnTo>
                  <a:lnTo>
                    <a:pt x="1800" y="574"/>
                  </a:lnTo>
                  <a:lnTo>
                    <a:pt x="1700" y="600"/>
                  </a:lnTo>
                  <a:lnTo>
                    <a:pt x="1700" y="674"/>
                  </a:lnTo>
                  <a:lnTo>
                    <a:pt x="1600" y="700"/>
                  </a:lnTo>
                  <a:lnTo>
                    <a:pt x="1600" y="774"/>
                  </a:lnTo>
                  <a:lnTo>
                    <a:pt x="1500" y="800"/>
                  </a:lnTo>
                  <a:lnTo>
                    <a:pt x="1500" y="874"/>
                  </a:lnTo>
                  <a:lnTo>
                    <a:pt x="1400" y="900"/>
                  </a:lnTo>
                  <a:lnTo>
                    <a:pt x="1374" y="1000"/>
                  </a:lnTo>
                  <a:lnTo>
                    <a:pt x="1300" y="1000"/>
                  </a:lnTo>
                  <a:lnTo>
                    <a:pt x="1300" y="1224"/>
                  </a:lnTo>
                  <a:lnTo>
                    <a:pt x="1374" y="1224"/>
                  </a:lnTo>
                  <a:lnTo>
                    <a:pt x="1400" y="1250"/>
                  </a:lnTo>
                  <a:lnTo>
                    <a:pt x="1374" y="1300"/>
                  </a:lnTo>
                  <a:lnTo>
                    <a:pt x="1250" y="1300"/>
                  </a:lnTo>
                  <a:lnTo>
                    <a:pt x="1224" y="1200"/>
                  </a:lnTo>
                  <a:lnTo>
                    <a:pt x="1100" y="1200"/>
                  </a:lnTo>
                  <a:lnTo>
                    <a:pt x="1100" y="1274"/>
                  </a:lnTo>
                  <a:lnTo>
                    <a:pt x="1050" y="1300"/>
                  </a:lnTo>
                  <a:lnTo>
                    <a:pt x="1024" y="1274"/>
                  </a:lnTo>
                  <a:lnTo>
                    <a:pt x="1024" y="1100"/>
                  </a:lnTo>
                  <a:lnTo>
                    <a:pt x="950" y="1100"/>
                  </a:lnTo>
                  <a:lnTo>
                    <a:pt x="924" y="1000"/>
                  </a:lnTo>
                  <a:lnTo>
                    <a:pt x="700" y="1000"/>
                  </a:lnTo>
                  <a:lnTo>
                    <a:pt x="700" y="1074"/>
                  </a:lnTo>
                  <a:lnTo>
                    <a:pt x="600" y="1100"/>
                  </a:lnTo>
                  <a:lnTo>
                    <a:pt x="600" y="1174"/>
                  </a:lnTo>
                  <a:lnTo>
                    <a:pt x="500" y="1200"/>
                  </a:lnTo>
                  <a:lnTo>
                    <a:pt x="474" y="1300"/>
                  </a:lnTo>
                  <a:lnTo>
                    <a:pt x="300" y="1300"/>
                  </a:lnTo>
                  <a:lnTo>
                    <a:pt x="300" y="1424"/>
                  </a:lnTo>
                  <a:lnTo>
                    <a:pt x="1924" y="1424"/>
                  </a:lnTo>
                  <a:lnTo>
                    <a:pt x="1950" y="1324"/>
                  </a:lnTo>
                  <a:lnTo>
                    <a:pt x="2000" y="1350"/>
                  </a:lnTo>
                  <a:lnTo>
                    <a:pt x="2000" y="1424"/>
                  </a:lnTo>
                  <a:lnTo>
                    <a:pt x="2424" y="1424"/>
                  </a:lnTo>
                  <a:lnTo>
                    <a:pt x="2424" y="1300"/>
                  </a:lnTo>
                  <a:lnTo>
                    <a:pt x="2250" y="1300"/>
                  </a:lnTo>
                  <a:lnTo>
                    <a:pt x="2224" y="1274"/>
                  </a:lnTo>
                  <a:lnTo>
                    <a:pt x="2224" y="1050"/>
                  </a:lnTo>
                  <a:lnTo>
                    <a:pt x="2274" y="1024"/>
                  </a:lnTo>
                  <a:lnTo>
                    <a:pt x="2300" y="1124"/>
                  </a:lnTo>
                  <a:lnTo>
                    <a:pt x="2400" y="1150"/>
                  </a:lnTo>
                  <a:lnTo>
                    <a:pt x="2400" y="1224"/>
                  </a:lnTo>
                  <a:lnTo>
                    <a:pt x="2524" y="1224"/>
                  </a:lnTo>
                  <a:lnTo>
                    <a:pt x="2550" y="1124"/>
                  </a:lnTo>
                  <a:lnTo>
                    <a:pt x="2600" y="1150"/>
                  </a:lnTo>
                  <a:lnTo>
                    <a:pt x="2600" y="1224"/>
                  </a:lnTo>
                  <a:lnTo>
                    <a:pt x="2824" y="1224"/>
                  </a:lnTo>
                  <a:close/>
                  <a:moveTo>
                    <a:pt x="1824" y="1250"/>
                  </a:moveTo>
                  <a:lnTo>
                    <a:pt x="1874" y="1224"/>
                  </a:lnTo>
                  <a:lnTo>
                    <a:pt x="1900" y="1274"/>
                  </a:lnTo>
                  <a:lnTo>
                    <a:pt x="1850" y="1300"/>
                  </a:lnTo>
                  <a:close/>
                  <a:moveTo>
                    <a:pt x="724" y="1250"/>
                  </a:moveTo>
                  <a:lnTo>
                    <a:pt x="750" y="1224"/>
                  </a:lnTo>
                  <a:lnTo>
                    <a:pt x="874" y="1224"/>
                  </a:lnTo>
                  <a:lnTo>
                    <a:pt x="900" y="1274"/>
                  </a:lnTo>
                  <a:lnTo>
                    <a:pt x="874" y="1300"/>
                  </a:lnTo>
                  <a:lnTo>
                    <a:pt x="750" y="1300"/>
                  </a:lnTo>
                  <a:close/>
                  <a:moveTo>
                    <a:pt x="1724" y="1150"/>
                  </a:moveTo>
                  <a:lnTo>
                    <a:pt x="1774" y="1124"/>
                  </a:lnTo>
                  <a:lnTo>
                    <a:pt x="1800" y="1174"/>
                  </a:lnTo>
                  <a:lnTo>
                    <a:pt x="1750" y="1200"/>
                  </a:lnTo>
                  <a:close/>
                  <a:moveTo>
                    <a:pt x="1424" y="1150"/>
                  </a:moveTo>
                  <a:lnTo>
                    <a:pt x="1450" y="1124"/>
                  </a:lnTo>
                  <a:lnTo>
                    <a:pt x="1574" y="1124"/>
                  </a:lnTo>
                  <a:lnTo>
                    <a:pt x="1600" y="1224"/>
                  </a:lnTo>
                  <a:lnTo>
                    <a:pt x="1674" y="1224"/>
                  </a:lnTo>
                  <a:lnTo>
                    <a:pt x="1700" y="1274"/>
                  </a:lnTo>
                  <a:lnTo>
                    <a:pt x="1674" y="1300"/>
                  </a:lnTo>
                  <a:lnTo>
                    <a:pt x="1550" y="1300"/>
                  </a:lnTo>
                  <a:lnTo>
                    <a:pt x="1524" y="1200"/>
                  </a:lnTo>
                  <a:lnTo>
                    <a:pt x="1450" y="1200"/>
                  </a:lnTo>
                  <a:close/>
                  <a:moveTo>
                    <a:pt x="2424" y="1050"/>
                  </a:moveTo>
                  <a:lnTo>
                    <a:pt x="2474" y="1024"/>
                  </a:lnTo>
                  <a:lnTo>
                    <a:pt x="2500" y="1074"/>
                  </a:lnTo>
                  <a:lnTo>
                    <a:pt x="2450" y="1100"/>
                  </a:lnTo>
                  <a:close/>
                  <a:moveTo>
                    <a:pt x="1950" y="1024"/>
                  </a:moveTo>
                  <a:lnTo>
                    <a:pt x="2000" y="1050"/>
                  </a:lnTo>
                  <a:lnTo>
                    <a:pt x="2000" y="1174"/>
                  </a:lnTo>
                  <a:lnTo>
                    <a:pt x="1974" y="1200"/>
                  </a:lnTo>
                  <a:lnTo>
                    <a:pt x="1924" y="1174"/>
                  </a:lnTo>
                  <a:lnTo>
                    <a:pt x="1924" y="1050"/>
                  </a:lnTo>
                  <a:close/>
                  <a:moveTo>
                    <a:pt x="1624" y="1050"/>
                  </a:moveTo>
                  <a:lnTo>
                    <a:pt x="1674" y="1024"/>
                  </a:lnTo>
                  <a:lnTo>
                    <a:pt x="1700" y="1074"/>
                  </a:lnTo>
                  <a:lnTo>
                    <a:pt x="1650" y="1100"/>
                  </a:lnTo>
                  <a:close/>
                  <a:moveTo>
                    <a:pt x="1824" y="850"/>
                  </a:moveTo>
                  <a:lnTo>
                    <a:pt x="1850" y="824"/>
                  </a:lnTo>
                  <a:lnTo>
                    <a:pt x="2074" y="824"/>
                  </a:lnTo>
                  <a:lnTo>
                    <a:pt x="2100" y="924"/>
                  </a:lnTo>
                  <a:lnTo>
                    <a:pt x="2174" y="924"/>
                  </a:lnTo>
                  <a:lnTo>
                    <a:pt x="2200" y="974"/>
                  </a:lnTo>
                  <a:lnTo>
                    <a:pt x="2174" y="1000"/>
                  </a:lnTo>
                  <a:lnTo>
                    <a:pt x="2050" y="1000"/>
                  </a:lnTo>
                  <a:lnTo>
                    <a:pt x="2024" y="900"/>
                  </a:lnTo>
                  <a:lnTo>
                    <a:pt x="1900" y="900"/>
                  </a:lnTo>
                  <a:lnTo>
                    <a:pt x="1900" y="974"/>
                  </a:lnTo>
                  <a:lnTo>
                    <a:pt x="1850" y="1000"/>
                  </a:lnTo>
                  <a:lnTo>
                    <a:pt x="1824" y="974"/>
                  </a:lnTo>
                  <a:close/>
                  <a:moveTo>
                    <a:pt x="2124" y="750"/>
                  </a:moveTo>
                  <a:lnTo>
                    <a:pt x="2174" y="724"/>
                  </a:lnTo>
                  <a:lnTo>
                    <a:pt x="2200" y="774"/>
                  </a:lnTo>
                  <a:lnTo>
                    <a:pt x="2150" y="800"/>
                  </a:lnTo>
                  <a:close/>
                  <a:moveTo>
                    <a:pt x="2074" y="524"/>
                  </a:moveTo>
                  <a:lnTo>
                    <a:pt x="2100" y="550"/>
                  </a:lnTo>
                  <a:lnTo>
                    <a:pt x="2100" y="674"/>
                  </a:lnTo>
                  <a:lnTo>
                    <a:pt x="2074" y="700"/>
                  </a:lnTo>
                  <a:lnTo>
                    <a:pt x="1950" y="700"/>
                  </a:lnTo>
                  <a:lnTo>
                    <a:pt x="1924" y="650"/>
                  </a:lnTo>
                  <a:lnTo>
                    <a:pt x="2024" y="624"/>
                  </a:lnTo>
                  <a:lnTo>
                    <a:pt x="2024" y="550"/>
                  </a:lnTo>
                  <a:close/>
                  <a:moveTo>
                    <a:pt x="800" y="300"/>
                  </a:moveTo>
                  <a:lnTo>
                    <a:pt x="800" y="424"/>
                  </a:lnTo>
                  <a:lnTo>
                    <a:pt x="1024" y="424"/>
                  </a:lnTo>
                  <a:lnTo>
                    <a:pt x="1024" y="300"/>
                  </a:lnTo>
                  <a:close/>
                  <a:moveTo>
                    <a:pt x="4924" y="0"/>
                  </a:moveTo>
                  <a:lnTo>
                    <a:pt x="4800" y="0"/>
                  </a:lnTo>
                  <a:lnTo>
                    <a:pt x="4800" y="74"/>
                  </a:lnTo>
                  <a:lnTo>
                    <a:pt x="4700" y="100"/>
                  </a:lnTo>
                  <a:lnTo>
                    <a:pt x="4700" y="224"/>
                  </a:lnTo>
                  <a:lnTo>
                    <a:pt x="4824" y="224"/>
                  </a:lnTo>
                  <a:lnTo>
                    <a:pt x="4824" y="150"/>
                  </a:lnTo>
                  <a:lnTo>
                    <a:pt x="4924" y="124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124" y="124"/>
                  </a:lnTo>
                  <a:lnTo>
                    <a:pt x="1124" y="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824" y="124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63788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1" name="Result reward illustration color 6"/>
            <p:cNvSpPr/>
            <p:nvPr/>
          </p:nvSpPr>
          <p:spPr>
            <a:xfrm>
              <a:off x="12750211" y="7565563"/>
              <a:ext cx="669707" cy="660563"/>
            </a:xfrm>
            <a:custGeom>
              <a:avLst/>
              <a:gdLst/>
              <a:ahLst/>
              <a:cxnLst/>
              <a:rect l="l" t="t" r="r" b="b"/>
              <a:pathLst>
                <a:path w="7324" h="7224">
                  <a:moveTo>
                    <a:pt x="6600" y="7100"/>
                  </a:moveTo>
                  <a:lnTo>
                    <a:pt x="6600" y="7224"/>
                  </a:lnTo>
                  <a:lnTo>
                    <a:pt x="6724" y="7224"/>
                  </a:lnTo>
                  <a:lnTo>
                    <a:pt x="6724" y="7100"/>
                  </a:lnTo>
                  <a:close/>
                  <a:moveTo>
                    <a:pt x="6200" y="6700"/>
                  </a:moveTo>
                  <a:lnTo>
                    <a:pt x="6200" y="6824"/>
                  </a:lnTo>
                  <a:lnTo>
                    <a:pt x="6274" y="6824"/>
                  </a:lnTo>
                  <a:lnTo>
                    <a:pt x="6300" y="6924"/>
                  </a:lnTo>
                  <a:lnTo>
                    <a:pt x="6400" y="6950"/>
                  </a:lnTo>
                  <a:lnTo>
                    <a:pt x="6400" y="7024"/>
                  </a:lnTo>
                  <a:lnTo>
                    <a:pt x="6524" y="7024"/>
                  </a:lnTo>
                  <a:lnTo>
                    <a:pt x="6524" y="6900"/>
                  </a:lnTo>
                  <a:lnTo>
                    <a:pt x="6450" y="6900"/>
                  </a:lnTo>
                  <a:lnTo>
                    <a:pt x="6424" y="6800"/>
                  </a:lnTo>
                  <a:lnTo>
                    <a:pt x="6324" y="6774"/>
                  </a:lnTo>
                  <a:lnTo>
                    <a:pt x="6324" y="6700"/>
                  </a:lnTo>
                  <a:close/>
                  <a:moveTo>
                    <a:pt x="7200" y="6500"/>
                  </a:moveTo>
                  <a:lnTo>
                    <a:pt x="7200" y="6624"/>
                  </a:lnTo>
                  <a:lnTo>
                    <a:pt x="7324" y="6624"/>
                  </a:lnTo>
                  <a:lnTo>
                    <a:pt x="7324" y="6500"/>
                  </a:lnTo>
                  <a:close/>
                  <a:moveTo>
                    <a:pt x="1600" y="6300"/>
                  </a:moveTo>
                  <a:lnTo>
                    <a:pt x="1600" y="6424"/>
                  </a:lnTo>
                  <a:lnTo>
                    <a:pt x="1724" y="6424"/>
                  </a:lnTo>
                  <a:lnTo>
                    <a:pt x="1724" y="6300"/>
                  </a:lnTo>
                  <a:close/>
                  <a:moveTo>
                    <a:pt x="700" y="6300"/>
                  </a:moveTo>
                  <a:lnTo>
                    <a:pt x="700" y="6424"/>
                  </a:lnTo>
                  <a:lnTo>
                    <a:pt x="824" y="6424"/>
                  </a:lnTo>
                  <a:lnTo>
                    <a:pt x="824" y="6300"/>
                  </a:lnTo>
                  <a:close/>
                  <a:moveTo>
                    <a:pt x="2624" y="6100"/>
                  </a:moveTo>
                  <a:lnTo>
                    <a:pt x="2500" y="6100"/>
                  </a:lnTo>
                  <a:lnTo>
                    <a:pt x="2500" y="6174"/>
                  </a:lnTo>
                  <a:lnTo>
                    <a:pt x="2400" y="6200"/>
                  </a:lnTo>
                  <a:lnTo>
                    <a:pt x="2400" y="6324"/>
                  </a:lnTo>
                  <a:lnTo>
                    <a:pt x="2524" y="6324"/>
                  </a:lnTo>
                  <a:lnTo>
                    <a:pt x="2524" y="6250"/>
                  </a:lnTo>
                  <a:lnTo>
                    <a:pt x="2624" y="6224"/>
                  </a:lnTo>
                  <a:close/>
                  <a:moveTo>
                    <a:pt x="900" y="6100"/>
                  </a:moveTo>
                  <a:lnTo>
                    <a:pt x="900" y="6224"/>
                  </a:lnTo>
                  <a:lnTo>
                    <a:pt x="1324" y="6224"/>
                  </a:lnTo>
                  <a:lnTo>
                    <a:pt x="1324" y="6100"/>
                  </a:lnTo>
                  <a:close/>
                  <a:moveTo>
                    <a:pt x="1500" y="6000"/>
                  </a:moveTo>
                  <a:lnTo>
                    <a:pt x="1500" y="6124"/>
                  </a:lnTo>
                  <a:lnTo>
                    <a:pt x="1624" y="6124"/>
                  </a:lnTo>
                  <a:lnTo>
                    <a:pt x="1624" y="6000"/>
                  </a:lnTo>
                  <a:close/>
                  <a:moveTo>
                    <a:pt x="6700" y="5900"/>
                  </a:moveTo>
                  <a:lnTo>
                    <a:pt x="6700" y="6024"/>
                  </a:lnTo>
                  <a:lnTo>
                    <a:pt x="6824" y="6024"/>
                  </a:lnTo>
                  <a:lnTo>
                    <a:pt x="6824" y="5900"/>
                  </a:lnTo>
                  <a:close/>
                  <a:moveTo>
                    <a:pt x="5600" y="5900"/>
                  </a:moveTo>
                  <a:lnTo>
                    <a:pt x="5600" y="6124"/>
                  </a:lnTo>
                  <a:lnTo>
                    <a:pt x="5724" y="6124"/>
                  </a:lnTo>
                  <a:lnTo>
                    <a:pt x="5724" y="5900"/>
                  </a:lnTo>
                  <a:close/>
                  <a:moveTo>
                    <a:pt x="400" y="5900"/>
                  </a:moveTo>
                  <a:lnTo>
                    <a:pt x="400" y="6024"/>
                  </a:lnTo>
                  <a:lnTo>
                    <a:pt x="524" y="6024"/>
                  </a:lnTo>
                  <a:lnTo>
                    <a:pt x="524" y="5900"/>
                  </a:lnTo>
                  <a:close/>
                  <a:moveTo>
                    <a:pt x="5000" y="5800"/>
                  </a:moveTo>
                  <a:lnTo>
                    <a:pt x="5000" y="5924"/>
                  </a:lnTo>
                  <a:lnTo>
                    <a:pt x="5124" y="5924"/>
                  </a:lnTo>
                  <a:lnTo>
                    <a:pt x="5124" y="5800"/>
                  </a:lnTo>
                  <a:close/>
                  <a:moveTo>
                    <a:pt x="1924" y="5800"/>
                  </a:moveTo>
                  <a:lnTo>
                    <a:pt x="1800" y="5800"/>
                  </a:lnTo>
                  <a:lnTo>
                    <a:pt x="1800" y="5874"/>
                  </a:lnTo>
                  <a:lnTo>
                    <a:pt x="1700" y="5900"/>
                  </a:lnTo>
                  <a:lnTo>
                    <a:pt x="1700" y="6024"/>
                  </a:lnTo>
                  <a:lnTo>
                    <a:pt x="1824" y="6024"/>
                  </a:lnTo>
                  <a:lnTo>
                    <a:pt x="1824" y="5950"/>
                  </a:lnTo>
                  <a:lnTo>
                    <a:pt x="1924" y="5924"/>
                  </a:lnTo>
                  <a:close/>
                  <a:moveTo>
                    <a:pt x="5300" y="5700"/>
                  </a:moveTo>
                  <a:lnTo>
                    <a:pt x="5300" y="5824"/>
                  </a:lnTo>
                  <a:lnTo>
                    <a:pt x="5424" y="5824"/>
                  </a:lnTo>
                  <a:lnTo>
                    <a:pt x="5424" y="5700"/>
                  </a:lnTo>
                  <a:close/>
                  <a:moveTo>
                    <a:pt x="2600" y="5400"/>
                  </a:moveTo>
                  <a:lnTo>
                    <a:pt x="2600" y="5524"/>
                  </a:lnTo>
                  <a:lnTo>
                    <a:pt x="2724" y="5524"/>
                  </a:lnTo>
                  <a:lnTo>
                    <a:pt x="2724" y="5400"/>
                  </a:lnTo>
                  <a:close/>
                  <a:moveTo>
                    <a:pt x="2200" y="5300"/>
                  </a:moveTo>
                  <a:lnTo>
                    <a:pt x="2200" y="5424"/>
                  </a:lnTo>
                  <a:lnTo>
                    <a:pt x="2324" y="5424"/>
                  </a:lnTo>
                  <a:lnTo>
                    <a:pt x="2324" y="5300"/>
                  </a:lnTo>
                  <a:close/>
                  <a:moveTo>
                    <a:pt x="4800" y="5200"/>
                  </a:moveTo>
                  <a:lnTo>
                    <a:pt x="4800" y="5324"/>
                  </a:lnTo>
                  <a:lnTo>
                    <a:pt x="4924" y="5324"/>
                  </a:lnTo>
                  <a:lnTo>
                    <a:pt x="4924" y="5200"/>
                  </a:lnTo>
                  <a:close/>
                  <a:moveTo>
                    <a:pt x="3000" y="5200"/>
                  </a:moveTo>
                  <a:lnTo>
                    <a:pt x="3000" y="5324"/>
                  </a:lnTo>
                  <a:lnTo>
                    <a:pt x="3074" y="5324"/>
                  </a:lnTo>
                  <a:lnTo>
                    <a:pt x="3100" y="5424"/>
                  </a:lnTo>
                  <a:lnTo>
                    <a:pt x="3200" y="5450"/>
                  </a:lnTo>
                  <a:lnTo>
                    <a:pt x="3200" y="5524"/>
                  </a:lnTo>
                  <a:lnTo>
                    <a:pt x="3324" y="5524"/>
                  </a:lnTo>
                  <a:lnTo>
                    <a:pt x="3324" y="5400"/>
                  </a:lnTo>
                  <a:lnTo>
                    <a:pt x="3250" y="5400"/>
                  </a:lnTo>
                  <a:lnTo>
                    <a:pt x="3224" y="5300"/>
                  </a:lnTo>
                  <a:lnTo>
                    <a:pt x="3124" y="5274"/>
                  </a:lnTo>
                  <a:lnTo>
                    <a:pt x="3124" y="5200"/>
                  </a:lnTo>
                  <a:close/>
                  <a:moveTo>
                    <a:pt x="3900" y="5100"/>
                  </a:moveTo>
                  <a:lnTo>
                    <a:pt x="3900" y="5224"/>
                  </a:lnTo>
                  <a:lnTo>
                    <a:pt x="4024" y="5224"/>
                  </a:lnTo>
                  <a:lnTo>
                    <a:pt x="4024" y="5100"/>
                  </a:lnTo>
                  <a:close/>
                  <a:moveTo>
                    <a:pt x="6224" y="5000"/>
                  </a:moveTo>
                  <a:lnTo>
                    <a:pt x="6100" y="5000"/>
                  </a:lnTo>
                  <a:lnTo>
                    <a:pt x="6100" y="5074"/>
                  </a:lnTo>
                  <a:lnTo>
                    <a:pt x="6000" y="5100"/>
                  </a:lnTo>
                  <a:lnTo>
                    <a:pt x="6000" y="5224"/>
                  </a:lnTo>
                  <a:lnTo>
                    <a:pt x="6124" y="5224"/>
                  </a:lnTo>
                  <a:lnTo>
                    <a:pt x="6124" y="5150"/>
                  </a:lnTo>
                  <a:lnTo>
                    <a:pt x="6224" y="5124"/>
                  </a:lnTo>
                  <a:close/>
                  <a:moveTo>
                    <a:pt x="5200" y="5000"/>
                  </a:moveTo>
                  <a:lnTo>
                    <a:pt x="5200" y="5124"/>
                  </a:lnTo>
                  <a:lnTo>
                    <a:pt x="5324" y="5124"/>
                  </a:lnTo>
                  <a:lnTo>
                    <a:pt x="5324" y="5000"/>
                  </a:lnTo>
                  <a:close/>
                  <a:moveTo>
                    <a:pt x="2800" y="4900"/>
                  </a:moveTo>
                  <a:lnTo>
                    <a:pt x="2800" y="5024"/>
                  </a:lnTo>
                  <a:lnTo>
                    <a:pt x="2924" y="5024"/>
                  </a:lnTo>
                  <a:lnTo>
                    <a:pt x="2924" y="4900"/>
                  </a:lnTo>
                  <a:close/>
                  <a:moveTo>
                    <a:pt x="3500" y="4800"/>
                  </a:moveTo>
                  <a:lnTo>
                    <a:pt x="3500" y="4924"/>
                  </a:lnTo>
                  <a:lnTo>
                    <a:pt x="3574" y="4924"/>
                  </a:lnTo>
                  <a:lnTo>
                    <a:pt x="3600" y="5024"/>
                  </a:lnTo>
                  <a:lnTo>
                    <a:pt x="3724" y="5024"/>
                  </a:lnTo>
                  <a:lnTo>
                    <a:pt x="3724" y="4800"/>
                  </a:lnTo>
                  <a:close/>
                  <a:moveTo>
                    <a:pt x="2700" y="4700"/>
                  </a:moveTo>
                  <a:lnTo>
                    <a:pt x="2700" y="4824"/>
                  </a:lnTo>
                  <a:lnTo>
                    <a:pt x="2824" y="4824"/>
                  </a:lnTo>
                  <a:lnTo>
                    <a:pt x="2824" y="4700"/>
                  </a:lnTo>
                  <a:close/>
                  <a:moveTo>
                    <a:pt x="6300" y="4600"/>
                  </a:moveTo>
                  <a:lnTo>
                    <a:pt x="6300" y="4724"/>
                  </a:lnTo>
                  <a:lnTo>
                    <a:pt x="6424" y="4724"/>
                  </a:lnTo>
                  <a:lnTo>
                    <a:pt x="6424" y="4600"/>
                  </a:lnTo>
                  <a:close/>
                  <a:moveTo>
                    <a:pt x="5600" y="4600"/>
                  </a:moveTo>
                  <a:lnTo>
                    <a:pt x="5600" y="4724"/>
                  </a:lnTo>
                  <a:lnTo>
                    <a:pt x="5724" y="4724"/>
                  </a:lnTo>
                  <a:lnTo>
                    <a:pt x="5724" y="4600"/>
                  </a:lnTo>
                  <a:close/>
                  <a:moveTo>
                    <a:pt x="3300" y="4500"/>
                  </a:moveTo>
                  <a:lnTo>
                    <a:pt x="3300" y="4624"/>
                  </a:lnTo>
                  <a:lnTo>
                    <a:pt x="3424" y="4624"/>
                  </a:lnTo>
                  <a:lnTo>
                    <a:pt x="3424" y="4500"/>
                  </a:lnTo>
                  <a:close/>
                  <a:moveTo>
                    <a:pt x="5700" y="4400"/>
                  </a:moveTo>
                  <a:lnTo>
                    <a:pt x="5700" y="4524"/>
                  </a:lnTo>
                  <a:lnTo>
                    <a:pt x="5824" y="4524"/>
                  </a:lnTo>
                  <a:lnTo>
                    <a:pt x="5824" y="4400"/>
                  </a:lnTo>
                  <a:close/>
                  <a:moveTo>
                    <a:pt x="6400" y="4200"/>
                  </a:moveTo>
                  <a:lnTo>
                    <a:pt x="6400" y="4424"/>
                  </a:lnTo>
                  <a:lnTo>
                    <a:pt x="6524" y="4424"/>
                  </a:lnTo>
                  <a:lnTo>
                    <a:pt x="6524" y="4200"/>
                  </a:lnTo>
                  <a:close/>
                  <a:moveTo>
                    <a:pt x="4000" y="4200"/>
                  </a:moveTo>
                  <a:lnTo>
                    <a:pt x="4000" y="4324"/>
                  </a:lnTo>
                  <a:lnTo>
                    <a:pt x="4124" y="4324"/>
                  </a:lnTo>
                  <a:lnTo>
                    <a:pt x="4124" y="4200"/>
                  </a:lnTo>
                  <a:close/>
                  <a:moveTo>
                    <a:pt x="3200" y="4100"/>
                  </a:moveTo>
                  <a:lnTo>
                    <a:pt x="3200" y="4224"/>
                  </a:lnTo>
                  <a:lnTo>
                    <a:pt x="3324" y="4224"/>
                  </a:lnTo>
                  <a:lnTo>
                    <a:pt x="3324" y="4100"/>
                  </a:lnTo>
                  <a:close/>
                  <a:moveTo>
                    <a:pt x="624" y="4100"/>
                  </a:moveTo>
                  <a:lnTo>
                    <a:pt x="500" y="4100"/>
                  </a:lnTo>
                  <a:lnTo>
                    <a:pt x="500" y="4174"/>
                  </a:lnTo>
                  <a:lnTo>
                    <a:pt x="400" y="4200"/>
                  </a:lnTo>
                  <a:lnTo>
                    <a:pt x="400" y="4324"/>
                  </a:lnTo>
                  <a:lnTo>
                    <a:pt x="524" y="4324"/>
                  </a:lnTo>
                  <a:lnTo>
                    <a:pt x="524" y="4250"/>
                  </a:lnTo>
                  <a:lnTo>
                    <a:pt x="624" y="4224"/>
                  </a:lnTo>
                  <a:close/>
                  <a:moveTo>
                    <a:pt x="4400" y="4000"/>
                  </a:moveTo>
                  <a:lnTo>
                    <a:pt x="4400" y="4124"/>
                  </a:lnTo>
                  <a:lnTo>
                    <a:pt x="4524" y="4124"/>
                  </a:lnTo>
                  <a:lnTo>
                    <a:pt x="4524" y="4000"/>
                  </a:lnTo>
                  <a:close/>
                  <a:moveTo>
                    <a:pt x="1100" y="4000"/>
                  </a:moveTo>
                  <a:lnTo>
                    <a:pt x="1100" y="4124"/>
                  </a:lnTo>
                  <a:lnTo>
                    <a:pt x="1224" y="4124"/>
                  </a:lnTo>
                  <a:lnTo>
                    <a:pt x="1224" y="4000"/>
                  </a:lnTo>
                  <a:close/>
                  <a:moveTo>
                    <a:pt x="800" y="4000"/>
                  </a:moveTo>
                  <a:lnTo>
                    <a:pt x="800" y="4124"/>
                  </a:lnTo>
                  <a:lnTo>
                    <a:pt x="924" y="4124"/>
                  </a:lnTo>
                  <a:lnTo>
                    <a:pt x="924" y="4000"/>
                  </a:lnTo>
                  <a:close/>
                  <a:moveTo>
                    <a:pt x="2500" y="3900"/>
                  </a:moveTo>
                  <a:lnTo>
                    <a:pt x="2500" y="4724"/>
                  </a:lnTo>
                  <a:lnTo>
                    <a:pt x="2624" y="4724"/>
                  </a:lnTo>
                  <a:lnTo>
                    <a:pt x="2624" y="4550"/>
                  </a:lnTo>
                  <a:lnTo>
                    <a:pt x="2724" y="4524"/>
                  </a:lnTo>
                  <a:lnTo>
                    <a:pt x="2724" y="4400"/>
                  </a:lnTo>
                  <a:lnTo>
                    <a:pt x="2624" y="4374"/>
                  </a:lnTo>
                  <a:lnTo>
                    <a:pt x="2624" y="3900"/>
                  </a:lnTo>
                  <a:close/>
                  <a:moveTo>
                    <a:pt x="5200" y="3800"/>
                  </a:moveTo>
                  <a:lnTo>
                    <a:pt x="5200" y="4124"/>
                  </a:lnTo>
                  <a:lnTo>
                    <a:pt x="5324" y="4124"/>
                  </a:lnTo>
                  <a:lnTo>
                    <a:pt x="5324" y="3800"/>
                  </a:lnTo>
                  <a:close/>
                  <a:moveTo>
                    <a:pt x="3200" y="3800"/>
                  </a:moveTo>
                  <a:lnTo>
                    <a:pt x="3200" y="4024"/>
                  </a:lnTo>
                  <a:lnTo>
                    <a:pt x="3324" y="4024"/>
                  </a:lnTo>
                  <a:lnTo>
                    <a:pt x="3324" y="3800"/>
                  </a:lnTo>
                  <a:close/>
                  <a:moveTo>
                    <a:pt x="1000" y="3800"/>
                  </a:moveTo>
                  <a:lnTo>
                    <a:pt x="1000" y="3924"/>
                  </a:lnTo>
                  <a:lnTo>
                    <a:pt x="1124" y="3924"/>
                  </a:lnTo>
                  <a:lnTo>
                    <a:pt x="1124" y="3800"/>
                  </a:lnTo>
                  <a:close/>
                  <a:moveTo>
                    <a:pt x="4500" y="3700"/>
                  </a:moveTo>
                  <a:lnTo>
                    <a:pt x="4500" y="3924"/>
                  </a:lnTo>
                  <a:lnTo>
                    <a:pt x="4624" y="3924"/>
                  </a:lnTo>
                  <a:lnTo>
                    <a:pt x="4624" y="3700"/>
                  </a:lnTo>
                  <a:close/>
                  <a:moveTo>
                    <a:pt x="2000" y="3700"/>
                  </a:moveTo>
                  <a:lnTo>
                    <a:pt x="2000" y="3824"/>
                  </a:lnTo>
                  <a:lnTo>
                    <a:pt x="2124" y="3824"/>
                  </a:lnTo>
                  <a:lnTo>
                    <a:pt x="2124" y="3700"/>
                  </a:lnTo>
                  <a:close/>
                  <a:moveTo>
                    <a:pt x="600" y="3700"/>
                  </a:moveTo>
                  <a:lnTo>
                    <a:pt x="600" y="3824"/>
                  </a:lnTo>
                  <a:lnTo>
                    <a:pt x="674" y="3824"/>
                  </a:lnTo>
                  <a:lnTo>
                    <a:pt x="700" y="3924"/>
                  </a:lnTo>
                  <a:lnTo>
                    <a:pt x="824" y="3924"/>
                  </a:lnTo>
                  <a:lnTo>
                    <a:pt x="824" y="3800"/>
                  </a:lnTo>
                  <a:lnTo>
                    <a:pt x="750" y="3800"/>
                  </a:lnTo>
                  <a:lnTo>
                    <a:pt x="724" y="3700"/>
                  </a:lnTo>
                  <a:close/>
                  <a:moveTo>
                    <a:pt x="6400" y="3600"/>
                  </a:moveTo>
                  <a:lnTo>
                    <a:pt x="6400" y="3724"/>
                  </a:lnTo>
                  <a:lnTo>
                    <a:pt x="6524" y="3724"/>
                  </a:lnTo>
                  <a:lnTo>
                    <a:pt x="6524" y="3600"/>
                  </a:lnTo>
                  <a:close/>
                  <a:moveTo>
                    <a:pt x="5200" y="3600"/>
                  </a:moveTo>
                  <a:lnTo>
                    <a:pt x="5200" y="3724"/>
                  </a:lnTo>
                  <a:lnTo>
                    <a:pt x="5324" y="3724"/>
                  </a:lnTo>
                  <a:lnTo>
                    <a:pt x="5324" y="3600"/>
                  </a:lnTo>
                  <a:close/>
                  <a:moveTo>
                    <a:pt x="3500" y="3600"/>
                  </a:moveTo>
                  <a:lnTo>
                    <a:pt x="3500" y="4724"/>
                  </a:lnTo>
                  <a:lnTo>
                    <a:pt x="3624" y="4724"/>
                  </a:lnTo>
                  <a:lnTo>
                    <a:pt x="3624" y="3600"/>
                  </a:lnTo>
                  <a:close/>
                  <a:moveTo>
                    <a:pt x="5700" y="3500"/>
                  </a:moveTo>
                  <a:lnTo>
                    <a:pt x="5700" y="3624"/>
                  </a:lnTo>
                  <a:lnTo>
                    <a:pt x="5824" y="3624"/>
                  </a:lnTo>
                  <a:lnTo>
                    <a:pt x="5824" y="3500"/>
                  </a:lnTo>
                  <a:close/>
                  <a:moveTo>
                    <a:pt x="4100" y="3500"/>
                  </a:moveTo>
                  <a:lnTo>
                    <a:pt x="4100" y="3624"/>
                  </a:lnTo>
                  <a:lnTo>
                    <a:pt x="4224" y="3624"/>
                  </a:lnTo>
                  <a:lnTo>
                    <a:pt x="4224" y="3500"/>
                  </a:lnTo>
                  <a:close/>
                  <a:moveTo>
                    <a:pt x="1724" y="3500"/>
                  </a:moveTo>
                  <a:lnTo>
                    <a:pt x="1600" y="3500"/>
                  </a:lnTo>
                  <a:lnTo>
                    <a:pt x="1600" y="3574"/>
                  </a:lnTo>
                  <a:lnTo>
                    <a:pt x="1500" y="3600"/>
                  </a:lnTo>
                  <a:lnTo>
                    <a:pt x="1500" y="3674"/>
                  </a:lnTo>
                  <a:lnTo>
                    <a:pt x="1400" y="3700"/>
                  </a:lnTo>
                  <a:lnTo>
                    <a:pt x="1374" y="3800"/>
                  </a:lnTo>
                  <a:lnTo>
                    <a:pt x="1300" y="3800"/>
                  </a:lnTo>
                  <a:lnTo>
                    <a:pt x="1300" y="3924"/>
                  </a:lnTo>
                  <a:lnTo>
                    <a:pt x="1424" y="3924"/>
                  </a:lnTo>
                  <a:lnTo>
                    <a:pt x="1424" y="3850"/>
                  </a:lnTo>
                  <a:lnTo>
                    <a:pt x="1524" y="3824"/>
                  </a:lnTo>
                  <a:lnTo>
                    <a:pt x="1524" y="3750"/>
                  </a:lnTo>
                  <a:lnTo>
                    <a:pt x="1624" y="3724"/>
                  </a:lnTo>
                  <a:lnTo>
                    <a:pt x="1650" y="3624"/>
                  </a:lnTo>
                  <a:lnTo>
                    <a:pt x="1724" y="3624"/>
                  </a:lnTo>
                  <a:close/>
                  <a:moveTo>
                    <a:pt x="5200" y="3400"/>
                  </a:moveTo>
                  <a:lnTo>
                    <a:pt x="5200" y="3524"/>
                  </a:lnTo>
                  <a:lnTo>
                    <a:pt x="5324" y="3524"/>
                  </a:lnTo>
                  <a:lnTo>
                    <a:pt x="5324" y="3400"/>
                  </a:lnTo>
                  <a:close/>
                  <a:moveTo>
                    <a:pt x="3500" y="3400"/>
                  </a:moveTo>
                  <a:lnTo>
                    <a:pt x="3500" y="3524"/>
                  </a:lnTo>
                  <a:lnTo>
                    <a:pt x="3624" y="3524"/>
                  </a:lnTo>
                  <a:lnTo>
                    <a:pt x="3624" y="3400"/>
                  </a:lnTo>
                  <a:close/>
                  <a:moveTo>
                    <a:pt x="500" y="3400"/>
                  </a:moveTo>
                  <a:lnTo>
                    <a:pt x="500" y="3624"/>
                  </a:lnTo>
                  <a:lnTo>
                    <a:pt x="624" y="3624"/>
                  </a:lnTo>
                  <a:lnTo>
                    <a:pt x="624" y="3400"/>
                  </a:lnTo>
                  <a:close/>
                  <a:moveTo>
                    <a:pt x="4700" y="3300"/>
                  </a:moveTo>
                  <a:lnTo>
                    <a:pt x="4700" y="3424"/>
                  </a:lnTo>
                  <a:lnTo>
                    <a:pt x="4824" y="3424"/>
                  </a:lnTo>
                  <a:lnTo>
                    <a:pt x="4824" y="3300"/>
                  </a:lnTo>
                  <a:close/>
                  <a:moveTo>
                    <a:pt x="600" y="3200"/>
                  </a:moveTo>
                  <a:lnTo>
                    <a:pt x="600" y="3324"/>
                  </a:lnTo>
                  <a:lnTo>
                    <a:pt x="724" y="3324"/>
                  </a:lnTo>
                  <a:lnTo>
                    <a:pt x="724" y="3200"/>
                  </a:lnTo>
                  <a:close/>
                  <a:moveTo>
                    <a:pt x="4300" y="3100"/>
                  </a:moveTo>
                  <a:lnTo>
                    <a:pt x="4300" y="3224"/>
                  </a:lnTo>
                  <a:lnTo>
                    <a:pt x="5424" y="3224"/>
                  </a:lnTo>
                  <a:lnTo>
                    <a:pt x="5424" y="3100"/>
                  </a:lnTo>
                  <a:close/>
                  <a:moveTo>
                    <a:pt x="3700" y="3100"/>
                  </a:moveTo>
                  <a:lnTo>
                    <a:pt x="3700" y="3224"/>
                  </a:lnTo>
                  <a:lnTo>
                    <a:pt x="4224" y="3224"/>
                  </a:lnTo>
                  <a:lnTo>
                    <a:pt x="4224" y="3100"/>
                  </a:lnTo>
                  <a:close/>
                  <a:moveTo>
                    <a:pt x="1000" y="3100"/>
                  </a:moveTo>
                  <a:lnTo>
                    <a:pt x="1000" y="3224"/>
                  </a:lnTo>
                  <a:lnTo>
                    <a:pt x="1124" y="3224"/>
                  </a:lnTo>
                  <a:lnTo>
                    <a:pt x="1124" y="3100"/>
                  </a:lnTo>
                  <a:close/>
                  <a:moveTo>
                    <a:pt x="2500" y="2800"/>
                  </a:moveTo>
                  <a:lnTo>
                    <a:pt x="2500" y="3824"/>
                  </a:lnTo>
                  <a:lnTo>
                    <a:pt x="2624" y="3824"/>
                  </a:lnTo>
                  <a:lnTo>
                    <a:pt x="2624" y="3650"/>
                  </a:lnTo>
                  <a:lnTo>
                    <a:pt x="2724" y="3624"/>
                  </a:lnTo>
                  <a:lnTo>
                    <a:pt x="2724" y="3500"/>
                  </a:lnTo>
                  <a:lnTo>
                    <a:pt x="2624" y="3474"/>
                  </a:lnTo>
                  <a:lnTo>
                    <a:pt x="2624" y="2800"/>
                  </a:lnTo>
                  <a:close/>
                  <a:moveTo>
                    <a:pt x="4600" y="2700"/>
                  </a:moveTo>
                  <a:lnTo>
                    <a:pt x="4600" y="2824"/>
                  </a:lnTo>
                  <a:lnTo>
                    <a:pt x="4824" y="2824"/>
                  </a:lnTo>
                  <a:lnTo>
                    <a:pt x="4824" y="2700"/>
                  </a:lnTo>
                  <a:close/>
                  <a:moveTo>
                    <a:pt x="4300" y="2700"/>
                  </a:moveTo>
                  <a:lnTo>
                    <a:pt x="4300" y="2824"/>
                  </a:lnTo>
                  <a:lnTo>
                    <a:pt x="4524" y="2824"/>
                  </a:lnTo>
                  <a:lnTo>
                    <a:pt x="4524" y="2700"/>
                  </a:lnTo>
                  <a:close/>
                  <a:moveTo>
                    <a:pt x="5500" y="2300"/>
                  </a:moveTo>
                  <a:lnTo>
                    <a:pt x="5500" y="2424"/>
                  </a:lnTo>
                  <a:lnTo>
                    <a:pt x="5624" y="2424"/>
                  </a:lnTo>
                  <a:lnTo>
                    <a:pt x="5624" y="2300"/>
                  </a:lnTo>
                  <a:close/>
                  <a:moveTo>
                    <a:pt x="3500" y="2300"/>
                  </a:moveTo>
                  <a:lnTo>
                    <a:pt x="3500" y="2424"/>
                  </a:lnTo>
                  <a:lnTo>
                    <a:pt x="3624" y="2424"/>
                  </a:lnTo>
                  <a:lnTo>
                    <a:pt x="3624" y="2300"/>
                  </a:lnTo>
                  <a:close/>
                  <a:moveTo>
                    <a:pt x="6900" y="2200"/>
                  </a:moveTo>
                  <a:lnTo>
                    <a:pt x="6900" y="2324"/>
                  </a:lnTo>
                  <a:lnTo>
                    <a:pt x="7024" y="2324"/>
                  </a:lnTo>
                  <a:lnTo>
                    <a:pt x="7024" y="2200"/>
                  </a:lnTo>
                  <a:close/>
                  <a:moveTo>
                    <a:pt x="3700" y="2200"/>
                  </a:moveTo>
                  <a:lnTo>
                    <a:pt x="3700" y="2324"/>
                  </a:lnTo>
                  <a:lnTo>
                    <a:pt x="3824" y="2324"/>
                  </a:lnTo>
                  <a:lnTo>
                    <a:pt x="3824" y="2200"/>
                  </a:lnTo>
                  <a:close/>
                  <a:moveTo>
                    <a:pt x="4600" y="1900"/>
                  </a:moveTo>
                  <a:lnTo>
                    <a:pt x="4600" y="2024"/>
                  </a:lnTo>
                  <a:lnTo>
                    <a:pt x="4724" y="2024"/>
                  </a:lnTo>
                  <a:lnTo>
                    <a:pt x="4724" y="1900"/>
                  </a:lnTo>
                  <a:close/>
                  <a:moveTo>
                    <a:pt x="200" y="1900"/>
                  </a:moveTo>
                  <a:lnTo>
                    <a:pt x="200" y="2024"/>
                  </a:lnTo>
                  <a:lnTo>
                    <a:pt x="324" y="2024"/>
                  </a:lnTo>
                  <a:lnTo>
                    <a:pt x="324" y="1900"/>
                  </a:lnTo>
                  <a:close/>
                  <a:moveTo>
                    <a:pt x="4900" y="1600"/>
                  </a:moveTo>
                  <a:lnTo>
                    <a:pt x="4900" y="1724"/>
                  </a:lnTo>
                  <a:lnTo>
                    <a:pt x="5024" y="1724"/>
                  </a:lnTo>
                  <a:lnTo>
                    <a:pt x="5024" y="1600"/>
                  </a:lnTo>
                  <a:close/>
                  <a:moveTo>
                    <a:pt x="700" y="1624"/>
                  </a:moveTo>
                  <a:lnTo>
                    <a:pt x="824" y="1624"/>
                  </a:lnTo>
                  <a:lnTo>
                    <a:pt x="850" y="1524"/>
                  </a:lnTo>
                  <a:lnTo>
                    <a:pt x="1024" y="1524"/>
                  </a:lnTo>
                  <a:lnTo>
                    <a:pt x="1024" y="1400"/>
                  </a:lnTo>
                  <a:lnTo>
                    <a:pt x="800" y="1400"/>
                  </a:lnTo>
                  <a:lnTo>
                    <a:pt x="800" y="1474"/>
                  </a:lnTo>
                  <a:lnTo>
                    <a:pt x="700" y="1500"/>
                  </a:lnTo>
                  <a:close/>
                  <a:moveTo>
                    <a:pt x="5200" y="1300"/>
                  </a:moveTo>
                  <a:lnTo>
                    <a:pt x="5200" y="1424"/>
                  </a:lnTo>
                  <a:lnTo>
                    <a:pt x="5324" y="1424"/>
                  </a:lnTo>
                  <a:lnTo>
                    <a:pt x="5324" y="1300"/>
                  </a:lnTo>
                  <a:close/>
                  <a:moveTo>
                    <a:pt x="4800" y="1200"/>
                  </a:moveTo>
                  <a:lnTo>
                    <a:pt x="4800" y="1324"/>
                  </a:lnTo>
                  <a:lnTo>
                    <a:pt x="4924" y="1324"/>
                  </a:lnTo>
                  <a:lnTo>
                    <a:pt x="4924" y="1200"/>
                  </a:lnTo>
                  <a:close/>
                  <a:moveTo>
                    <a:pt x="1100" y="1200"/>
                  </a:moveTo>
                  <a:lnTo>
                    <a:pt x="1100" y="1324"/>
                  </a:lnTo>
                  <a:lnTo>
                    <a:pt x="1224" y="1324"/>
                  </a:lnTo>
                  <a:lnTo>
                    <a:pt x="1224" y="1200"/>
                  </a:lnTo>
                  <a:close/>
                  <a:moveTo>
                    <a:pt x="900" y="1200"/>
                  </a:moveTo>
                  <a:lnTo>
                    <a:pt x="900" y="1324"/>
                  </a:lnTo>
                  <a:lnTo>
                    <a:pt x="1024" y="1324"/>
                  </a:lnTo>
                  <a:lnTo>
                    <a:pt x="1024" y="1200"/>
                  </a:lnTo>
                  <a:close/>
                  <a:moveTo>
                    <a:pt x="700" y="1100"/>
                  </a:moveTo>
                  <a:lnTo>
                    <a:pt x="700" y="1224"/>
                  </a:lnTo>
                  <a:lnTo>
                    <a:pt x="824" y="1224"/>
                  </a:lnTo>
                  <a:lnTo>
                    <a:pt x="824" y="1100"/>
                  </a:lnTo>
                  <a:close/>
                  <a:moveTo>
                    <a:pt x="5624" y="1000"/>
                  </a:moveTo>
                  <a:lnTo>
                    <a:pt x="5500" y="1000"/>
                  </a:lnTo>
                  <a:lnTo>
                    <a:pt x="5500" y="1074"/>
                  </a:lnTo>
                  <a:lnTo>
                    <a:pt x="5400" y="1100"/>
                  </a:lnTo>
                  <a:lnTo>
                    <a:pt x="5400" y="1224"/>
                  </a:lnTo>
                  <a:lnTo>
                    <a:pt x="5524" y="1224"/>
                  </a:lnTo>
                  <a:lnTo>
                    <a:pt x="5524" y="1150"/>
                  </a:lnTo>
                  <a:lnTo>
                    <a:pt x="5624" y="1124"/>
                  </a:lnTo>
                  <a:close/>
                  <a:moveTo>
                    <a:pt x="5100" y="1000"/>
                  </a:moveTo>
                  <a:lnTo>
                    <a:pt x="5100" y="1124"/>
                  </a:lnTo>
                  <a:lnTo>
                    <a:pt x="5224" y="1124"/>
                  </a:lnTo>
                  <a:lnTo>
                    <a:pt x="5224" y="1000"/>
                  </a:lnTo>
                  <a:close/>
                  <a:moveTo>
                    <a:pt x="2200" y="800"/>
                  </a:moveTo>
                  <a:lnTo>
                    <a:pt x="2200" y="924"/>
                  </a:lnTo>
                  <a:lnTo>
                    <a:pt x="2274" y="924"/>
                  </a:lnTo>
                  <a:lnTo>
                    <a:pt x="2300" y="1024"/>
                  </a:lnTo>
                  <a:lnTo>
                    <a:pt x="2374" y="1024"/>
                  </a:lnTo>
                  <a:lnTo>
                    <a:pt x="2400" y="1124"/>
                  </a:lnTo>
                  <a:lnTo>
                    <a:pt x="2474" y="1124"/>
                  </a:lnTo>
                  <a:lnTo>
                    <a:pt x="2500" y="1224"/>
                  </a:lnTo>
                  <a:lnTo>
                    <a:pt x="2574" y="1224"/>
                  </a:lnTo>
                  <a:lnTo>
                    <a:pt x="2600" y="1324"/>
                  </a:lnTo>
                  <a:lnTo>
                    <a:pt x="2674" y="1324"/>
                  </a:lnTo>
                  <a:lnTo>
                    <a:pt x="2700" y="1424"/>
                  </a:lnTo>
                  <a:lnTo>
                    <a:pt x="2774" y="1424"/>
                  </a:lnTo>
                  <a:lnTo>
                    <a:pt x="2800" y="1524"/>
                  </a:lnTo>
                  <a:lnTo>
                    <a:pt x="2900" y="1550"/>
                  </a:lnTo>
                  <a:lnTo>
                    <a:pt x="2900" y="1624"/>
                  </a:lnTo>
                  <a:lnTo>
                    <a:pt x="3024" y="1624"/>
                  </a:lnTo>
                  <a:lnTo>
                    <a:pt x="3024" y="1500"/>
                  </a:lnTo>
                  <a:lnTo>
                    <a:pt x="2950" y="1500"/>
                  </a:lnTo>
                  <a:lnTo>
                    <a:pt x="2924" y="1400"/>
                  </a:lnTo>
                  <a:lnTo>
                    <a:pt x="2850" y="1400"/>
                  </a:lnTo>
                  <a:lnTo>
                    <a:pt x="2824" y="1300"/>
                  </a:lnTo>
                  <a:lnTo>
                    <a:pt x="2750" y="1300"/>
                  </a:lnTo>
                  <a:lnTo>
                    <a:pt x="2724" y="1200"/>
                  </a:lnTo>
                  <a:lnTo>
                    <a:pt x="2650" y="1200"/>
                  </a:lnTo>
                  <a:lnTo>
                    <a:pt x="2624" y="1100"/>
                  </a:lnTo>
                  <a:lnTo>
                    <a:pt x="2550" y="1100"/>
                  </a:lnTo>
                  <a:lnTo>
                    <a:pt x="2524" y="1000"/>
                  </a:lnTo>
                  <a:lnTo>
                    <a:pt x="2450" y="1000"/>
                  </a:lnTo>
                  <a:lnTo>
                    <a:pt x="2424" y="900"/>
                  </a:lnTo>
                  <a:lnTo>
                    <a:pt x="2324" y="874"/>
                  </a:lnTo>
                  <a:lnTo>
                    <a:pt x="2324" y="800"/>
                  </a:lnTo>
                  <a:close/>
                  <a:moveTo>
                    <a:pt x="1300" y="600"/>
                  </a:moveTo>
                  <a:lnTo>
                    <a:pt x="1300" y="724"/>
                  </a:lnTo>
                  <a:lnTo>
                    <a:pt x="1424" y="724"/>
                  </a:lnTo>
                  <a:lnTo>
                    <a:pt x="1424" y="600"/>
                  </a:lnTo>
                  <a:close/>
                  <a:moveTo>
                    <a:pt x="5000" y="500"/>
                  </a:moveTo>
                  <a:lnTo>
                    <a:pt x="5000" y="624"/>
                  </a:lnTo>
                  <a:lnTo>
                    <a:pt x="5124" y="624"/>
                  </a:lnTo>
                  <a:lnTo>
                    <a:pt x="5124" y="500"/>
                  </a:lnTo>
                  <a:close/>
                  <a:moveTo>
                    <a:pt x="4624" y="500"/>
                  </a:moveTo>
                  <a:lnTo>
                    <a:pt x="4500" y="500"/>
                  </a:lnTo>
                  <a:lnTo>
                    <a:pt x="4500" y="574"/>
                  </a:lnTo>
                  <a:lnTo>
                    <a:pt x="4400" y="600"/>
                  </a:lnTo>
                  <a:lnTo>
                    <a:pt x="4400" y="724"/>
                  </a:lnTo>
                  <a:lnTo>
                    <a:pt x="4524" y="724"/>
                  </a:lnTo>
                  <a:lnTo>
                    <a:pt x="4524" y="650"/>
                  </a:lnTo>
                  <a:lnTo>
                    <a:pt x="4624" y="624"/>
                  </a:lnTo>
                  <a:close/>
                  <a:moveTo>
                    <a:pt x="6900" y="0"/>
                  </a:moveTo>
                  <a:lnTo>
                    <a:pt x="6900" y="124"/>
                  </a:lnTo>
                  <a:lnTo>
                    <a:pt x="7024" y="124"/>
                  </a:lnTo>
                  <a:lnTo>
                    <a:pt x="7024" y="0"/>
                  </a:lnTo>
                  <a:close/>
                  <a:moveTo>
                    <a:pt x="3100" y="0"/>
                  </a:moveTo>
                  <a:lnTo>
                    <a:pt x="3100" y="124"/>
                  </a:lnTo>
                  <a:lnTo>
                    <a:pt x="3224" y="124"/>
                  </a:lnTo>
                  <a:lnTo>
                    <a:pt x="3224" y="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CED0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2" name="Result reward illustration color 7"/>
            <p:cNvSpPr/>
            <p:nvPr/>
          </p:nvSpPr>
          <p:spPr>
            <a:xfrm>
              <a:off x="12786787" y="7766731"/>
              <a:ext cx="514259" cy="294803"/>
            </a:xfrm>
            <a:custGeom>
              <a:avLst/>
              <a:gdLst/>
              <a:ahLst/>
              <a:cxnLst/>
              <a:rect l="l" t="t" r="r" b="b"/>
              <a:pathLst>
                <a:path w="5624" h="3224">
                  <a:moveTo>
                    <a:pt x="4500" y="3100"/>
                  </a:moveTo>
                  <a:lnTo>
                    <a:pt x="4500" y="3224"/>
                  </a:lnTo>
                  <a:lnTo>
                    <a:pt x="4624" y="3224"/>
                  </a:lnTo>
                  <a:lnTo>
                    <a:pt x="4624" y="3100"/>
                  </a:lnTo>
                  <a:close/>
                  <a:moveTo>
                    <a:pt x="3600" y="3100"/>
                  </a:moveTo>
                  <a:lnTo>
                    <a:pt x="3600" y="3224"/>
                  </a:lnTo>
                  <a:lnTo>
                    <a:pt x="3724" y="3224"/>
                  </a:lnTo>
                  <a:lnTo>
                    <a:pt x="3724" y="3100"/>
                  </a:lnTo>
                  <a:close/>
                  <a:moveTo>
                    <a:pt x="2900" y="3100"/>
                  </a:moveTo>
                  <a:lnTo>
                    <a:pt x="2900" y="3224"/>
                  </a:lnTo>
                  <a:lnTo>
                    <a:pt x="3024" y="3224"/>
                  </a:lnTo>
                  <a:lnTo>
                    <a:pt x="3024" y="3100"/>
                  </a:lnTo>
                  <a:close/>
                  <a:moveTo>
                    <a:pt x="3400" y="3000"/>
                  </a:moveTo>
                  <a:lnTo>
                    <a:pt x="3400" y="3124"/>
                  </a:lnTo>
                  <a:lnTo>
                    <a:pt x="3524" y="3124"/>
                  </a:lnTo>
                  <a:lnTo>
                    <a:pt x="3524" y="3000"/>
                  </a:lnTo>
                  <a:close/>
                  <a:moveTo>
                    <a:pt x="3000" y="2700"/>
                  </a:moveTo>
                  <a:lnTo>
                    <a:pt x="3000" y="2824"/>
                  </a:lnTo>
                  <a:lnTo>
                    <a:pt x="3074" y="2824"/>
                  </a:lnTo>
                  <a:lnTo>
                    <a:pt x="3100" y="2924"/>
                  </a:lnTo>
                  <a:lnTo>
                    <a:pt x="3224" y="2924"/>
                  </a:lnTo>
                  <a:lnTo>
                    <a:pt x="3224" y="2800"/>
                  </a:lnTo>
                  <a:lnTo>
                    <a:pt x="3150" y="2800"/>
                  </a:lnTo>
                  <a:lnTo>
                    <a:pt x="3124" y="2700"/>
                  </a:lnTo>
                  <a:close/>
                  <a:moveTo>
                    <a:pt x="2500" y="2600"/>
                  </a:moveTo>
                  <a:lnTo>
                    <a:pt x="2500" y="2724"/>
                  </a:lnTo>
                  <a:lnTo>
                    <a:pt x="2624" y="2724"/>
                  </a:lnTo>
                  <a:lnTo>
                    <a:pt x="2624" y="2600"/>
                  </a:lnTo>
                  <a:close/>
                  <a:moveTo>
                    <a:pt x="2800" y="2400"/>
                  </a:moveTo>
                  <a:lnTo>
                    <a:pt x="2800" y="2524"/>
                  </a:lnTo>
                  <a:lnTo>
                    <a:pt x="2924" y="2524"/>
                  </a:lnTo>
                  <a:lnTo>
                    <a:pt x="2924" y="2400"/>
                  </a:lnTo>
                  <a:close/>
                  <a:moveTo>
                    <a:pt x="2400" y="2400"/>
                  </a:moveTo>
                  <a:lnTo>
                    <a:pt x="2400" y="2524"/>
                  </a:lnTo>
                  <a:lnTo>
                    <a:pt x="2524" y="2524"/>
                  </a:lnTo>
                  <a:lnTo>
                    <a:pt x="2524" y="24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5500" y="1500"/>
                  </a:moveTo>
                  <a:lnTo>
                    <a:pt x="5500" y="1624"/>
                  </a:lnTo>
                  <a:lnTo>
                    <a:pt x="5624" y="1624"/>
                  </a:lnTo>
                  <a:lnTo>
                    <a:pt x="5624" y="1500"/>
                  </a:lnTo>
                  <a:close/>
                  <a:moveTo>
                    <a:pt x="2700" y="1400"/>
                  </a:moveTo>
                  <a:lnTo>
                    <a:pt x="2700" y="1524"/>
                  </a:lnTo>
                  <a:lnTo>
                    <a:pt x="2824" y="1524"/>
                  </a:lnTo>
                  <a:lnTo>
                    <a:pt x="2824" y="1400"/>
                  </a:lnTo>
                  <a:close/>
                  <a:moveTo>
                    <a:pt x="4400" y="0"/>
                  </a:moveTo>
                  <a:lnTo>
                    <a:pt x="4400" y="124"/>
                  </a:lnTo>
                  <a:lnTo>
                    <a:pt x="4524" y="124"/>
                  </a:lnTo>
                  <a:lnTo>
                    <a:pt x="4524" y="0"/>
                  </a:lnTo>
                  <a:close/>
                  <a:moveTo>
                    <a:pt x="3800" y="0"/>
                  </a:moveTo>
                  <a:lnTo>
                    <a:pt x="3800" y="124"/>
                  </a:lnTo>
                  <a:lnTo>
                    <a:pt x="3924" y="124"/>
                  </a:lnTo>
                  <a:lnTo>
                    <a:pt x="3924" y="0"/>
                  </a:lnTo>
                  <a:close/>
                </a:path>
              </a:pathLst>
            </a:custGeom>
            <a:solidFill>
              <a:srgbClr val="6B60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sult reward illustration color 8"/>
            <p:cNvSpPr/>
            <p:nvPr/>
          </p:nvSpPr>
          <p:spPr>
            <a:xfrm>
              <a:off x="13006243" y="7794163"/>
              <a:ext cx="322235" cy="294803"/>
            </a:xfrm>
            <a:custGeom>
              <a:avLst/>
              <a:gdLst/>
              <a:ahLst/>
              <a:cxnLst/>
              <a:rect l="l" t="t" r="r" b="b"/>
              <a:pathLst>
                <a:path w="3524" h="3224">
                  <a:moveTo>
                    <a:pt x="2100" y="3100"/>
                  </a:moveTo>
                  <a:lnTo>
                    <a:pt x="2100" y="3224"/>
                  </a:lnTo>
                  <a:lnTo>
                    <a:pt x="2224" y="3224"/>
                  </a:lnTo>
                  <a:lnTo>
                    <a:pt x="2224" y="3100"/>
                  </a:lnTo>
                  <a:close/>
                  <a:moveTo>
                    <a:pt x="1200" y="3100"/>
                  </a:moveTo>
                  <a:lnTo>
                    <a:pt x="1200" y="3224"/>
                  </a:lnTo>
                  <a:lnTo>
                    <a:pt x="1324" y="3224"/>
                  </a:lnTo>
                  <a:lnTo>
                    <a:pt x="1324" y="3100"/>
                  </a:lnTo>
                  <a:close/>
                  <a:moveTo>
                    <a:pt x="900" y="3000"/>
                  </a:moveTo>
                  <a:lnTo>
                    <a:pt x="900" y="3124"/>
                  </a:lnTo>
                  <a:lnTo>
                    <a:pt x="1024" y="3124"/>
                  </a:lnTo>
                  <a:lnTo>
                    <a:pt x="1024" y="3000"/>
                  </a:lnTo>
                  <a:close/>
                  <a:moveTo>
                    <a:pt x="2600" y="2900"/>
                  </a:moveTo>
                  <a:lnTo>
                    <a:pt x="2600" y="3024"/>
                  </a:lnTo>
                  <a:lnTo>
                    <a:pt x="2724" y="3024"/>
                  </a:lnTo>
                  <a:lnTo>
                    <a:pt x="2724" y="2900"/>
                  </a:lnTo>
                  <a:close/>
                  <a:moveTo>
                    <a:pt x="2100" y="2900"/>
                  </a:moveTo>
                  <a:lnTo>
                    <a:pt x="2100" y="3024"/>
                  </a:lnTo>
                  <a:lnTo>
                    <a:pt x="2224" y="3024"/>
                  </a:lnTo>
                  <a:lnTo>
                    <a:pt x="2224" y="2900"/>
                  </a:lnTo>
                  <a:close/>
                  <a:moveTo>
                    <a:pt x="1300" y="2900"/>
                  </a:moveTo>
                  <a:lnTo>
                    <a:pt x="1300" y="3024"/>
                  </a:lnTo>
                  <a:lnTo>
                    <a:pt x="1424" y="3024"/>
                  </a:lnTo>
                  <a:lnTo>
                    <a:pt x="1424" y="2900"/>
                  </a:lnTo>
                  <a:close/>
                  <a:moveTo>
                    <a:pt x="2300" y="2800"/>
                  </a:moveTo>
                  <a:lnTo>
                    <a:pt x="2300" y="2924"/>
                  </a:lnTo>
                  <a:lnTo>
                    <a:pt x="2424" y="2924"/>
                  </a:lnTo>
                  <a:lnTo>
                    <a:pt x="2424" y="2800"/>
                  </a:lnTo>
                  <a:close/>
                  <a:moveTo>
                    <a:pt x="2500" y="2700"/>
                  </a:moveTo>
                  <a:lnTo>
                    <a:pt x="2500" y="2824"/>
                  </a:lnTo>
                  <a:lnTo>
                    <a:pt x="2624" y="2824"/>
                  </a:lnTo>
                  <a:lnTo>
                    <a:pt x="2624" y="2700"/>
                  </a:lnTo>
                  <a:close/>
                  <a:moveTo>
                    <a:pt x="700" y="2600"/>
                  </a:moveTo>
                  <a:lnTo>
                    <a:pt x="700" y="2724"/>
                  </a:lnTo>
                  <a:lnTo>
                    <a:pt x="824" y="2724"/>
                  </a:lnTo>
                  <a:lnTo>
                    <a:pt x="824" y="2600"/>
                  </a:lnTo>
                  <a:close/>
                  <a:moveTo>
                    <a:pt x="400" y="2600"/>
                  </a:moveTo>
                  <a:lnTo>
                    <a:pt x="400" y="2724"/>
                  </a:lnTo>
                  <a:lnTo>
                    <a:pt x="474" y="2724"/>
                  </a:lnTo>
                  <a:lnTo>
                    <a:pt x="500" y="2824"/>
                  </a:lnTo>
                  <a:lnTo>
                    <a:pt x="624" y="2824"/>
                  </a:lnTo>
                  <a:lnTo>
                    <a:pt x="624" y="2700"/>
                  </a:lnTo>
                  <a:lnTo>
                    <a:pt x="550" y="2700"/>
                  </a:lnTo>
                  <a:lnTo>
                    <a:pt x="524" y="2600"/>
                  </a:lnTo>
                  <a:close/>
                  <a:moveTo>
                    <a:pt x="2900" y="2300"/>
                  </a:moveTo>
                  <a:lnTo>
                    <a:pt x="2900" y="2424"/>
                  </a:lnTo>
                  <a:lnTo>
                    <a:pt x="3024" y="2424"/>
                  </a:lnTo>
                  <a:lnTo>
                    <a:pt x="3024" y="2300"/>
                  </a:lnTo>
                  <a:close/>
                  <a:moveTo>
                    <a:pt x="0" y="1800"/>
                  </a:moveTo>
                  <a:lnTo>
                    <a:pt x="0" y="1924"/>
                  </a:lnTo>
                  <a:lnTo>
                    <a:pt x="124" y="1924"/>
                  </a:lnTo>
                  <a:lnTo>
                    <a:pt x="124" y="1800"/>
                  </a:lnTo>
                  <a:close/>
                  <a:moveTo>
                    <a:pt x="3400" y="1700"/>
                  </a:moveTo>
                  <a:lnTo>
                    <a:pt x="3400" y="1824"/>
                  </a:lnTo>
                  <a:lnTo>
                    <a:pt x="3524" y="1824"/>
                  </a:lnTo>
                  <a:lnTo>
                    <a:pt x="3524" y="1700"/>
                  </a:lnTo>
                  <a:close/>
                  <a:moveTo>
                    <a:pt x="200" y="1700"/>
                  </a:moveTo>
                  <a:lnTo>
                    <a:pt x="200" y="1824"/>
                  </a:lnTo>
                  <a:lnTo>
                    <a:pt x="324" y="1824"/>
                  </a:lnTo>
                  <a:lnTo>
                    <a:pt x="324" y="1700"/>
                  </a:lnTo>
                  <a:close/>
                  <a:moveTo>
                    <a:pt x="200" y="1200"/>
                  </a:moveTo>
                  <a:lnTo>
                    <a:pt x="200" y="1324"/>
                  </a:lnTo>
                  <a:lnTo>
                    <a:pt x="324" y="1324"/>
                  </a:lnTo>
                  <a:lnTo>
                    <a:pt x="324" y="1200"/>
                  </a:lnTo>
                  <a:close/>
                  <a:moveTo>
                    <a:pt x="3400" y="1100"/>
                  </a:moveTo>
                  <a:lnTo>
                    <a:pt x="3400" y="1224"/>
                  </a:lnTo>
                  <a:lnTo>
                    <a:pt x="3524" y="1224"/>
                  </a:lnTo>
                  <a:lnTo>
                    <a:pt x="3524" y="1100"/>
                  </a:lnTo>
                  <a:close/>
                  <a:moveTo>
                    <a:pt x="0" y="1100"/>
                  </a:moveTo>
                  <a:lnTo>
                    <a:pt x="0" y="1324"/>
                  </a:lnTo>
                  <a:lnTo>
                    <a:pt x="124" y="1324"/>
                  </a:lnTo>
                  <a:lnTo>
                    <a:pt x="124" y="1100"/>
                  </a:lnTo>
                  <a:close/>
                  <a:moveTo>
                    <a:pt x="300" y="900"/>
                  </a:moveTo>
                  <a:lnTo>
                    <a:pt x="300" y="1024"/>
                  </a:lnTo>
                  <a:lnTo>
                    <a:pt x="424" y="1024"/>
                  </a:lnTo>
                  <a:lnTo>
                    <a:pt x="424" y="900"/>
                  </a:lnTo>
                  <a:close/>
                  <a:moveTo>
                    <a:pt x="3300" y="800"/>
                  </a:moveTo>
                  <a:lnTo>
                    <a:pt x="3300" y="924"/>
                  </a:lnTo>
                  <a:lnTo>
                    <a:pt x="3424" y="924"/>
                  </a:lnTo>
                  <a:lnTo>
                    <a:pt x="3424" y="800"/>
                  </a:lnTo>
                  <a:close/>
                  <a:moveTo>
                    <a:pt x="3000" y="700"/>
                  </a:moveTo>
                  <a:lnTo>
                    <a:pt x="3000" y="824"/>
                  </a:lnTo>
                  <a:lnTo>
                    <a:pt x="3124" y="824"/>
                  </a:lnTo>
                  <a:lnTo>
                    <a:pt x="3124" y="700"/>
                  </a:lnTo>
                  <a:close/>
                  <a:moveTo>
                    <a:pt x="400" y="700"/>
                  </a:moveTo>
                  <a:lnTo>
                    <a:pt x="400" y="824"/>
                  </a:lnTo>
                  <a:lnTo>
                    <a:pt x="524" y="824"/>
                  </a:lnTo>
                  <a:lnTo>
                    <a:pt x="524" y="700"/>
                  </a:lnTo>
                  <a:close/>
                  <a:moveTo>
                    <a:pt x="3200" y="600"/>
                  </a:moveTo>
                  <a:lnTo>
                    <a:pt x="3200" y="724"/>
                  </a:lnTo>
                  <a:lnTo>
                    <a:pt x="3324" y="724"/>
                  </a:lnTo>
                  <a:lnTo>
                    <a:pt x="3324" y="600"/>
                  </a:lnTo>
                  <a:close/>
                  <a:moveTo>
                    <a:pt x="200" y="600"/>
                  </a:moveTo>
                  <a:lnTo>
                    <a:pt x="200" y="724"/>
                  </a:lnTo>
                  <a:lnTo>
                    <a:pt x="324" y="724"/>
                  </a:lnTo>
                  <a:lnTo>
                    <a:pt x="324" y="600"/>
                  </a:lnTo>
                  <a:close/>
                  <a:moveTo>
                    <a:pt x="2500" y="200"/>
                  </a:moveTo>
                  <a:lnTo>
                    <a:pt x="2500" y="324"/>
                  </a:lnTo>
                  <a:lnTo>
                    <a:pt x="2624" y="324"/>
                  </a:lnTo>
                  <a:lnTo>
                    <a:pt x="2624" y="200"/>
                  </a:lnTo>
                  <a:close/>
                  <a:moveTo>
                    <a:pt x="900" y="200"/>
                  </a:moveTo>
                  <a:lnTo>
                    <a:pt x="900" y="324"/>
                  </a:lnTo>
                  <a:lnTo>
                    <a:pt x="1024" y="324"/>
                  </a:lnTo>
                  <a:lnTo>
                    <a:pt x="1024" y="200"/>
                  </a:lnTo>
                  <a:close/>
                  <a:moveTo>
                    <a:pt x="2300" y="100"/>
                  </a:moveTo>
                  <a:lnTo>
                    <a:pt x="2300" y="224"/>
                  </a:lnTo>
                  <a:lnTo>
                    <a:pt x="2424" y="224"/>
                  </a:lnTo>
                  <a:lnTo>
                    <a:pt x="2424" y="100"/>
                  </a:lnTo>
                  <a:close/>
                  <a:moveTo>
                    <a:pt x="2600" y="0"/>
                  </a:moveTo>
                  <a:lnTo>
                    <a:pt x="2600" y="124"/>
                  </a:lnTo>
                  <a:lnTo>
                    <a:pt x="2724" y="124"/>
                  </a:lnTo>
                  <a:lnTo>
                    <a:pt x="2724" y="0"/>
                  </a:lnTo>
                  <a:close/>
                  <a:moveTo>
                    <a:pt x="2000" y="0"/>
                  </a:moveTo>
                  <a:lnTo>
                    <a:pt x="2000" y="124"/>
                  </a:lnTo>
                  <a:lnTo>
                    <a:pt x="2124" y="124"/>
                  </a:lnTo>
                  <a:lnTo>
                    <a:pt x="2124" y="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524" y="124"/>
                  </a:lnTo>
                  <a:lnTo>
                    <a:pt x="1524" y="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924" y="124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C08F4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sult reward illustration color 9"/>
            <p:cNvSpPr/>
            <p:nvPr/>
          </p:nvSpPr>
          <p:spPr>
            <a:xfrm>
              <a:off x="12750211" y="7565563"/>
              <a:ext cx="669707" cy="660563"/>
            </a:xfrm>
            <a:custGeom>
              <a:avLst/>
              <a:gdLst/>
              <a:ahLst/>
              <a:cxnLst/>
              <a:rect l="l" t="t" r="r" b="b"/>
              <a:pathLst>
                <a:path w="7324" h="7224">
                  <a:moveTo>
                    <a:pt x="6900" y="7100"/>
                  </a:moveTo>
                  <a:lnTo>
                    <a:pt x="6900" y="7224"/>
                  </a:lnTo>
                  <a:lnTo>
                    <a:pt x="7024" y="7224"/>
                  </a:lnTo>
                  <a:lnTo>
                    <a:pt x="7024" y="7100"/>
                  </a:lnTo>
                  <a:close/>
                  <a:moveTo>
                    <a:pt x="6700" y="7100"/>
                  </a:moveTo>
                  <a:lnTo>
                    <a:pt x="6700" y="7224"/>
                  </a:lnTo>
                  <a:lnTo>
                    <a:pt x="6824" y="7224"/>
                  </a:lnTo>
                  <a:lnTo>
                    <a:pt x="6824" y="7100"/>
                  </a:lnTo>
                  <a:close/>
                  <a:moveTo>
                    <a:pt x="7100" y="7000"/>
                  </a:moveTo>
                  <a:lnTo>
                    <a:pt x="7100" y="7124"/>
                  </a:lnTo>
                  <a:lnTo>
                    <a:pt x="7224" y="7124"/>
                  </a:lnTo>
                  <a:lnTo>
                    <a:pt x="7224" y="7000"/>
                  </a:lnTo>
                  <a:close/>
                  <a:moveTo>
                    <a:pt x="7200" y="6600"/>
                  </a:moveTo>
                  <a:lnTo>
                    <a:pt x="7200" y="6724"/>
                  </a:lnTo>
                  <a:lnTo>
                    <a:pt x="7324" y="6724"/>
                  </a:lnTo>
                  <a:lnTo>
                    <a:pt x="7324" y="6600"/>
                  </a:lnTo>
                  <a:close/>
                  <a:moveTo>
                    <a:pt x="5900" y="6300"/>
                  </a:moveTo>
                  <a:lnTo>
                    <a:pt x="5900" y="6424"/>
                  </a:lnTo>
                  <a:lnTo>
                    <a:pt x="5974" y="6424"/>
                  </a:lnTo>
                  <a:lnTo>
                    <a:pt x="6000" y="6524"/>
                  </a:lnTo>
                  <a:lnTo>
                    <a:pt x="6124" y="6524"/>
                  </a:lnTo>
                  <a:lnTo>
                    <a:pt x="6124" y="6400"/>
                  </a:lnTo>
                  <a:lnTo>
                    <a:pt x="6050" y="6400"/>
                  </a:lnTo>
                  <a:lnTo>
                    <a:pt x="6024" y="6300"/>
                  </a:lnTo>
                  <a:close/>
                  <a:moveTo>
                    <a:pt x="6900" y="6200"/>
                  </a:moveTo>
                  <a:lnTo>
                    <a:pt x="6900" y="6324"/>
                  </a:lnTo>
                  <a:lnTo>
                    <a:pt x="6974" y="6324"/>
                  </a:lnTo>
                  <a:lnTo>
                    <a:pt x="7000" y="6424"/>
                  </a:lnTo>
                  <a:lnTo>
                    <a:pt x="7124" y="6424"/>
                  </a:lnTo>
                  <a:lnTo>
                    <a:pt x="7124" y="6300"/>
                  </a:lnTo>
                  <a:lnTo>
                    <a:pt x="7050" y="6300"/>
                  </a:lnTo>
                  <a:lnTo>
                    <a:pt x="7024" y="6200"/>
                  </a:lnTo>
                  <a:close/>
                  <a:moveTo>
                    <a:pt x="700" y="6100"/>
                  </a:moveTo>
                  <a:lnTo>
                    <a:pt x="700" y="6224"/>
                  </a:lnTo>
                  <a:lnTo>
                    <a:pt x="824" y="6224"/>
                  </a:lnTo>
                  <a:lnTo>
                    <a:pt x="824" y="6100"/>
                  </a:lnTo>
                  <a:close/>
                  <a:moveTo>
                    <a:pt x="400" y="6100"/>
                  </a:moveTo>
                  <a:lnTo>
                    <a:pt x="400" y="6224"/>
                  </a:lnTo>
                  <a:lnTo>
                    <a:pt x="524" y="6224"/>
                  </a:lnTo>
                  <a:lnTo>
                    <a:pt x="524" y="6100"/>
                  </a:lnTo>
                  <a:close/>
                  <a:moveTo>
                    <a:pt x="2100" y="6000"/>
                  </a:moveTo>
                  <a:lnTo>
                    <a:pt x="2100" y="6124"/>
                  </a:lnTo>
                  <a:lnTo>
                    <a:pt x="2274" y="6124"/>
                  </a:lnTo>
                  <a:lnTo>
                    <a:pt x="2300" y="6224"/>
                  </a:lnTo>
                  <a:lnTo>
                    <a:pt x="2424" y="6224"/>
                  </a:lnTo>
                  <a:lnTo>
                    <a:pt x="2424" y="6100"/>
                  </a:lnTo>
                  <a:lnTo>
                    <a:pt x="2350" y="6100"/>
                  </a:lnTo>
                  <a:lnTo>
                    <a:pt x="2324" y="6000"/>
                  </a:lnTo>
                  <a:close/>
                  <a:moveTo>
                    <a:pt x="1600" y="6000"/>
                  </a:moveTo>
                  <a:lnTo>
                    <a:pt x="1600" y="6124"/>
                  </a:lnTo>
                  <a:lnTo>
                    <a:pt x="1724" y="6124"/>
                  </a:lnTo>
                  <a:lnTo>
                    <a:pt x="1724" y="6000"/>
                  </a:lnTo>
                  <a:close/>
                  <a:moveTo>
                    <a:pt x="4800" y="5800"/>
                  </a:moveTo>
                  <a:lnTo>
                    <a:pt x="4800" y="5924"/>
                  </a:lnTo>
                  <a:lnTo>
                    <a:pt x="4924" y="5924"/>
                  </a:lnTo>
                  <a:lnTo>
                    <a:pt x="4924" y="5800"/>
                  </a:lnTo>
                  <a:close/>
                  <a:moveTo>
                    <a:pt x="5500" y="5700"/>
                  </a:moveTo>
                  <a:lnTo>
                    <a:pt x="5500" y="5824"/>
                  </a:lnTo>
                  <a:lnTo>
                    <a:pt x="5574" y="5824"/>
                  </a:lnTo>
                  <a:lnTo>
                    <a:pt x="5600" y="5924"/>
                  </a:lnTo>
                  <a:lnTo>
                    <a:pt x="5724" y="5924"/>
                  </a:lnTo>
                  <a:lnTo>
                    <a:pt x="5724" y="5800"/>
                  </a:lnTo>
                  <a:lnTo>
                    <a:pt x="5650" y="5800"/>
                  </a:lnTo>
                  <a:lnTo>
                    <a:pt x="5624" y="5700"/>
                  </a:lnTo>
                  <a:close/>
                  <a:moveTo>
                    <a:pt x="2500" y="5700"/>
                  </a:moveTo>
                  <a:lnTo>
                    <a:pt x="2500" y="5924"/>
                  </a:lnTo>
                  <a:lnTo>
                    <a:pt x="2624" y="5924"/>
                  </a:lnTo>
                  <a:lnTo>
                    <a:pt x="2624" y="5700"/>
                  </a:lnTo>
                  <a:close/>
                  <a:moveTo>
                    <a:pt x="6300" y="5500"/>
                  </a:moveTo>
                  <a:lnTo>
                    <a:pt x="6300" y="5624"/>
                  </a:lnTo>
                  <a:lnTo>
                    <a:pt x="6424" y="5624"/>
                  </a:lnTo>
                  <a:lnTo>
                    <a:pt x="6424" y="5500"/>
                  </a:lnTo>
                  <a:close/>
                  <a:moveTo>
                    <a:pt x="3400" y="5500"/>
                  </a:moveTo>
                  <a:lnTo>
                    <a:pt x="3400" y="5624"/>
                  </a:lnTo>
                  <a:lnTo>
                    <a:pt x="3524" y="5624"/>
                  </a:lnTo>
                  <a:lnTo>
                    <a:pt x="3524" y="5500"/>
                  </a:lnTo>
                  <a:close/>
                  <a:moveTo>
                    <a:pt x="1900" y="5400"/>
                  </a:moveTo>
                  <a:lnTo>
                    <a:pt x="1900" y="5524"/>
                  </a:lnTo>
                  <a:lnTo>
                    <a:pt x="2024" y="5524"/>
                  </a:lnTo>
                  <a:lnTo>
                    <a:pt x="2024" y="5400"/>
                  </a:lnTo>
                  <a:close/>
                  <a:moveTo>
                    <a:pt x="6000" y="5300"/>
                  </a:moveTo>
                  <a:lnTo>
                    <a:pt x="6000" y="5424"/>
                  </a:lnTo>
                  <a:lnTo>
                    <a:pt x="6124" y="5424"/>
                  </a:lnTo>
                  <a:lnTo>
                    <a:pt x="6124" y="5300"/>
                  </a:lnTo>
                  <a:close/>
                  <a:moveTo>
                    <a:pt x="2500" y="5300"/>
                  </a:moveTo>
                  <a:lnTo>
                    <a:pt x="2500" y="5424"/>
                  </a:lnTo>
                  <a:lnTo>
                    <a:pt x="2624" y="5424"/>
                  </a:lnTo>
                  <a:lnTo>
                    <a:pt x="2624" y="5300"/>
                  </a:lnTo>
                  <a:close/>
                  <a:moveTo>
                    <a:pt x="4900" y="5200"/>
                  </a:moveTo>
                  <a:lnTo>
                    <a:pt x="4900" y="5324"/>
                  </a:lnTo>
                  <a:lnTo>
                    <a:pt x="5024" y="5324"/>
                  </a:lnTo>
                  <a:lnTo>
                    <a:pt x="5024" y="5200"/>
                  </a:lnTo>
                  <a:close/>
                  <a:moveTo>
                    <a:pt x="4000" y="5200"/>
                  </a:moveTo>
                  <a:lnTo>
                    <a:pt x="4000" y="5324"/>
                  </a:lnTo>
                  <a:lnTo>
                    <a:pt x="4124" y="5324"/>
                  </a:lnTo>
                  <a:lnTo>
                    <a:pt x="4124" y="5200"/>
                  </a:lnTo>
                  <a:close/>
                  <a:moveTo>
                    <a:pt x="3800" y="5100"/>
                  </a:moveTo>
                  <a:lnTo>
                    <a:pt x="3800" y="5224"/>
                  </a:lnTo>
                  <a:lnTo>
                    <a:pt x="3924" y="5224"/>
                  </a:lnTo>
                  <a:lnTo>
                    <a:pt x="3924" y="5100"/>
                  </a:lnTo>
                  <a:close/>
                  <a:moveTo>
                    <a:pt x="6100" y="4900"/>
                  </a:moveTo>
                  <a:lnTo>
                    <a:pt x="6100" y="5024"/>
                  </a:lnTo>
                  <a:lnTo>
                    <a:pt x="6224" y="5024"/>
                  </a:lnTo>
                  <a:lnTo>
                    <a:pt x="6224" y="4900"/>
                  </a:lnTo>
                  <a:close/>
                  <a:moveTo>
                    <a:pt x="5400" y="4900"/>
                  </a:moveTo>
                  <a:lnTo>
                    <a:pt x="5400" y="5024"/>
                  </a:lnTo>
                  <a:lnTo>
                    <a:pt x="5524" y="5024"/>
                  </a:lnTo>
                  <a:lnTo>
                    <a:pt x="5524" y="4900"/>
                  </a:lnTo>
                  <a:close/>
                  <a:moveTo>
                    <a:pt x="2800" y="4800"/>
                  </a:moveTo>
                  <a:lnTo>
                    <a:pt x="2800" y="4924"/>
                  </a:lnTo>
                  <a:lnTo>
                    <a:pt x="2924" y="4924"/>
                  </a:lnTo>
                  <a:lnTo>
                    <a:pt x="2924" y="4800"/>
                  </a:lnTo>
                  <a:close/>
                  <a:moveTo>
                    <a:pt x="6200" y="4700"/>
                  </a:moveTo>
                  <a:lnTo>
                    <a:pt x="6200" y="4824"/>
                  </a:lnTo>
                  <a:lnTo>
                    <a:pt x="6324" y="4824"/>
                  </a:lnTo>
                  <a:lnTo>
                    <a:pt x="6324" y="4700"/>
                  </a:lnTo>
                  <a:close/>
                  <a:moveTo>
                    <a:pt x="3300" y="4600"/>
                  </a:moveTo>
                  <a:lnTo>
                    <a:pt x="3300" y="4724"/>
                  </a:lnTo>
                  <a:lnTo>
                    <a:pt x="3424" y="4724"/>
                  </a:lnTo>
                  <a:lnTo>
                    <a:pt x="3424" y="4600"/>
                  </a:lnTo>
                  <a:close/>
                  <a:moveTo>
                    <a:pt x="2700" y="4600"/>
                  </a:moveTo>
                  <a:lnTo>
                    <a:pt x="2700" y="4724"/>
                  </a:lnTo>
                  <a:lnTo>
                    <a:pt x="2824" y="4724"/>
                  </a:lnTo>
                  <a:lnTo>
                    <a:pt x="2824" y="4600"/>
                  </a:lnTo>
                  <a:close/>
                  <a:moveTo>
                    <a:pt x="5700" y="4500"/>
                  </a:moveTo>
                  <a:lnTo>
                    <a:pt x="5700" y="4624"/>
                  </a:lnTo>
                  <a:lnTo>
                    <a:pt x="5824" y="4624"/>
                  </a:lnTo>
                  <a:lnTo>
                    <a:pt x="5824" y="4500"/>
                  </a:lnTo>
                  <a:close/>
                  <a:moveTo>
                    <a:pt x="3200" y="4300"/>
                  </a:moveTo>
                  <a:lnTo>
                    <a:pt x="3200" y="4424"/>
                  </a:lnTo>
                  <a:lnTo>
                    <a:pt x="3324" y="4424"/>
                  </a:lnTo>
                  <a:lnTo>
                    <a:pt x="3324" y="4300"/>
                  </a:lnTo>
                  <a:close/>
                  <a:moveTo>
                    <a:pt x="5800" y="4200"/>
                  </a:moveTo>
                  <a:lnTo>
                    <a:pt x="5800" y="4324"/>
                  </a:lnTo>
                  <a:lnTo>
                    <a:pt x="5924" y="4324"/>
                  </a:lnTo>
                  <a:lnTo>
                    <a:pt x="5924" y="4200"/>
                  </a:lnTo>
                  <a:close/>
                  <a:moveTo>
                    <a:pt x="0" y="4000"/>
                  </a:moveTo>
                  <a:lnTo>
                    <a:pt x="0" y="4724"/>
                  </a:lnTo>
                  <a:lnTo>
                    <a:pt x="124" y="4724"/>
                  </a:lnTo>
                  <a:lnTo>
                    <a:pt x="124" y="4000"/>
                  </a:lnTo>
                  <a:close/>
                  <a:moveTo>
                    <a:pt x="5000" y="3900"/>
                  </a:moveTo>
                  <a:lnTo>
                    <a:pt x="5000" y="4024"/>
                  </a:lnTo>
                  <a:lnTo>
                    <a:pt x="5074" y="4024"/>
                  </a:lnTo>
                  <a:lnTo>
                    <a:pt x="5100" y="4124"/>
                  </a:lnTo>
                  <a:lnTo>
                    <a:pt x="5224" y="4124"/>
                  </a:lnTo>
                  <a:lnTo>
                    <a:pt x="5224" y="4000"/>
                  </a:lnTo>
                  <a:lnTo>
                    <a:pt x="5150" y="4000"/>
                  </a:lnTo>
                  <a:lnTo>
                    <a:pt x="5124" y="3900"/>
                  </a:lnTo>
                  <a:close/>
                  <a:moveTo>
                    <a:pt x="4824" y="3900"/>
                  </a:moveTo>
                  <a:lnTo>
                    <a:pt x="4700" y="3900"/>
                  </a:lnTo>
                  <a:lnTo>
                    <a:pt x="4700" y="3974"/>
                  </a:lnTo>
                  <a:lnTo>
                    <a:pt x="4600" y="4000"/>
                  </a:lnTo>
                  <a:lnTo>
                    <a:pt x="4600" y="4074"/>
                  </a:lnTo>
                  <a:lnTo>
                    <a:pt x="4500" y="4100"/>
                  </a:lnTo>
                  <a:lnTo>
                    <a:pt x="4474" y="4200"/>
                  </a:lnTo>
                  <a:lnTo>
                    <a:pt x="4400" y="4200"/>
                  </a:lnTo>
                  <a:lnTo>
                    <a:pt x="4400" y="4324"/>
                  </a:lnTo>
                  <a:lnTo>
                    <a:pt x="4524" y="4324"/>
                  </a:lnTo>
                  <a:lnTo>
                    <a:pt x="4524" y="4250"/>
                  </a:lnTo>
                  <a:lnTo>
                    <a:pt x="4624" y="4224"/>
                  </a:lnTo>
                  <a:lnTo>
                    <a:pt x="4624" y="4150"/>
                  </a:lnTo>
                  <a:lnTo>
                    <a:pt x="4724" y="4124"/>
                  </a:lnTo>
                  <a:lnTo>
                    <a:pt x="4750" y="4024"/>
                  </a:lnTo>
                  <a:lnTo>
                    <a:pt x="4824" y="4024"/>
                  </a:lnTo>
                  <a:close/>
                  <a:moveTo>
                    <a:pt x="4000" y="3900"/>
                  </a:moveTo>
                  <a:lnTo>
                    <a:pt x="4000" y="4024"/>
                  </a:lnTo>
                  <a:lnTo>
                    <a:pt x="4124" y="4024"/>
                  </a:lnTo>
                  <a:lnTo>
                    <a:pt x="4124" y="3900"/>
                  </a:lnTo>
                  <a:close/>
                  <a:moveTo>
                    <a:pt x="2600" y="3800"/>
                  </a:moveTo>
                  <a:lnTo>
                    <a:pt x="2600" y="4224"/>
                  </a:lnTo>
                  <a:lnTo>
                    <a:pt x="2724" y="4224"/>
                  </a:lnTo>
                  <a:lnTo>
                    <a:pt x="2724" y="3800"/>
                  </a:lnTo>
                  <a:close/>
                  <a:moveTo>
                    <a:pt x="3200" y="3600"/>
                  </a:moveTo>
                  <a:lnTo>
                    <a:pt x="3200" y="3724"/>
                  </a:lnTo>
                  <a:lnTo>
                    <a:pt x="3324" y="3724"/>
                  </a:lnTo>
                  <a:lnTo>
                    <a:pt x="3324" y="3600"/>
                  </a:lnTo>
                  <a:close/>
                  <a:moveTo>
                    <a:pt x="0" y="3500"/>
                  </a:moveTo>
                  <a:lnTo>
                    <a:pt x="0" y="3924"/>
                  </a:lnTo>
                  <a:lnTo>
                    <a:pt x="124" y="3924"/>
                  </a:lnTo>
                  <a:lnTo>
                    <a:pt x="124" y="3500"/>
                  </a:lnTo>
                  <a:close/>
                  <a:moveTo>
                    <a:pt x="6300" y="3400"/>
                  </a:moveTo>
                  <a:lnTo>
                    <a:pt x="6300" y="3524"/>
                  </a:lnTo>
                  <a:lnTo>
                    <a:pt x="6424" y="3524"/>
                  </a:lnTo>
                  <a:lnTo>
                    <a:pt x="6424" y="3400"/>
                  </a:lnTo>
                  <a:close/>
                  <a:moveTo>
                    <a:pt x="1200" y="3400"/>
                  </a:moveTo>
                  <a:lnTo>
                    <a:pt x="1200" y="3624"/>
                  </a:lnTo>
                  <a:lnTo>
                    <a:pt x="1324" y="3624"/>
                  </a:lnTo>
                  <a:lnTo>
                    <a:pt x="1324" y="3400"/>
                  </a:lnTo>
                  <a:close/>
                  <a:moveTo>
                    <a:pt x="800" y="3400"/>
                  </a:moveTo>
                  <a:lnTo>
                    <a:pt x="800" y="3524"/>
                  </a:lnTo>
                  <a:lnTo>
                    <a:pt x="924" y="3524"/>
                  </a:lnTo>
                  <a:lnTo>
                    <a:pt x="924" y="3400"/>
                  </a:lnTo>
                  <a:close/>
                  <a:moveTo>
                    <a:pt x="3000" y="2800"/>
                  </a:moveTo>
                  <a:lnTo>
                    <a:pt x="3000" y="2924"/>
                  </a:lnTo>
                  <a:lnTo>
                    <a:pt x="3124" y="2924"/>
                  </a:lnTo>
                  <a:lnTo>
                    <a:pt x="3124" y="2800"/>
                  </a:lnTo>
                  <a:close/>
                  <a:moveTo>
                    <a:pt x="0" y="2800"/>
                  </a:moveTo>
                  <a:lnTo>
                    <a:pt x="0" y="3424"/>
                  </a:lnTo>
                  <a:lnTo>
                    <a:pt x="124" y="3424"/>
                  </a:lnTo>
                  <a:lnTo>
                    <a:pt x="124" y="2800"/>
                  </a:lnTo>
                  <a:close/>
                  <a:moveTo>
                    <a:pt x="4900" y="2700"/>
                  </a:moveTo>
                  <a:lnTo>
                    <a:pt x="4900" y="2824"/>
                  </a:lnTo>
                  <a:lnTo>
                    <a:pt x="5024" y="2824"/>
                  </a:lnTo>
                  <a:lnTo>
                    <a:pt x="5024" y="2700"/>
                  </a:lnTo>
                  <a:close/>
                  <a:moveTo>
                    <a:pt x="2524" y="2700"/>
                  </a:moveTo>
                  <a:lnTo>
                    <a:pt x="2400" y="2700"/>
                  </a:lnTo>
                  <a:lnTo>
                    <a:pt x="2400" y="2774"/>
                  </a:lnTo>
                  <a:lnTo>
                    <a:pt x="2300" y="2800"/>
                  </a:lnTo>
                  <a:lnTo>
                    <a:pt x="2300" y="2924"/>
                  </a:lnTo>
                  <a:lnTo>
                    <a:pt x="2424" y="2924"/>
                  </a:lnTo>
                  <a:lnTo>
                    <a:pt x="2424" y="2850"/>
                  </a:lnTo>
                  <a:lnTo>
                    <a:pt x="2524" y="2824"/>
                  </a:lnTo>
                  <a:close/>
                  <a:moveTo>
                    <a:pt x="5700" y="2500"/>
                  </a:moveTo>
                  <a:lnTo>
                    <a:pt x="5700" y="2624"/>
                  </a:lnTo>
                  <a:lnTo>
                    <a:pt x="5824" y="2624"/>
                  </a:lnTo>
                  <a:lnTo>
                    <a:pt x="5824" y="2500"/>
                  </a:lnTo>
                  <a:close/>
                  <a:moveTo>
                    <a:pt x="5400" y="2300"/>
                  </a:moveTo>
                  <a:lnTo>
                    <a:pt x="5400" y="2424"/>
                  </a:lnTo>
                  <a:lnTo>
                    <a:pt x="5524" y="2424"/>
                  </a:lnTo>
                  <a:lnTo>
                    <a:pt x="5524" y="2300"/>
                  </a:lnTo>
                  <a:close/>
                  <a:moveTo>
                    <a:pt x="3600" y="2300"/>
                  </a:moveTo>
                  <a:lnTo>
                    <a:pt x="3600" y="2424"/>
                  </a:lnTo>
                  <a:lnTo>
                    <a:pt x="3724" y="2424"/>
                  </a:lnTo>
                  <a:lnTo>
                    <a:pt x="3724" y="2300"/>
                  </a:lnTo>
                  <a:close/>
                  <a:moveTo>
                    <a:pt x="4200" y="2100"/>
                  </a:moveTo>
                  <a:lnTo>
                    <a:pt x="4200" y="2224"/>
                  </a:lnTo>
                  <a:lnTo>
                    <a:pt x="4324" y="2224"/>
                  </a:lnTo>
                  <a:lnTo>
                    <a:pt x="4324" y="2100"/>
                  </a:lnTo>
                  <a:close/>
                  <a:moveTo>
                    <a:pt x="3900" y="2100"/>
                  </a:moveTo>
                  <a:lnTo>
                    <a:pt x="3900" y="2224"/>
                  </a:lnTo>
                  <a:lnTo>
                    <a:pt x="4024" y="2224"/>
                  </a:lnTo>
                  <a:lnTo>
                    <a:pt x="4024" y="2100"/>
                  </a:lnTo>
                  <a:close/>
                  <a:moveTo>
                    <a:pt x="500" y="1700"/>
                  </a:moveTo>
                  <a:lnTo>
                    <a:pt x="500" y="1824"/>
                  </a:lnTo>
                  <a:lnTo>
                    <a:pt x="624" y="1824"/>
                  </a:lnTo>
                  <a:lnTo>
                    <a:pt x="624" y="1700"/>
                  </a:lnTo>
                  <a:close/>
                  <a:moveTo>
                    <a:pt x="1100" y="1600"/>
                  </a:moveTo>
                  <a:lnTo>
                    <a:pt x="1100" y="1724"/>
                  </a:lnTo>
                  <a:lnTo>
                    <a:pt x="1224" y="1724"/>
                  </a:lnTo>
                  <a:lnTo>
                    <a:pt x="1224" y="1600"/>
                  </a:lnTo>
                  <a:close/>
                  <a:moveTo>
                    <a:pt x="0" y="15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1500"/>
                  </a:lnTo>
                  <a:close/>
                  <a:moveTo>
                    <a:pt x="6400" y="1300"/>
                  </a:moveTo>
                  <a:lnTo>
                    <a:pt x="6400" y="1424"/>
                  </a:lnTo>
                  <a:lnTo>
                    <a:pt x="6474" y="1424"/>
                  </a:lnTo>
                  <a:lnTo>
                    <a:pt x="6500" y="1524"/>
                  </a:lnTo>
                  <a:lnTo>
                    <a:pt x="6600" y="1550"/>
                  </a:lnTo>
                  <a:lnTo>
                    <a:pt x="6600" y="1624"/>
                  </a:lnTo>
                  <a:lnTo>
                    <a:pt x="6724" y="1624"/>
                  </a:lnTo>
                  <a:lnTo>
                    <a:pt x="6724" y="1500"/>
                  </a:lnTo>
                  <a:lnTo>
                    <a:pt x="6650" y="1500"/>
                  </a:lnTo>
                  <a:lnTo>
                    <a:pt x="6624" y="1400"/>
                  </a:lnTo>
                  <a:lnTo>
                    <a:pt x="6524" y="1374"/>
                  </a:lnTo>
                  <a:lnTo>
                    <a:pt x="6524" y="1300"/>
                  </a:lnTo>
                  <a:close/>
                  <a:moveTo>
                    <a:pt x="6100" y="1000"/>
                  </a:moveTo>
                  <a:lnTo>
                    <a:pt x="6100" y="1124"/>
                  </a:lnTo>
                  <a:lnTo>
                    <a:pt x="6174" y="1124"/>
                  </a:lnTo>
                  <a:lnTo>
                    <a:pt x="6200" y="1224"/>
                  </a:lnTo>
                  <a:lnTo>
                    <a:pt x="6324" y="1224"/>
                  </a:lnTo>
                  <a:lnTo>
                    <a:pt x="6324" y="1100"/>
                  </a:lnTo>
                  <a:lnTo>
                    <a:pt x="6250" y="1100"/>
                  </a:lnTo>
                  <a:lnTo>
                    <a:pt x="6224" y="1000"/>
                  </a:lnTo>
                  <a:close/>
                  <a:moveTo>
                    <a:pt x="4700" y="900"/>
                  </a:moveTo>
                  <a:lnTo>
                    <a:pt x="4700" y="1024"/>
                  </a:lnTo>
                  <a:lnTo>
                    <a:pt x="4924" y="1024"/>
                  </a:lnTo>
                  <a:lnTo>
                    <a:pt x="4924" y="900"/>
                  </a:lnTo>
                  <a:close/>
                  <a:moveTo>
                    <a:pt x="5800" y="800"/>
                  </a:moveTo>
                  <a:lnTo>
                    <a:pt x="5800" y="924"/>
                  </a:lnTo>
                  <a:lnTo>
                    <a:pt x="5924" y="924"/>
                  </a:lnTo>
                  <a:lnTo>
                    <a:pt x="5924" y="800"/>
                  </a:lnTo>
                  <a:close/>
                  <a:moveTo>
                    <a:pt x="5100" y="800"/>
                  </a:moveTo>
                  <a:lnTo>
                    <a:pt x="5100" y="924"/>
                  </a:lnTo>
                  <a:lnTo>
                    <a:pt x="5224" y="924"/>
                  </a:lnTo>
                  <a:lnTo>
                    <a:pt x="5224" y="800"/>
                  </a:lnTo>
                  <a:close/>
                  <a:moveTo>
                    <a:pt x="2100" y="800"/>
                  </a:moveTo>
                  <a:lnTo>
                    <a:pt x="2100" y="924"/>
                  </a:lnTo>
                  <a:lnTo>
                    <a:pt x="2224" y="924"/>
                  </a:lnTo>
                  <a:lnTo>
                    <a:pt x="2224" y="800"/>
                  </a:lnTo>
                  <a:close/>
                  <a:moveTo>
                    <a:pt x="4800" y="700"/>
                  </a:moveTo>
                  <a:lnTo>
                    <a:pt x="4800" y="824"/>
                  </a:lnTo>
                  <a:lnTo>
                    <a:pt x="4924" y="824"/>
                  </a:lnTo>
                  <a:lnTo>
                    <a:pt x="4924" y="700"/>
                  </a:lnTo>
                  <a:close/>
                  <a:moveTo>
                    <a:pt x="4400" y="700"/>
                  </a:moveTo>
                  <a:lnTo>
                    <a:pt x="4400" y="824"/>
                  </a:lnTo>
                  <a:lnTo>
                    <a:pt x="4524" y="824"/>
                  </a:lnTo>
                  <a:lnTo>
                    <a:pt x="4524" y="700"/>
                  </a:lnTo>
                  <a:close/>
                  <a:moveTo>
                    <a:pt x="1000" y="700"/>
                  </a:moveTo>
                  <a:lnTo>
                    <a:pt x="1000" y="824"/>
                  </a:lnTo>
                  <a:lnTo>
                    <a:pt x="1124" y="824"/>
                  </a:lnTo>
                  <a:lnTo>
                    <a:pt x="1124" y="700"/>
                  </a:lnTo>
                  <a:close/>
                  <a:moveTo>
                    <a:pt x="4900" y="500"/>
                  </a:moveTo>
                  <a:lnTo>
                    <a:pt x="4900" y="624"/>
                  </a:lnTo>
                  <a:lnTo>
                    <a:pt x="5024" y="624"/>
                  </a:lnTo>
                  <a:lnTo>
                    <a:pt x="5024" y="500"/>
                  </a:lnTo>
                  <a:close/>
                  <a:moveTo>
                    <a:pt x="800" y="500"/>
                  </a:moveTo>
                  <a:lnTo>
                    <a:pt x="800" y="624"/>
                  </a:lnTo>
                  <a:lnTo>
                    <a:pt x="924" y="624"/>
                  </a:lnTo>
                  <a:lnTo>
                    <a:pt x="924" y="500"/>
                  </a:lnTo>
                  <a:close/>
                  <a:moveTo>
                    <a:pt x="3100" y="100"/>
                  </a:moveTo>
                  <a:lnTo>
                    <a:pt x="3100" y="2224"/>
                  </a:lnTo>
                  <a:lnTo>
                    <a:pt x="3224" y="2224"/>
                  </a:lnTo>
                  <a:lnTo>
                    <a:pt x="3224" y="100"/>
                  </a:lnTo>
                  <a:close/>
                  <a:moveTo>
                    <a:pt x="0" y="100"/>
                  </a:moveTo>
                  <a:lnTo>
                    <a:pt x="0" y="1424"/>
                  </a:lnTo>
                  <a:lnTo>
                    <a:pt x="124" y="1424"/>
                  </a:lnTo>
                  <a:lnTo>
                    <a:pt x="124" y="100"/>
                  </a:lnTo>
                  <a:close/>
                  <a:moveTo>
                    <a:pt x="4900" y="0"/>
                  </a:moveTo>
                  <a:lnTo>
                    <a:pt x="4900" y="124"/>
                  </a:lnTo>
                  <a:lnTo>
                    <a:pt x="6424" y="124"/>
                  </a:lnTo>
                  <a:lnTo>
                    <a:pt x="6424" y="0"/>
                  </a:lnTo>
                  <a:close/>
                  <a:moveTo>
                    <a:pt x="4000" y="0"/>
                  </a:moveTo>
                  <a:lnTo>
                    <a:pt x="4000" y="124"/>
                  </a:lnTo>
                  <a:lnTo>
                    <a:pt x="4624" y="124"/>
                  </a:lnTo>
                  <a:lnTo>
                    <a:pt x="4624" y="0"/>
                  </a:lnTo>
                  <a:close/>
                </a:path>
              </a:pathLst>
            </a:custGeom>
            <a:solidFill>
              <a:srgbClr val="888E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5" name="Result reward illustration color 10"/>
            <p:cNvSpPr/>
            <p:nvPr/>
          </p:nvSpPr>
          <p:spPr>
            <a:xfrm>
              <a:off x="12750211" y="7611283"/>
              <a:ext cx="651419" cy="614843"/>
            </a:xfrm>
            <a:custGeom>
              <a:avLst/>
              <a:gdLst/>
              <a:ahLst/>
              <a:cxnLst/>
              <a:rect l="l" t="t" r="r" b="b"/>
              <a:pathLst>
                <a:path w="7124" h="6724">
                  <a:moveTo>
                    <a:pt x="7000" y="6600"/>
                  </a:moveTo>
                  <a:lnTo>
                    <a:pt x="7000" y="6724"/>
                  </a:lnTo>
                  <a:lnTo>
                    <a:pt x="7124" y="6724"/>
                  </a:lnTo>
                  <a:lnTo>
                    <a:pt x="7124" y="6600"/>
                  </a:lnTo>
                  <a:close/>
                  <a:moveTo>
                    <a:pt x="6500" y="6500"/>
                  </a:moveTo>
                  <a:lnTo>
                    <a:pt x="6500" y="6624"/>
                  </a:lnTo>
                  <a:lnTo>
                    <a:pt x="6624" y="6624"/>
                  </a:lnTo>
                  <a:lnTo>
                    <a:pt x="6624" y="6500"/>
                  </a:lnTo>
                  <a:close/>
                  <a:moveTo>
                    <a:pt x="500" y="5700"/>
                  </a:moveTo>
                  <a:lnTo>
                    <a:pt x="500" y="5824"/>
                  </a:lnTo>
                  <a:lnTo>
                    <a:pt x="624" y="5824"/>
                  </a:lnTo>
                  <a:lnTo>
                    <a:pt x="624" y="5700"/>
                  </a:lnTo>
                  <a:close/>
                  <a:moveTo>
                    <a:pt x="2000" y="5600"/>
                  </a:moveTo>
                  <a:lnTo>
                    <a:pt x="2000" y="5724"/>
                  </a:lnTo>
                  <a:lnTo>
                    <a:pt x="2124" y="5724"/>
                  </a:lnTo>
                  <a:lnTo>
                    <a:pt x="2124" y="5600"/>
                  </a:lnTo>
                  <a:close/>
                  <a:moveTo>
                    <a:pt x="800" y="5600"/>
                  </a:moveTo>
                  <a:lnTo>
                    <a:pt x="800" y="5724"/>
                  </a:lnTo>
                  <a:lnTo>
                    <a:pt x="924" y="5724"/>
                  </a:lnTo>
                  <a:lnTo>
                    <a:pt x="924" y="5600"/>
                  </a:lnTo>
                  <a:close/>
                  <a:moveTo>
                    <a:pt x="2500" y="5500"/>
                  </a:moveTo>
                  <a:lnTo>
                    <a:pt x="2500" y="5624"/>
                  </a:lnTo>
                  <a:lnTo>
                    <a:pt x="2624" y="5624"/>
                  </a:lnTo>
                  <a:lnTo>
                    <a:pt x="2624" y="5500"/>
                  </a:lnTo>
                  <a:close/>
                  <a:moveTo>
                    <a:pt x="4000" y="5300"/>
                  </a:moveTo>
                  <a:lnTo>
                    <a:pt x="4000" y="5424"/>
                  </a:lnTo>
                  <a:lnTo>
                    <a:pt x="4124" y="5424"/>
                  </a:lnTo>
                  <a:lnTo>
                    <a:pt x="4124" y="5300"/>
                  </a:lnTo>
                  <a:close/>
                  <a:moveTo>
                    <a:pt x="6500" y="5200"/>
                  </a:moveTo>
                  <a:lnTo>
                    <a:pt x="6500" y="5324"/>
                  </a:lnTo>
                  <a:lnTo>
                    <a:pt x="6574" y="5324"/>
                  </a:lnTo>
                  <a:lnTo>
                    <a:pt x="6600" y="5424"/>
                  </a:lnTo>
                  <a:lnTo>
                    <a:pt x="6724" y="5424"/>
                  </a:lnTo>
                  <a:lnTo>
                    <a:pt x="6724" y="5300"/>
                  </a:lnTo>
                  <a:lnTo>
                    <a:pt x="6650" y="5300"/>
                  </a:lnTo>
                  <a:lnTo>
                    <a:pt x="6624" y="5200"/>
                  </a:lnTo>
                  <a:close/>
                  <a:moveTo>
                    <a:pt x="3700" y="5200"/>
                  </a:moveTo>
                  <a:lnTo>
                    <a:pt x="3700" y="5324"/>
                  </a:lnTo>
                  <a:lnTo>
                    <a:pt x="3824" y="5324"/>
                  </a:lnTo>
                  <a:lnTo>
                    <a:pt x="3824" y="5200"/>
                  </a:lnTo>
                  <a:close/>
                  <a:moveTo>
                    <a:pt x="3500" y="5100"/>
                  </a:moveTo>
                  <a:lnTo>
                    <a:pt x="3500" y="5224"/>
                  </a:lnTo>
                  <a:lnTo>
                    <a:pt x="3624" y="5224"/>
                  </a:lnTo>
                  <a:lnTo>
                    <a:pt x="3624" y="5100"/>
                  </a:lnTo>
                  <a:close/>
                  <a:moveTo>
                    <a:pt x="2300" y="4800"/>
                  </a:moveTo>
                  <a:lnTo>
                    <a:pt x="2300" y="4924"/>
                  </a:lnTo>
                  <a:lnTo>
                    <a:pt x="2424" y="4924"/>
                  </a:lnTo>
                  <a:lnTo>
                    <a:pt x="2424" y="4800"/>
                  </a:lnTo>
                  <a:close/>
                  <a:moveTo>
                    <a:pt x="4100" y="4700"/>
                  </a:moveTo>
                  <a:lnTo>
                    <a:pt x="4100" y="4824"/>
                  </a:lnTo>
                  <a:lnTo>
                    <a:pt x="4224" y="4824"/>
                  </a:lnTo>
                  <a:lnTo>
                    <a:pt x="4224" y="4700"/>
                  </a:lnTo>
                  <a:close/>
                  <a:moveTo>
                    <a:pt x="3700" y="4500"/>
                  </a:moveTo>
                  <a:lnTo>
                    <a:pt x="3700" y="4624"/>
                  </a:lnTo>
                  <a:lnTo>
                    <a:pt x="3824" y="4624"/>
                  </a:lnTo>
                  <a:lnTo>
                    <a:pt x="3824" y="4500"/>
                  </a:lnTo>
                  <a:close/>
                  <a:moveTo>
                    <a:pt x="6200" y="4300"/>
                  </a:moveTo>
                  <a:lnTo>
                    <a:pt x="6200" y="4424"/>
                  </a:lnTo>
                  <a:lnTo>
                    <a:pt x="6324" y="4424"/>
                  </a:lnTo>
                  <a:lnTo>
                    <a:pt x="6324" y="4300"/>
                  </a:lnTo>
                  <a:close/>
                  <a:moveTo>
                    <a:pt x="3400" y="4200"/>
                  </a:moveTo>
                  <a:lnTo>
                    <a:pt x="3400" y="4324"/>
                  </a:lnTo>
                  <a:lnTo>
                    <a:pt x="3524" y="4324"/>
                  </a:lnTo>
                  <a:lnTo>
                    <a:pt x="3524" y="4200"/>
                  </a:lnTo>
                  <a:close/>
                  <a:moveTo>
                    <a:pt x="5400" y="4100"/>
                  </a:moveTo>
                  <a:lnTo>
                    <a:pt x="5400" y="4224"/>
                  </a:lnTo>
                  <a:lnTo>
                    <a:pt x="5524" y="4224"/>
                  </a:lnTo>
                  <a:lnTo>
                    <a:pt x="5524" y="4100"/>
                  </a:lnTo>
                  <a:close/>
                  <a:moveTo>
                    <a:pt x="2600" y="3800"/>
                  </a:moveTo>
                  <a:lnTo>
                    <a:pt x="2600" y="3924"/>
                  </a:lnTo>
                  <a:lnTo>
                    <a:pt x="2724" y="3924"/>
                  </a:lnTo>
                  <a:lnTo>
                    <a:pt x="2724" y="3800"/>
                  </a:lnTo>
                  <a:close/>
                  <a:moveTo>
                    <a:pt x="300" y="3800"/>
                  </a:moveTo>
                  <a:lnTo>
                    <a:pt x="300" y="3924"/>
                  </a:lnTo>
                  <a:lnTo>
                    <a:pt x="424" y="3924"/>
                  </a:lnTo>
                  <a:lnTo>
                    <a:pt x="424" y="3800"/>
                  </a:lnTo>
                  <a:close/>
                  <a:moveTo>
                    <a:pt x="3200" y="3700"/>
                  </a:moveTo>
                  <a:lnTo>
                    <a:pt x="3200" y="3824"/>
                  </a:lnTo>
                  <a:lnTo>
                    <a:pt x="3324" y="3824"/>
                  </a:lnTo>
                  <a:lnTo>
                    <a:pt x="3324" y="3700"/>
                  </a:lnTo>
                  <a:close/>
                  <a:moveTo>
                    <a:pt x="6400" y="3200"/>
                  </a:moveTo>
                  <a:lnTo>
                    <a:pt x="6400" y="3324"/>
                  </a:lnTo>
                  <a:lnTo>
                    <a:pt x="6524" y="3324"/>
                  </a:lnTo>
                  <a:lnTo>
                    <a:pt x="6524" y="3200"/>
                  </a:lnTo>
                  <a:close/>
                  <a:moveTo>
                    <a:pt x="2600" y="3100"/>
                  </a:moveTo>
                  <a:lnTo>
                    <a:pt x="2600" y="3224"/>
                  </a:lnTo>
                  <a:lnTo>
                    <a:pt x="2724" y="3224"/>
                  </a:lnTo>
                  <a:lnTo>
                    <a:pt x="2724" y="3100"/>
                  </a:lnTo>
                  <a:close/>
                  <a:moveTo>
                    <a:pt x="1200" y="3100"/>
                  </a:moveTo>
                  <a:lnTo>
                    <a:pt x="1200" y="3224"/>
                  </a:lnTo>
                  <a:lnTo>
                    <a:pt x="1324" y="3224"/>
                  </a:lnTo>
                  <a:lnTo>
                    <a:pt x="1324" y="3100"/>
                  </a:lnTo>
                  <a:close/>
                  <a:moveTo>
                    <a:pt x="4300" y="3000"/>
                  </a:moveTo>
                  <a:lnTo>
                    <a:pt x="4300" y="3124"/>
                  </a:lnTo>
                  <a:lnTo>
                    <a:pt x="4424" y="3124"/>
                  </a:lnTo>
                  <a:lnTo>
                    <a:pt x="4424" y="3000"/>
                  </a:lnTo>
                  <a:close/>
                  <a:moveTo>
                    <a:pt x="3300" y="2900"/>
                  </a:moveTo>
                  <a:lnTo>
                    <a:pt x="3300" y="3024"/>
                  </a:lnTo>
                  <a:lnTo>
                    <a:pt x="3424" y="3024"/>
                  </a:lnTo>
                  <a:lnTo>
                    <a:pt x="3424" y="2900"/>
                  </a:lnTo>
                  <a:close/>
                  <a:moveTo>
                    <a:pt x="6300" y="2800"/>
                  </a:moveTo>
                  <a:lnTo>
                    <a:pt x="6300" y="2924"/>
                  </a:lnTo>
                  <a:lnTo>
                    <a:pt x="6424" y="2924"/>
                  </a:lnTo>
                  <a:lnTo>
                    <a:pt x="6424" y="2800"/>
                  </a:lnTo>
                  <a:close/>
                  <a:moveTo>
                    <a:pt x="4800" y="2800"/>
                  </a:moveTo>
                  <a:lnTo>
                    <a:pt x="4800" y="2924"/>
                  </a:lnTo>
                  <a:lnTo>
                    <a:pt x="5324" y="2924"/>
                  </a:lnTo>
                  <a:lnTo>
                    <a:pt x="5324" y="2800"/>
                  </a:lnTo>
                  <a:close/>
                  <a:moveTo>
                    <a:pt x="4724" y="2800"/>
                  </a:moveTo>
                  <a:lnTo>
                    <a:pt x="3800" y="2800"/>
                  </a:lnTo>
                  <a:lnTo>
                    <a:pt x="3800" y="2874"/>
                  </a:lnTo>
                  <a:lnTo>
                    <a:pt x="3700" y="2900"/>
                  </a:lnTo>
                  <a:lnTo>
                    <a:pt x="3700" y="3924"/>
                  </a:lnTo>
                  <a:lnTo>
                    <a:pt x="3824" y="3924"/>
                  </a:lnTo>
                  <a:lnTo>
                    <a:pt x="3824" y="2950"/>
                  </a:lnTo>
                  <a:lnTo>
                    <a:pt x="3850" y="2924"/>
                  </a:lnTo>
                  <a:lnTo>
                    <a:pt x="4724" y="2924"/>
                  </a:lnTo>
                  <a:close/>
                  <a:moveTo>
                    <a:pt x="1200" y="2800"/>
                  </a:moveTo>
                  <a:lnTo>
                    <a:pt x="1200" y="2924"/>
                  </a:lnTo>
                  <a:lnTo>
                    <a:pt x="1324" y="2924"/>
                  </a:lnTo>
                  <a:lnTo>
                    <a:pt x="1324" y="2800"/>
                  </a:lnTo>
                  <a:close/>
                  <a:moveTo>
                    <a:pt x="5400" y="2700"/>
                  </a:moveTo>
                  <a:lnTo>
                    <a:pt x="5400" y="3124"/>
                  </a:lnTo>
                  <a:lnTo>
                    <a:pt x="5524" y="3124"/>
                  </a:lnTo>
                  <a:lnTo>
                    <a:pt x="5524" y="2700"/>
                  </a:lnTo>
                  <a:close/>
                  <a:moveTo>
                    <a:pt x="800" y="2600"/>
                  </a:moveTo>
                  <a:lnTo>
                    <a:pt x="800" y="2724"/>
                  </a:lnTo>
                  <a:lnTo>
                    <a:pt x="924" y="2724"/>
                  </a:lnTo>
                  <a:lnTo>
                    <a:pt x="924" y="2600"/>
                  </a:lnTo>
                  <a:close/>
                  <a:moveTo>
                    <a:pt x="2900" y="2400"/>
                  </a:moveTo>
                  <a:lnTo>
                    <a:pt x="2900" y="2524"/>
                  </a:lnTo>
                  <a:lnTo>
                    <a:pt x="3024" y="2524"/>
                  </a:lnTo>
                  <a:lnTo>
                    <a:pt x="3024" y="2400"/>
                  </a:lnTo>
                  <a:close/>
                  <a:moveTo>
                    <a:pt x="2300" y="2400"/>
                  </a:moveTo>
                  <a:lnTo>
                    <a:pt x="2300" y="3524"/>
                  </a:lnTo>
                  <a:lnTo>
                    <a:pt x="2424" y="3524"/>
                  </a:lnTo>
                  <a:lnTo>
                    <a:pt x="2424" y="2400"/>
                  </a:lnTo>
                  <a:close/>
                  <a:moveTo>
                    <a:pt x="4200" y="2200"/>
                  </a:moveTo>
                  <a:lnTo>
                    <a:pt x="4200" y="2324"/>
                  </a:lnTo>
                  <a:lnTo>
                    <a:pt x="4324" y="2324"/>
                  </a:lnTo>
                  <a:lnTo>
                    <a:pt x="4324" y="2200"/>
                  </a:lnTo>
                  <a:close/>
                  <a:moveTo>
                    <a:pt x="0" y="2200"/>
                  </a:moveTo>
                  <a:lnTo>
                    <a:pt x="0" y="2324"/>
                  </a:lnTo>
                  <a:lnTo>
                    <a:pt x="124" y="2324"/>
                  </a:lnTo>
                  <a:lnTo>
                    <a:pt x="124" y="2200"/>
                  </a:lnTo>
                  <a:close/>
                  <a:moveTo>
                    <a:pt x="3400" y="1900"/>
                  </a:moveTo>
                  <a:lnTo>
                    <a:pt x="3400" y="2024"/>
                  </a:lnTo>
                  <a:lnTo>
                    <a:pt x="3524" y="2024"/>
                  </a:lnTo>
                  <a:lnTo>
                    <a:pt x="3524" y="1900"/>
                  </a:lnTo>
                  <a:close/>
                  <a:moveTo>
                    <a:pt x="3100" y="1700"/>
                  </a:moveTo>
                  <a:lnTo>
                    <a:pt x="3100" y="1824"/>
                  </a:lnTo>
                  <a:lnTo>
                    <a:pt x="3224" y="1824"/>
                  </a:lnTo>
                  <a:lnTo>
                    <a:pt x="3224" y="17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4000" y="1600"/>
                  </a:moveTo>
                  <a:lnTo>
                    <a:pt x="4000" y="1724"/>
                  </a:lnTo>
                  <a:lnTo>
                    <a:pt x="4124" y="1724"/>
                  </a:lnTo>
                  <a:lnTo>
                    <a:pt x="4124" y="1600"/>
                  </a:lnTo>
                  <a:close/>
                  <a:moveTo>
                    <a:pt x="4700" y="700"/>
                  </a:moveTo>
                  <a:lnTo>
                    <a:pt x="4700" y="824"/>
                  </a:lnTo>
                  <a:lnTo>
                    <a:pt x="4824" y="824"/>
                  </a:lnTo>
                  <a:lnTo>
                    <a:pt x="4824" y="700"/>
                  </a:lnTo>
                  <a:close/>
                  <a:moveTo>
                    <a:pt x="1000" y="700"/>
                  </a:moveTo>
                  <a:lnTo>
                    <a:pt x="1000" y="824"/>
                  </a:lnTo>
                  <a:lnTo>
                    <a:pt x="1124" y="824"/>
                  </a:lnTo>
                  <a:lnTo>
                    <a:pt x="1124" y="700"/>
                  </a:lnTo>
                  <a:close/>
                  <a:moveTo>
                    <a:pt x="5000" y="600"/>
                  </a:moveTo>
                  <a:lnTo>
                    <a:pt x="5000" y="724"/>
                  </a:lnTo>
                  <a:lnTo>
                    <a:pt x="5124" y="724"/>
                  </a:lnTo>
                  <a:lnTo>
                    <a:pt x="5124" y="600"/>
                  </a:lnTo>
                  <a:close/>
                  <a:moveTo>
                    <a:pt x="4400" y="500"/>
                  </a:moveTo>
                  <a:lnTo>
                    <a:pt x="4400" y="624"/>
                  </a:lnTo>
                  <a:lnTo>
                    <a:pt x="4524" y="624"/>
                  </a:lnTo>
                  <a:lnTo>
                    <a:pt x="4524" y="500"/>
                  </a:lnTo>
                  <a:close/>
                  <a:moveTo>
                    <a:pt x="1300" y="500"/>
                  </a:moveTo>
                  <a:lnTo>
                    <a:pt x="1300" y="624"/>
                  </a:lnTo>
                  <a:lnTo>
                    <a:pt x="1424" y="624"/>
                  </a:lnTo>
                  <a:lnTo>
                    <a:pt x="1424" y="50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BAB5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6" name="Result reward illustration color 11"/>
            <p:cNvSpPr/>
            <p:nvPr/>
          </p:nvSpPr>
          <p:spPr>
            <a:xfrm>
              <a:off x="12777643" y="7602139"/>
              <a:ext cx="596555" cy="569123"/>
            </a:xfrm>
            <a:custGeom>
              <a:avLst/>
              <a:gdLst/>
              <a:ahLst/>
              <a:cxnLst/>
              <a:rect l="l" t="t" r="r" b="b"/>
              <a:pathLst>
                <a:path w="6524" h="6224">
                  <a:moveTo>
                    <a:pt x="5700" y="6100"/>
                  </a:moveTo>
                  <a:lnTo>
                    <a:pt x="5700" y="6224"/>
                  </a:lnTo>
                  <a:lnTo>
                    <a:pt x="5824" y="6224"/>
                  </a:lnTo>
                  <a:lnTo>
                    <a:pt x="5824" y="6100"/>
                  </a:lnTo>
                  <a:close/>
                  <a:moveTo>
                    <a:pt x="300" y="5600"/>
                  </a:moveTo>
                  <a:lnTo>
                    <a:pt x="300" y="5724"/>
                  </a:lnTo>
                  <a:lnTo>
                    <a:pt x="424" y="5724"/>
                  </a:lnTo>
                  <a:lnTo>
                    <a:pt x="424" y="5600"/>
                  </a:lnTo>
                  <a:close/>
                  <a:moveTo>
                    <a:pt x="3600" y="5400"/>
                  </a:moveTo>
                  <a:lnTo>
                    <a:pt x="3600" y="5524"/>
                  </a:lnTo>
                  <a:lnTo>
                    <a:pt x="3724" y="5524"/>
                  </a:lnTo>
                  <a:lnTo>
                    <a:pt x="3724" y="5400"/>
                  </a:lnTo>
                  <a:close/>
                  <a:moveTo>
                    <a:pt x="5900" y="5000"/>
                  </a:moveTo>
                  <a:lnTo>
                    <a:pt x="5900" y="5124"/>
                  </a:lnTo>
                  <a:lnTo>
                    <a:pt x="6024" y="5124"/>
                  </a:lnTo>
                  <a:lnTo>
                    <a:pt x="6024" y="5000"/>
                  </a:lnTo>
                  <a:close/>
                  <a:moveTo>
                    <a:pt x="1800" y="4900"/>
                  </a:moveTo>
                  <a:lnTo>
                    <a:pt x="1800" y="5024"/>
                  </a:lnTo>
                  <a:lnTo>
                    <a:pt x="1924" y="5024"/>
                  </a:lnTo>
                  <a:lnTo>
                    <a:pt x="1924" y="4900"/>
                  </a:lnTo>
                  <a:close/>
                  <a:moveTo>
                    <a:pt x="3900" y="4800"/>
                  </a:moveTo>
                  <a:lnTo>
                    <a:pt x="3900" y="4924"/>
                  </a:lnTo>
                  <a:lnTo>
                    <a:pt x="4024" y="4924"/>
                  </a:lnTo>
                  <a:lnTo>
                    <a:pt x="4024" y="4800"/>
                  </a:lnTo>
                  <a:close/>
                  <a:moveTo>
                    <a:pt x="5100" y="4400"/>
                  </a:moveTo>
                  <a:lnTo>
                    <a:pt x="5100" y="4524"/>
                  </a:lnTo>
                  <a:lnTo>
                    <a:pt x="5224" y="4524"/>
                  </a:lnTo>
                  <a:lnTo>
                    <a:pt x="5224" y="4400"/>
                  </a:lnTo>
                  <a:close/>
                  <a:moveTo>
                    <a:pt x="3200" y="4300"/>
                  </a:moveTo>
                  <a:lnTo>
                    <a:pt x="3200" y="4424"/>
                  </a:lnTo>
                  <a:lnTo>
                    <a:pt x="3324" y="4424"/>
                  </a:lnTo>
                  <a:lnTo>
                    <a:pt x="3324" y="4300"/>
                  </a:lnTo>
                  <a:close/>
                  <a:moveTo>
                    <a:pt x="2200" y="4300"/>
                  </a:moveTo>
                  <a:lnTo>
                    <a:pt x="2200" y="4424"/>
                  </a:lnTo>
                  <a:lnTo>
                    <a:pt x="2324" y="4424"/>
                  </a:lnTo>
                  <a:lnTo>
                    <a:pt x="2324" y="4300"/>
                  </a:lnTo>
                  <a:close/>
                  <a:moveTo>
                    <a:pt x="4000" y="3800"/>
                  </a:moveTo>
                  <a:lnTo>
                    <a:pt x="4000" y="3924"/>
                  </a:lnTo>
                  <a:lnTo>
                    <a:pt x="4124" y="3924"/>
                  </a:lnTo>
                  <a:lnTo>
                    <a:pt x="4124" y="3800"/>
                  </a:lnTo>
                  <a:close/>
                  <a:moveTo>
                    <a:pt x="700" y="3700"/>
                  </a:moveTo>
                  <a:lnTo>
                    <a:pt x="700" y="3824"/>
                  </a:lnTo>
                  <a:lnTo>
                    <a:pt x="824" y="3824"/>
                  </a:lnTo>
                  <a:lnTo>
                    <a:pt x="824" y="3700"/>
                  </a:lnTo>
                  <a:close/>
                  <a:moveTo>
                    <a:pt x="2900" y="3600"/>
                  </a:moveTo>
                  <a:lnTo>
                    <a:pt x="2900" y="3724"/>
                  </a:lnTo>
                  <a:lnTo>
                    <a:pt x="3024" y="3724"/>
                  </a:lnTo>
                  <a:lnTo>
                    <a:pt x="3024" y="3600"/>
                  </a:lnTo>
                  <a:close/>
                  <a:moveTo>
                    <a:pt x="300" y="3600"/>
                  </a:moveTo>
                  <a:lnTo>
                    <a:pt x="300" y="3724"/>
                  </a:lnTo>
                  <a:lnTo>
                    <a:pt x="424" y="3724"/>
                  </a:lnTo>
                  <a:lnTo>
                    <a:pt x="424" y="3600"/>
                  </a:lnTo>
                  <a:close/>
                  <a:moveTo>
                    <a:pt x="900" y="3500"/>
                  </a:moveTo>
                  <a:lnTo>
                    <a:pt x="900" y="3624"/>
                  </a:lnTo>
                  <a:lnTo>
                    <a:pt x="1024" y="3624"/>
                  </a:lnTo>
                  <a:lnTo>
                    <a:pt x="1024" y="3500"/>
                  </a:lnTo>
                  <a:close/>
                  <a:moveTo>
                    <a:pt x="2200" y="3400"/>
                  </a:moveTo>
                  <a:lnTo>
                    <a:pt x="2200" y="3524"/>
                  </a:lnTo>
                  <a:lnTo>
                    <a:pt x="2324" y="3524"/>
                  </a:lnTo>
                  <a:lnTo>
                    <a:pt x="2324" y="3400"/>
                  </a:lnTo>
                  <a:close/>
                  <a:moveTo>
                    <a:pt x="1800" y="3400"/>
                  </a:moveTo>
                  <a:lnTo>
                    <a:pt x="1800" y="3524"/>
                  </a:lnTo>
                  <a:lnTo>
                    <a:pt x="1924" y="3524"/>
                  </a:lnTo>
                  <a:lnTo>
                    <a:pt x="1924" y="3400"/>
                  </a:lnTo>
                  <a:close/>
                  <a:moveTo>
                    <a:pt x="4900" y="3300"/>
                  </a:moveTo>
                  <a:lnTo>
                    <a:pt x="4900" y="3424"/>
                  </a:lnTo>
                  <a:lnTo>
                    <a:pt x="5024" y="3424"/>
                  </a:lnTo>
                  <a:lnTo>
                    <a:pt x="5024" y="3300"/>
                  </a:lnTo>
                  <a:close/>
                  <a:moveTo>
                    <a:pt x="1600" y="3200"/>
                  </a:moveTo>
                  <a:lnTo>
                    <a:pt x="1600" y="3324"/>
                  </a:lnTo>
                  <a:lnTo>
                    <a:pt x="1724" y="3324"/>
                  </a:lnTo>
                  <a:lnTo>
                    <a:pt x="1724" y="3200"/>
                  </a:lnTo>
                  <a:close/>
                  <a:moveTo>
                    <a:pt x="200" y="3200"/>
                  </a:moveTo>
                  <a:lnTo>
                    <a:pt x="200" y="3324"/>
                  </a:lnTo>
                  <a:lnTo>
                    <a:pt x="324" y="3324"/>
                  </a:lnTo>
                  <a:lnTo>
                    <a:pt x="324" y="3200"/>
                  </a:lnTo>
                  <a:close/>
                  <a:moveTo>
                    <a:pt x="4900" y="3100"/>
                  </a:moveTo>
                  <a:lnTo>
                    <a:pt x="4900" y="3224"/>
                  </a:lnTo>
                  <a:lnTo>
                    <a:pt x="5024" y="3224"/>
                  </a:lnTo>
                  <a:lnTo>
                    <a:pt x="5024" y="3100"/>
                  </a:lnTo>
                  <a:close/>
                  <a:moveTo>
                    <a:pt x="3200" y="3100"/>
                  </a:moveTo>
                  <a:lnTo>
                    <a:pt x="3200" y="3224"/>
                  </a:lnTo>
                  <a:lnTo>
                    <a:pt x="3324" y="3224"/>
                  </a:lnTo>
                  <a:lnTo>
                    <a:pt x="3324" y="3100"/>
                  </a:lnTo>
                  <a:close/>
                  <a:moveTo>
                    <a:pt x="3000" y="3100"/>
                  </a:moveTo>
                  <a:lnTo>
                    <a:pt x="3000" y="3224"/>
                  </a:lnTo>
                  <a:lnTo>
                    <a:pt x="3124" y="3224"/>
                  </a:lnTo>
                  <a:lnTo>
                    <a:pt x="3124" y="3100"/>
                  </a:lnTo>
                  <a:close/>
                  <a:moveTo>
                    <a:pt x="6000" y="2800"/>
                  </a:moveTo>
                  <a:lnTo>
                    <a:pt x="6000" y="2924"/>
                  </a:lnTo>
                  <a:lnTo>
                    <a:pt x="6124" y="2924"/>
                  </a:lnTo>
                  <a:lnTo>
                    <a:pt x="6124" y="2800"/>
                  </a:lnTo>
                  <a:close/>
                  <a:moveTo>
                    <a:pt x="3200" y="2800"/>
                  </a:moveTo>
                  <a:lnTo>
                    <a:pt x="3200" y="2874"/>
                  </a:lnTo>
                  <a:lnTo>
                    <a:pt x="3100" y="2900"/>
                  </a:lnTo>
                  <a:lnTo>
                    <a:pt x="3100" y="3024"/>
                  </a:lnTo>
                  <a:lnTo>
                    <a:pt x="3324" y="3024"/>
                  </a:lnTo>
                  <a:lnTo>
                    <a:pt x="3324" y="2800"/>
                  </a:lnTo>
                  <a:close/>
                  <a:moveTo>
                    <a:pt x="2400" y="2800"/>
                  </a:moveTo>
                  <a:lnTo>
                    <a:pt x="2400" y="2924"/>
                  </a:lnTo>
                  <a:lnTo>
                    <a:pt x="2524" y="2924"/>
                  </a:lnTo>
                  <a:lnTo>
                    <a:pt x="2524" y="2800"/>
                  </a:lnTo>
                  <a:close/>
                  <a:moveTo>
                    <a:pt x="3900" y="2700"/>
                  </a:moveTo>
                  <a:lnTo>
                    <a:pt x="3900" y="2824"/>
                  </a:lnTo>
                  <a:lnTo>
                    <a:pt x="4024" y="2824"/>
                  </a:lnTo>
                  <a:lnTo>
                    <a:pt x="4024" y="2700"/>
                  </a:lnTo>
                  <a:close/>
                  <a:moveTo>
                    <a:pt x="400" y="2700"/>
                  </a:moveTo>
                  <a:lnTo>
                    <a:pt x="400" y="2824"/>
                  </a:lnTo>
                  <a:lnTo>
                    <a:pt x="524" y="2824"/>
                  </a:lnTo>
                  <a:lnTo>
                    <a:pt x="524" y="2700"/>
                  </a:lnTo>
                  <a:close/>
                  <a:moveTo>
                    <a:pt x="2500" y="2600"/>
                  </a:moveTo>
                  <a:lnTo>
                    <a:pt x="2500" y="2724"/>
                  </a:lnTo>
                  <a:lnTo>
                    <a:pt x="2624" y="2724"/>
                  </a:lnTo>
                  <a:lnTo>
                    <a:pt x="2624" y="2600"/>
                  </a:lnTo>
                  <a:close/>
                  <a:moveTo>
                    <a:pt x="4900" y="2500"/>
                  </a:moveTo>
                  <a:lnTo>
                    <a:pt x="4900" y="2624"/>
                  </a:lnTo>
                  <a:lnTo>
                    <a:pt x="5024" y="2624"/>
                  </a:lnTo>
                  <a:lnTo>
                    <a:pt x="5024" y="2500"/>
                  </a:lnTo>
                  <a:close/>
                  <a:moveTo>
                    <a:pt x="4700" y="2400"/>
                  </a:moveTo>
                  <a:lnTo>
                    <a:pt x="4700" y="2524"/>
                  </a:lnTo>
                  <a:lnTo>
                    <a:pt x="4824" y="2524"/>
                  </a:lnTo>
                  <a:lnTo>
                    <a:pt x="4824" y="2400"/>
                  </a:lnTo>
                  <a:close/>
                  <a:moveTo>
                    <a:pt x="3700" y="2400"/>
                  </a:moveTo>
                  <a:lnTo>
                    <a:pt x="3700" y="2524"/>
                  </a:lnTo>
                  <a:lnTo>
                    <a:pt x="3824" y="2524"/>
                  </a:lnTo>
                  <a:lnTo>
                    <a:pt x="3824" y="2400"/>
                  </a:lnTo>
                  <a:close/>
                  <a:moveTo>
                    <a:pt x="4200" y="2300"/>
                  </a:moveTo>
                  <a:lnTo>
                    <a:pt x="4200" y="2424"/>
                  </a:lnTo>
                  <a:lnTo>
                    <a:pt x="4324" y="2424"/>
                  </a:lnTo>
                  <a:lnTo>
                    <a:pt x="4324" y="2300"/>
                  </a:lnTo>
                  <a:close/>
                  <a:moveTo>
                    <a:pt x="5600" y="2200"/>
                  </a:moveTo>
                  <a:lnTo>
                    <a:pt x="5600" y="2324"/>
                  </a:lnTo>
                  <a:lnTo>
                    <a:pt x="5724" y="2324"/>
                  </a:lnTo>
                  <a:lnTo>
                    <a:pt x="5724" y="2200"/>
                  </a:lnTo>
                  <a:close/>
                  <a:moveTo>
                    <a:pt x="2924" y="2200"/>
                  </a:moveTo>
                  <a:lnTo>
                    <a:pt x="2800" y="2200"/>
                  </a:lnTo>
                  <a:lnTo>
                    <a:pt x="2800" y="2274"/>
                  </a:lnTo>
                  <a:lnTo>
                    <a:pt x="2700" y="2300"/>
                  </a:lnTo>
                  <a:lnTo>
                    <a:pt x="2700" y="2424"/>
                  </a:lnTo>
                  <a:lnTo>
                    <a:pt x="2824" y="2424"/>
                  </a:lnTo>
                  <a:lnTo>
                    <a:pt x="2824" y="2350"/>
                  </a:lnTo>
                  <a:lnTo>
                    <a:pt x="2924" y="2324"/>
                  </a:lnTo>
                  <a:close/>
                  <a:moveTo>
                    <a:pt x="4200" y="1600"/>
                  </a:moveTo>
                  <a:lnTo>
                    <a:pt x="4200" y="1724"/>
                  </a:lnTo>
                  <a:lnTo>
                    <a:pt x="4324" y="1724"/>
                  </a:lnTo>
                  <a:lnTo>
                    <a:pt x="4324" y="1600"/>
                  </a:lnTo>
                  <a:close/>
                  <a:moveTo>
                    <a:pt x="0" y="1400"/>
                  </a:moveTo>
                  <a:lnTo>
                    <a:pt x="0" y="1524"/>
                  </a:lnTo>
                  <a:lnTo>
                    <a:pt x="124" y="1524"/>
                  </a:lnTo>
                  <a:lnTo>
                    <a:pt x="124" y="1400"/>
                  </a:lnTo>
                  <a:close/>
                  <a:moveTo>
                    <a:pt x="4624" y="1300"/>
                  </a:moveTo>
                  <a:lnTo>
                    <a:pt x="4500" y="1300"/>
                  </a:lnTo>
                  <a:lnTo>
                    <a:pt x="4500" y="1374"/>
                  </a:lnTo>
                  <a:lnTo>
                    <a:pt x="4400" y="1400"/>
                  </a:lnTo>
                  <a:lnTo>
                    <a:pt x="4400" y="1524"/>
                  </a:lnTo>
                  <a:lnTo>
                    <a:pt x="4524" y="1524"/>
                  </a:lnTo>
                  <a:lnTo>
                    <a:pt x="4524" y="1450"/>
                  </a:lnTo>
                  <a:lnTo>
                    <a:pt x="4624" y="1424"/>
                  </a:lnTo>
                  <a:close/>
                  <a:moveTo>
                    <a:pt x="6400" y="1100"/>
                  </a:moveTo>
                  <a:lnTo>
                    <a:pt x="6400" y="1224"/>
                  </a:lnTo>
                  <a:lnTo>
                    <a:pt x="6524" y="1224"/>
                  </a:lnTo>
                  <a:lnTo>
                    <a:pt x="6524" y="1100"/>
                  </a:lnTo>
                  <a:close/>
                  <a:moveTo>
                    <a:pt x="4924" y="1000"/>
                  </a:moveTo>
                  <a:lnTo>
                    <a:pt x="4800" y="1000"/>
                  </a:lnTo>
                  <a:lnTo>
                    <a:pt x="4800" y="1074"/>
                  </a:lnTo>
                  <a:lnTo>
                    <a:pt x="4700" y="1100"/>
                  </a:lnTo>
                  <a:lnTo>
                    <a:pt x="4700" y="1224"/>
                  </a:lnTo>
                  <a:lnTo>
                    <a:pt x="4824" y="1224"/>
                  </a:lnTo>
                  <a:lnTo>
                    <a:pt x="4824" y="1150"/>
                  </a:lnTo>
                  <a:lnTo>
                    <a:pt x="4924" y="1124"/>
                  </a:lnTo>
                  <a:close/>
                  <a:moveTo>
                    <a:pt x="5000" y="800"/>
                  </a:moveTo>
                  <a:lnTo>
                    <a:pt x="5000" y="924"/>
                  </a:lnTo>
                  <a:lnTo>
                    <a:pt x="5124" y="924"/>
                  </a:lnTo>
                  <a:lnTo>
                    <a:pt x="5124" y="800"/>
                  </a:lnTo>
                  <a:close/>
                  <a:moveTo>
                    <a:pt x="4300" y="800"/>
                  </a:moveTo>
                  <a:lnTo>
                    <a:pt x="4300" y="924"/>
                  </a:lnTo>
                  <a:lnTo>
                    <a:pt x="4424" y="924"/>
                  </a:lnTo>
                  <a:lnTo>
                    <a:pt x="4424" y="800"/>
                  </a:lnTo>
                  <a:close/>
                  <a:moveTo>
                    <a:pt x="5524" y="400"/>
                  </a:moveTo>
                  <a:lnTo>
                    <a:pt x="5400" y="400"/>
                  </a:lnTo>
                  <a:lnTo>
                    <a:pt x="5400" y="474"/>
                  </a:lnTo>
                  <a:lnTo>
                    <a:pt x="5300" y="500"/>
                  </a:lnTo>
                  <a:lnTo>
                    <a:pt x="5300" y="624"/>
                  </a:lnTo>
                  <a:lnTo>
                    <a:pt x="5424" y="624"/>
                  </a:lnTo>
                  <a:lnTo>
                    <a:pt x="5424" y="550"/>
                  </a:lnTo>
                  <a:lnTo>
                    <a:pt x="5524" y="524"/>
                  </a:lnTo>
                  <a:close/>
                  <a:moveTo>
                    <a:pt x="1100" y="400"/>
                  </a:moveTo>
                  <a:lnTo>
                    <a:pt x="1100" y="524"/>
                  </a:lnTo>
                  <a:lnTo>
                    <a:pt x="1224" y="524"/>
                  </a:lnTo>
                  <a:lnTo>
                    <a:pt x="1224" y="400"/>
                  </a:lnTo>
                  <a:close/>
                  <a:moveTo>
                    <a:pt x="4800" y="200"/>
                  </a:moveTo>
                  <a:lnTo>
                    <a:pt x="4800" y="324"/>
                  </a:lnTo>
                  <a:lnTo>
                    <a:pt x="4924" y="324"/>
                  </a:lnTo>
                  <a:lnTo>
                    <a:pt x="4924" y="200"/>
                  </a:lnTo>
                  <a:close/>
                  <a:moveTo>
                    <a:pt x="400" y="100"/>
                  </a:moveTo>
                  <a:lnTo>
                    <a:pt x="400" y="224"/>
                  </a:lnTo>
                  <a:lnTo>
                    <a:pt x="524" y="224"/>
                  </a:lnTo>
                  <a:lnTo>
                    <a:pt x="524" y="10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824" y="124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rgbClr val="DFE7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7" name="Result reward illustration color 12"/>
            <p:cNvSpPr/>
            <p:nvPr/>
          </p:nvSpPr>
          <p:spPr>
            <a:xfrm>
              <a:off x="12759355" y="7574707"/>
              <a:ext cx="651419" cy="633131"/>
            </a:xfrm>
            <a:custGeom>
              <a:avLst/>
              <a:gdLst/>
              <a:ahLst/>
              <a:cxnLst/>
              <a:rect l="l" t="t" r="r" b="b"/>
              <a:pathLst>
                <a:path w="7124" h="6924">
                  <a:moveTo>
                    <a:pt x="800" y="6100"/>
                  </a:moveTo>
                  <a:lnTo>
                    <a:pt x="800" y="6224"/>
                  </a:lnTo>
                  <a:lnTo>
                    <a:pt x="974" y="6224"/>
                  </a:lnTo>
                  <a:lnTo>
                    <a:pt x="1000" y="6324"/>
                  </a:lnTo>
                  <a:lnTo>
                    <a:pt x="1324" y="6324"/>
                  </a:lnTo>
                  <a:lnTo>
                    <a:pt x="1324" y="6200"/>
                  </a:lnTo>
                  <a:lnTo>
                    <a:pt x="1250" y="6200"/>
                  </a:lnTo>
                  <a:lnTo>
                    <a:pt x="1224" y="6100"/>
                  </a:lnTo>
                  <a:close/>
                  <a:moveTo>
                    <a:pt x="2300" y="6000"/>
                  </a:moveTo>
                  <a:lnTo>
                    <a:pt x="2300" y="6124"/>
                  </a:lnTo>
                  <a:lnTo>
                    <a:pt x="2424" y="6124"/>
                  </a:lnTo>
                  <a:lnTo>
                    <a:pt x="2424" y="6000"/>
                  </a:lnTo>
                  <a:close/>
                  <a:moveTo>
                    <a:pt x="1400" y="6000"/>
                  </a:moveTo>
                  <a:lnTo>
                    <a:pt x="1400" y="6124"/>
                  </a:lnTo>
                  <a:lnTo>
                    <a:pt x="1524" y="6124"/>
                  </a:lnTo>
                  <a:lnTo>
                    <a:pt x="1524" y="6000"/>
                  </a:lnTo>
                  <a:close/>
                  <a:moveTo>
                    <a:pt x="500" y="6000"/>
                  </a:moveTo>
                  <a:lnTo>
                    <a:pt x="500" y="6124"/>
                  </a:lnTo>
                  <a:lnTo>
                    <a:pt x="624" y="6124"/>
                  </a:lnTo>
                  <a:lnTo>
                    <a:pt x="624" y="6000"/>
                  </a:lnTo>
                  <a:close/>
                  <a:moveTo>
                    <a:pt x="1600" y="5900"/>
                  </a:moveTo>
                  <a:lnTo>
                    <a:pt x="1600" y="6124"/>
                  </a:lnTo>
                  <a:lnTo>
                    <a:pt x="1724" y="6124"/>
                  </a:lnTo>
                  <a:lnTo>
                    <a:pt x="1724" y="5900"/>
                  </a:lnTo>
                  <a:close/>
                  <a:moveTo>
                    <a:pt x="300" y="5900"/>
                  </a:moveTo>
                  <a:lnTo>
                    <a:pt x="300" y="6024"/>
                  </a:lnTo>
                  <a:lnTo>
                    <a:pt x="424" y="6024"/>
                  </a:lnTo>
                  <a:lnTo>
                    <a:pt x="424" y="5900"/>
                  </a:lnTo>
                  <a:close/>
                  <a:moveTo>
                    <a:pt x="2324" y="5300"/>
                  </a:moveTo>
                  <a:lnTo>
                    <a:pt x="2100" y="5300"/>
                  </a:lnTo>
                  <a:lnTo>
                    <a:pt x="2100" y="5374"/>
                  </a:lnTo>
                  <a:lnTo>
                    <a:pt x="2000" y="5400"/>
                  </a:lnTo>
                  <a:lnTo>
                    <a:pt x="1974" y="5500"/>
                  </a:lnTo>
                  <a:lnTo>
                    <a:pt x="1900" y="5500"/>
                  </a:lnTo>
                  <a:lnTo>
                    <a:pt x="1900" y="5624"/>
                  </a:lnTo>
                  <a:lnTo>
                    <a:pt x="1974" y="5624"/>
                  </a:lnTo>
                  <a:lnTo>
                    <a:pt x="2000" y="5674"/>
                  </a:lnTo>
                  <a:lnTo>
                    <a:pt x="1900" y="5700"/>
                  </a:lnTo>
                  <a:lnTo>
                    <a:pt x="1900" y="5874"/>
                  </a:lnTo>
                  <a:lnTo>
                    <a:pt x="1800" y="5900"/>
                  </a:lnTo>
                  <a:lnTo>
                    <a:pt x="1800" y="6024"/>
                  </a:lnTo>
                  <a:lnTo>
                    <a:pt x="1924" y="6024"/>
                  </a:lnTo>
                  <a:lnTo>
                    <a:pt x="1924" y="5950"/>
                  </a:lnTo>
                  <a:lnTo>
                    <a:pt x="2024" y="5924"/>
                  </a:lnTo>
                  <a:lnTo>
                    <a:pt x="2050" y="5824"/>
                  </a:lnTo>
                  <a:lnTo>
                    <a:pt x="2174" y="5824"/>
                  </a:lnTo>
                  <a:lnTo>
                    <a:pt x="2200" y="5924"/>
                  </a:lnTo>
                  <a:lnTo>
                    <a:pt x="2324" y="5924"/>
                  </a:lnTo>
                  <a:lnTo>
                    <a:pt x="2324" y="5850"/>
                  </a:lnTo>
                  <a:lnTo>
                    <a:pt x="2424" y="5824"/>
                  </a:lnTo>
                  <a:lnTo>
                    <a:pt x="2424" y="5400"/>
                  </a:lnTo>
                  <a:lnTo>
                    <a:pt x="2350" y="5400"/>
                  </a:lnTo>
                  <a:close/>
                  <a:moveTo>
                    <a:pt x="5400" y="5400"/>
                  </a:moveTo>
                  <a:lnTo>
                    <a:pt x="5400" y="5524"/>
                  </a:lnTo>
                  <a:lnTo>
                    <a:pt x="5474" y="5524"/>
                  </a:lnTo>
                  <a:lnTo>
                    <a:pt x="5500" y="5624"/>
                  </a:lnTo>
                  <a:lnTo>
                    <a:pt x="5600" y="5650"/>
                  </a:lnTo>
                  <a:lnTo>
                    <a:pt x="5600" y="5824"/>
                  </a:lnTo>
                  <a:lnTo>
                    <a:pt x="5674" y="5824"/>
                  </a:lnTo>
                  <a:lnTo>
                    <a:pt x="5700" y="5924"/>
                  </a:lnTo>
                  <a:lnTo>
                    <a:pt x="5800" y="5950"/>
                  </a:lnTo>
                  <a:lnTo>
                    <a:pt x="5774" y="6000"/>
                  </a:lnTo>
                  <a:lnTo>
                    <a:pt x="5700" y="6000"/>
                  </a:lnTo>
                  <a:lnTo>
                    <a:pt x="5700" y="6124"/>
                  </a:lnTo>
                  <a:lnTo>
                    <a:pt x="5874" y="6124"/>
                  </a:lnTo>
                  <a:lnTo>
                    <a:pt x="5900" y="6224"/>
                  </a:lnTo>
                  <a:lnTo>
                    <a:pt x="5974" y="6224"/>
                  </a:lnTo>
                  <a:lnTo>
                    <a:pt x="6000" y="6324"/>
                  </a:lnTo>
                  <a:lnTo>
                    <a:pt x="6074" y="6324"/>
                  </a:lnTo>
                  <a:lnTo>
                    <a:pt x="6100" y="6424"/>
                  </a:lnTo>
                  <a:lnTo>
                    <a:pt x="6200" y="6450"/>
                  </a:lnTo>
                  <a:lnTo>
                    <a:pt x="6200" y="6724"/>
                  </a:lnTo>
                  <a:lnTo>
                    <a:pt x="6274" y="6724"/>
                  </a:lnTo>
                  <a:lnTo>
                    <a:pt x="6300" y="6824"/>
                  </a:lnTo>
                  <a:lnTo>
                    <a:pt x="6400" y="6850"/>
                  </a:lnTo>
                  <a:lnTo>
                    <a:pt x="6400" y="6924"/>
                  </a:lnTo>
                  <a:lnTo>
                    <a:pt x="7024" y="6924"/>
                  </a:lnTo>
                  <a:lnTo>
                    <a:pt x="7024" y="6850"/>
                  </a:lnTo>
                  <a:lnTo>
                    <a:pt x="7124" y="6824"/>
                  </a:lnTo>
                  <a:lnTo>
                    <a:pt x="7124" y="6600"/>
                  </a:lnTo>
                  <a:lnTo>
                    <a:pt x="7024" y="6574"/>
                  </a:lnTo>
                  <a:lnTo>
                    <a:pt x="7050" y="6524"/>
                  </a:lnTo>
                  <a:lnTo>
                    <a:pt x="7124" y="6524"/>
                  </a:lnTo>
                  <a:lnTo>
                    <a:pt x="7124" y="6400"/>
                  </a:lnTo>
                  <a:lnTo>
                    <a:pt x="6950" y="6400"/>
                  </a:lnTo>
                  <a:lnTo>
                    <a:pt x="6924" y="6300"/>
                  </a:lnTo>
                  <a:lnTo>
                    <a:pt x="6850" y="6300"/>
                  </a:lnTo>
                  <a:lnTo>
                    <a:pt x="6824" y="6200"/>
                  </a:lnTo>
                  <a:lnTo>
                    <a:pt x="6750" y="6200"/>
                  </a:lnTo>
                  <a:lnTo>
                    <a:pt x="6724" y="6100"/>
                  </a:lnTo>
                  <a:lnTo>
                    <a:pt x="6650" y="6100"/>
                  </a:lnTo>
                  <a:lnTo>
                    <a:pt x="6624" y="6000"/>
                  </a:lnTo>
                  <a:lnTo>
                    <a:pt x="6550" y="6000"/>
                  </a:lnTo>
                  <a:lnTo>
                    <a:pt x="6524" y="5900"/>
                  </a:lnTo>
                  <a:lnTo>
                    <a:pt x="6424" y="5874"/>
                  </a:lnTo>
                  <a:lnTo>
                    <a:pt x="6450" y="5824"/>
                  </a:lnTo>
                  <a:lnTo>
                    <a:pt x="6524" y="5824"/>
                  </a:lnTo>
                  <a:lnTo>
                    <a:pt x="6524" y="5700"/>
                  </a:lnTo>
                  <a:lnTo>
                    <a:pt x="6400" y="5700"/>
                  </a:lnTo>
                  <a:lnTo>
                    <a:pt x="6400" y="5774"/>
                  </a:lnTo>
                  <a:lnTo>
                    <a:pt x="6350" y="5800"/>
                  </a:lnTo>
                  <a:lnTo>
                    <a:pt x="6324" y="5774"/>
                  </a:lnTo>
                  <a:lnTo>
                    <a:pt x="6324" y="5600"/>
                  </a:lnTo>
                  <a:lnTo>
                    <a:pt x="6250" y="5600"/>
                  </a:lnTo>
                  <a:lnTo>
                    <a:pt x="6224" y="5500"/>
                  </a:lnTo>
                  <a:lnTo>
                    <a:pt x="6124" y="5474"/>
                  </a:lnTo>
                  <a:lnTo>
                    <a:pt x="6124" y="5400"/>
                  </a:lnTo>
                  <a:lnTo>
                    <a:pt x="5950" y="5400"/>
                  </a:lnTo>
                  <a:lnTo>
                    <a:pt x="5924" y="5300"/>
                  </a:lnTo>
                  <a:lnTo>
                    <a:pt x="5824" y="5274"/>
                  </a:lnTo>
                  <a:lnTo>
                    <a:pt x="5824" y="5200"/>
                  </a:lnTo>
                  <a:lnTo>
                    <a:pt x="5700" y="5200"/>
                  </a:lnTo>
                  <a:lnTo>
                    <a:pt x="5700" y="5274"/>
                  </a:lnTo>
                  <a:lnTo>
                    <a:pt x="5600" y="5300"/>
                  </a:lnTo>
                  <a:lnTo>
                    <a:pt x="5574" y="5400"/>
                  </a:lnTo>
                  <a:close/>
                  <a:moveTo>
                    <a:pt x="6424" y="6750"/>
                  </a:moveTo>
                  <a:lnTo>
                    <a:pt x="6474" y="6724"/>
                  </a:lnTo>
                  <a:lnTo>
                    <a:pt x="6500" y="6774"/>
                  </a:lnTo>
                  <a:lnTo>
                    <a:pt x="6450" y="6800"/>
                  </a:lnTo>
                  <a:close/>
                  <a:moveTo>
                    <a:pt x="5824" y="5750"/>
                  </a:moveTo>
                  <a:lnTo>
                    <a:pt x="5874" y="5724"/>
                  </a:lnTo>
                  <a:lnTo>
                    <a:pt x="5900" y="5774"/>
                  </a:lnTo>
                  <a:lnTo>
                    <a:pt x="5850" y="5800"/>
                  </a:lnTo>
                  <a:close/>
                  <a:moveTo>
                    <a:pt x="5924" y="5650"/>
                  </a:moveTo>
                  <a:lnTo>
                    <a:pt x="5974" y="5624"/>
                  </a:lnTo>
                  <a:lnTo>
                    <a:pt x="6000" y="5674"/>
                  </a:lnTo>
                  <a:lnTo>
                    <a:pt x="5950" y="5700"/>
                  </a:lnTo>
                  <a:close/>
                  <a:moveTo>
                    <a:pt x="6024" y="5550"/>
                  </a:moveTo>
                  <a:lnTo>
                    <a:pt x="6074" y="5524"/>
                  </a:lnTo>
                  <a:lnTo>
                    <a:pt x="6100" y="5574"/>
                  </a:lnTo>
                  <a:lnTo>
                    <a:pt x="6050" y="5600"/>
                  </a:lnTo>
                  <a:close/>
                  <a:moveTo>
                    <a:pt x="4600" y="5200"/>
                  </a:moveTo>
                  <a:lnTo>
                    <a:pt x="4600" y="5324"/>
                  </a:lnTo>
                  <a:lnTo>
                    <a:pt x="4724" y="5324"/>
                  </a:lnTo>
                  <a:lnTo>
                    <a:pt x="4724" y="5200"/>
                  </a:lnTo>
                  <a:close/>
                  <a:moveTo>
                    <a:pt x="3800" y="5100"/>
                  </a:moveTo>
                  <a:lnTo>
                    <a:pt x="3800" y="5224"/>
                  </a:lnTo>
                  <a:lnTo>
                    <a:pt x="3924" y="5224"/>
                  </a:lnTo>
                  <a:lnTo>
                    <a:pt x="3924" y="5100"/>
                  </a:lnTo>
                  <a:close/>
                  <a:moveTo>
                    <a:pt x="3600" y="5000"/>
                  </a:moveTo>
                  <a:lnTo>
                    <a:pt x="3600" y="5124"/>
                  </a:lnTo>
                  <a:lnTo>
                    <a:pt x="3724" y="5124"/>
                  </a:lnTo>
                  <a:lnTo>
                    <a:pt x="3724" y="5000"/>
                  </a:lnTo>
                  <a:close/>
                  <a:moveTo>
                    <a:pt x="4800" y="4600"/>
                  </a:moveTo>
                  <a:lnTo>
                    <a:pt x="4800" y="4724"/>
                  </a:lnTo>
                  <a:lnTo>
                    <a:pt x="5024" y="4724"/>
                  </a:lnTo>
                  <a:lnTo>
                    <a:pt x="5024" y="4600"/>
                  </a:lnTo>
                  <a:close/>
                  <a:moveTo>
                    <a:pt x="4500" y="4600"/>
                  </a:moveTo>
                  <a:lnTo>
                    <a:pt x="4500" y="4724"/>
                  </a:lnTo>
                  <a:lnTo>
                    <a:pt x="4724" y="4724"/>
                  </a:lnTo>
                  <a:lnTo>
                    <a:pt x="4724" y="4600"/>
                  </a:lnTo>
                  <a:close/>
                  <a:moveTo>
                    <a:pt x="4200" y="4600"/>
                  </a:moveTo>
                  <a:lnTo>
                    <a:pt x="4200" y="4724"/>
                  </a:lnTo>
                  <a:lnTo>
                    <a:pt x="4424" y="4724"/>
                  </a:lnTo>
                  <a:lnTo>
                    <a:pt x="4424" y="4600"/>
                  </a:lnTo>
                  <a:close/>
                  <a:moveTo>
                    <a:pt x="3200" y="4600"/>
                  </a:moveTo>
                  <a:lnTo>
                    <a:pt x="3200" y="4724"/>
                  </a:lnTo>
                  <a:lnTo>
                    <a:pt x="3274" y="4724"/>
                  </a:lnTo>
                  <a:lnTo>
                    <a:pt x="3300" y="4824"/>
                  </a:lnTo>
                  <a:lnTo>
                    <a:pt x="3424" y="4824"/>
                  </a:lnTo>
                  <a:lnTo>
                    <a:pt x="3424" y="4700"/>
                  </a:lnTo>
                  <a:lnTo>
                    <a:pt x="3350" y="4700"/>
                  </a:lnTo>
                  <a:lnTo>
                    <a:pt x="3324" y="4600"/>
                  </a:lnTo>
                  <a:close/>
                  <a:moveTo>
                    <a:pt x="2700" y="4600"/>
                  </a:moveTo>
                  <a:lnTo>
                    <a:pt x="2700" y="4724"/>
                  </a:lnTo>
                  <a:lnTo>
                    <a:pt x="2824" y="4724"/>
                  </a:lnTo>
                  <a:lnTo>
                    <a:pt x="2824" y="4600"/>
                  </a:lnTo>
                  <a:close/>
                  <a:moveTo>
                    <a:pt x="5600" y="4500"/>
                  </a:moveTo>
                  <a:lnTo>
                    <a:pt x="5600" y="4624"/>
                  </a:lnTo>
                  <a:lnTo>
                    <a:pt x="5724" y="4624"/>
                  </a:lnTo>
                  <a:lnTo>
                    <a:pt x="5724" y="4500"/>
                  </a:lnTo>
                  <a:close/>
                  <a:moveTo>
                    <a:pt x="0" y="4400"/>
                  </a:moveTo>
                  <a:lnTo>
                    <a:pt x="0" y="4524"/>
                  </a:lnTo>
                  <a:lnTo>
                    <a:pt x="124" y="4524"/>
                  </a:lnTo>
                  <a:lnTo>
                    <a:pt x="124" y="4400"/>
                  </a:lnTo>
                  <a:close/>
                  <a:moveTo>
                    <a:pt x="4300" y="4300"/>
                  </a:moveTo>
                  <a:lnTo>
                    <a:pt x="4300" y="4524"/>
                  </a:lnTo>
                  <a:lnTo>
                    <a:pt x="4424" y="4524"/>
                  </a:lnTo>
                  <a:lnTo>
                    <a:pt x="4424" y="4300"/>
                  </a:lnTo>
                  <a:close/>
                  <a:moveTo>
                    <a:pt x="3500" y="4300"/>
                  </a:moveTo>
                  <a:lnTo>
                    <a:pt x="3500" y="4624"/>
                  </a:lnTo>
                  <a:lnTo>
                    <a:pt x="3624" y="4624"/>
                  </a:lnTo>
                  <a:lnTo>
                    <a:pt x="3624" y="4550"/>
                  </a:lnTo>
                  <a:lnTo>
                    <a:pt x="3674" y="4524"/>
                  </a:lnTo>
                  <a:lnTo>
                    <a:pt x="3700" y="4550"/>
                  </a:lnTo>
                  <a:lnTo>
                    <a:pt x="3700" y="4724"/>
                  </a:lnTo>
                  <a:lnTo>
                    <a:pt x="4124" y="4724"/>
                  </a:lnTo>
                  <a:lnTo>
                    <a:pt x="4124" y="4600"/>
                  </a:lnTo>
                  <a:lnTo>
                    <a:pt x="3850" y="4600"/>
                  </a:lnTo>
                  <a:lnTo>
                    <a:pt x="3824" y="4574"/>
                  </a:lnTo>
                  <a:lnTo>
                    <a:pt x="3850" y="4524"/>
                  </a:lnTo>
                  <a:lnTo>
                    <a:pt x="3924" y="4524"/>
                  </a:lnTo>
                  <a:lnTo>
                    <a:pt x="3950" y="4424"/>
                  </a:lnTo>
                  <a:lnTo>
                    <a:pt x="4024" y="4424"/>
                  </a:lnTo>
                  <a:lnTo>
                    <a:pt x="4024" y="4300"/>
                  </a:lnTo>
                  <a:lnTo>
                    <a:pt x="3800" y="4300"/>
                  </a:lnTo>
                  <a:lnTo>
                    <a:pt x="3800" y="4474"/>
                  </a:lnTo>
                  <a:lnTo>
                    <a:pt x="3774" y="4500"/>
                  </a:lnTo>
                  <a:lnTo>
                    <a:pt x="3724" y="4474"/>
                  </a:lnTo>
                  <a:lnTo>
                    <a:pt x="3724" y="4400"/>
                  </a:lnTo>
                  <a:lnTo>
                    <a:pt x="3624" y="4374"/>
                  </a:lnTo>
                  <a:lnTo>
                    <a:pt x="3624" y="4300"/>
                  </a:lnTo>
                  <a:close/>
                  <a:moveTo>
                    <a:pt x="4100" y="4200"/>
                  </a:moveTo>
                  <a:lnTo>
                    <a:pt x="4100" y="4324"/>
                  </a:lnTo>
                  <a:lnTo>
                    <a:pt x="4224" y="4324"/>
                  </a:lnTo>
                  <a:lnTo>
                    <a:pt x="4224" y="4200"/>
                  </a:lnTo>
                  <a:close/>
                  <a:moveTo>
                    <a:pt x="200" y="4300"/>
                  </a:moveTo>
                  <a:lnTo>
                    <a:pt x="200" y="4624"/>
                  </a:lnTo>
                  <a:lnTo>
                    <a:pt x="2424" y="4624"/>
                  </a:lnTo>
                  <a:lnTo>
                    <a:pt x="2424" y="4300"/>
                  </a:lnTo>
                  <a:lnTo>
                    <a:pt x="2300" y="4300"/>
                  </a:lnTo>
                  <a:lnTo>
                    <a:pt x="2300" y="4474"/>
                  </a:lnTo>
                  <a:lnTo>
                    <a:pt x="2274" y="4500"/>
                  </a:lnTo>
                  <a:lnTo>
                    <a:pt x="350" y="4500"/>
                  </a:lnTo>
                  <a:lnTo>
                    <a:pt x="324" y="4450"/>
                  </a:lnTo>
                  <a:lnTo>
                    <a:pt x="424" y="4424"/>
                  </a:lnTo>
                  <a:lnTo>
                    <a:pt x="450" y="4324"/>
                  </a:lnTo>
                  <a:lnTo>
                    <a:pt x="524" y="4324"/>
                  </a:lnTo>
                  <a:lnTo>
                    <a:pt x="524" y="4100"/>
                  </a:lnTo>
                  <a:lnTo>
                    <a:pt x="400" y="4100"/>
                  </a:lnTo>
                  <a:lnTo>
                    <a:pt x="400" y="4274"/>
                  </a:lnTo>
                  <a:lnTo>
                    <a:pt x="374" y="4300"/>
                  </a:lnTo>
                  <a:close/>
                  <a:moveTo>
                    <a:pt x="6200" y="4000"/>
                  </a:moveTo>
                  <a:lnTo>
                    <a:pt x="6200" y="4324"/>
                  </a:lnTo>
                  <a:lnTo>
                    <a:pt x="6324" y="4324"/>
                  </a:lnTo>
                  <a:lnTo>
                    <a:pt x="6324" y="4000"/>
                  </a:lnTo>
                  <a:close/>
                  <a:moveTo>
                    <a:pt x="700" y="4000"/>
                  </a:moveTo>
                  <a:lnTo>
                    <a:pt x="700" y="4224"/>
                  </a:lnTo>
                  <a:lnTo>
                    <a:pt x="824" y="4224"/>
                  </a:lnTo>
                  <a:lnTo>
                    <a:pt x="824" y="4000"/>
                  </a:lnTo>
                  <a:close/>
                  <a:moveTo>
                    <a:pt x="5800" y="3800"/>
                  </a:moveTo>
                  <a:lnTo>
                    <a:pt x="5800" y="3924"/>
                  </a:lnTo>
                  <a:lnTo>
                    <a:pt x="5924" y="3924"/>
                  </a:lnTo>
                  <a:lnTo>
                    <a:pt x="5924" y="3800"/>
                  </a:lnTo>
                  <a:close/>
                  <a:moveTo>
                    <a:pt x="2300" y="3800"/>
                  </a:moveTo>
                  <a:lnTo>
                    <a:pt x="2300" y="3974"/>
                  </a:lnTo>
                  <a:lnTo>
                    <a:pt x="2274" y="4000"/>
                  </a:lnTo>
                  <a:lnTo>
                    <a:pt x="2100" y="4000"/>
                  </a:lnTo>
                  <a:lnTo>
                    <a:pt x="2100" y="4124"/>
                  </a:lnTo>
                  <a:lnTo>
                    <a:pt x="2174" y="4124"/>
                  </a:lnTo>
                  <a:lnTo>
                    <a:pt x="2200" y="4224"/>
                  </a:lnTo>
                  <a:lnTo>
                    <a:pt x="2424" y="4224"/>
                  </a:lnTo>
                  <a:lnTo>
                    <a:pt x="2424" y="3800"/>
                  </a:lnTo>
                  <a:close/>
                  <a:moveTo>
                    <a:pt x="1900" y="3800"/>
                  </a:moveTo>
                  <a:lnTo>
                    <a:pt x="1900" y="3924"/>
                  </a:lnTo>
                  <a:lnTo>
                    <a:pt x="2024" y="3924"/>
                  </a:lnTo>
                  <a:lnTo>
                    <a:pt x="2024" y="3800"/>
                  </a:lnTo>
                  <a:close/>
                  <a:moveTo>
                    <a:pt x="1700" y="3600"/>
                  </a:moveTo>
                  <a:lnTo>
                    <a:pt x="1700" y="3724"/>
                  </a:lnTo>
                  <a:lnTo>
                    <a:pt x="1824" y="3724"/>
                  </a:lnTo>
                  <a:lnTo>
                    <a:pt x="1824" y="3600"/>
                  </a:lnTo>
                  <a:close/>
                  <a:moveTo>
                    <a:pt x="1624" y="3600"/>
                  </a:moveTo>
                  <a:lnTo>
                    <a:pt x="1500" y="3600"/>
                  </a:lnTo>
                  <a:lnTo>
                    <a:pt x="1500" y="3674"/>
                  </a:lnTo>
                  <a:lnTo>
                    <a:pt x="1400" y="3700"/>
                  </a:lnTo>
                  <a:lnTo>
                    <a:pt x="1400" y="3774"/>
                  </a:lnTo>
                  <a:lnTo>
                    <a:pt x="1300" y="3800"/>
                  </a:lnTo>
                  <a:lnTo>
                    <a:pt x="1300" y="3874"/>
                  </a:lnTo>
                  <a:lnTo>
                    <a:pt x="1200" y="3900"/>
                  </a:lnTo>
                  <a:lnTo>
                    <a:pt x="1200" y="3974"/>
                  </a:lnTo>
                  <a:lnTo>
                    <a:pt x="1100" y="4000"/>
                  </a:lnTo>
                  <a:lnTo>
                    <a:pt x="1074" y="4100"/>
                  </a:lnTo>
                  <a:lnTo>
                    <a:pt x="1000" y="4100"/>
                  </a:lnTo>
                  <a:lnTo>
                    <a:pt x="1000" y="4424"/>
                  </a:lnTo>
                  <a:lnTo>
                    <a:pt x="1124" y="4424"/>
                  </a:lnTo>
                  <a:lnTo>
                    <a:pt x="1124" y="4150"/>
                  </a:lnTo>
                  <a:lnTo>
                    <a:pt x="1224" y="4124"/>
                  </a:lnTo>
                  <a:lnTo>
                    <a:pt x="1224" y="4050"/>
                  </a:lnTo>
                  <a:lnTo>
                    <a:pt x="1324" y="4024"/>
                  </a:lnTo>
                  <a:lnTo>
                    <a:pt x="1324" y="3950"/>
                  </a:lnTo>
                  <a:lnTo>
                    <a:pt x="1424" y="3924"/>
                  </a:lnTo>
                  <a:lnTo>
                    <a:pt x="1424" y="3850"/>
                  </a:lnTo>
                  <a:lnTo>
                    <a:pt x="1524" y="3824"/>
                  </a:lnTo>
                  <a:lnTo>
                    <a:pt x="1550" y="3724"/>
                  </a:lnTo>
                  <a:lnTo>
                    <a:pt x="1624" y="3724"/>
                  </a:lnTo>
                  <a:close/>
                  <a:moveTo>
                    <a:pt x="4000" y="3500"/>
                  </a:moveTo>
                  <a:lnTo>
                    <a:pt x="4000" y="3574"/>
                  </a:lnTo>
                  <a:lnTo>
                    <a:pt x="3900" y="3600"/>
                  </a:lnTo>
                  <a:lnTo>
                    <a:pt x="3900" y="3824"/>
                  </a:lnTo>
                  <a:lnTo>
                    <a:pt x="4074" y="3824"/>
                  </a:lnTo>
                  <a:lnTo>
                    <a:pt x="4100" y="3924"/>
                  </a:lnTo>
                  <a:lnTo>
                    <a:pt x="4324" y="3924"/>
                  </a:lnTo>
                  <a:lnTo>
                    <a:pt x="4324" y="3850"/>
                  </a:lnTo>
                  <a:lnTo>
                    <a:pt x="4424" y="3824"/>
                  </a:lnTo>
                  <a:lnTo>
                    <a:pt x="4424" y="3600"/>
                  </a:lnTo>
                  <a:lnTo>
                    <a:pt x="4350" y="3600"/>
                  </a:lnTo>
                  <a:lnTo>
                    <a:pt x="4324" y="3500"/>
                  </a:lnTo>
                  <a:lnTo>
                    <a:pt x="4200" y="3500"/>
                  </a:lnTo>
                  <a:lnTo>
                    <a:pt x="4200" y="3624"/>
                  </a:lnTo>
                  <a:lnTo>
                    <a:pt x="4300" y="3650"/>
                  </a:lnTo>
                  <a:lnTo>
                    <a:pt x="4300" y="3774"/>
                  </a:lnTo>
                  <a:lnTo>
                    <a:pt x="4274" y="3800"/>
                  </a:lnTo>
                  <a:lnTo>
                    <a:pt x="4150" y="3800"/>
                  </a:lnTo>
                  <a:lnTo>
                    <a:pt x="4124" y="3774"/>
                  </a:lnTo>
                  <a:lnTo>
                    <a:pt x="4124" y="3500"/>
                  </a:lnTo>
                  <a:close/>
                  <a:moveTo>
                    <a:pt x="600" y="3500"/>
                  </a:moveTo>
                  <a:lnTo>
                    <a:pt x="600" y="3724"/>
                  </a:lnTo>
                  <a:lnTo>
                    <a:pt x="924" y="3724"/>
                  </a:lnTo>
                  <a:lnTo>
                    <a:pt x="924" y="3600"/>
                  </a:lnTo>
                  <a:lnTo>
                    <a:pt x="750" y="3600"/>
                  </a:lnTo>
                  <a:lnTo>
                    <a:pt x="724" y="3500"/>
                  </a:lnTo>
                  <a:close/>
                  <a:moveTo>
                    <a:pt x="5700" y="3400"/>
                  </a:moveTo>
                  <a:lnTo>
                    <a:pt x="5700" y="3524"/>
                  </a:lnTo>
                  <a:lnTo>
                    <a:pt x="5824" y="3524"/>
                  </a:lnTo>
                  <a:lnTo>
                    <a:pt x="5824" y="3400"/>
                  </a:lnTo>
                  <a:close/>
                  <a:moveTo>
                    <a:pt x="3500" y="3400"/>
                  </a:moveTo>
                  <a:lnTo>
                    <a:pt x="3500" y="4224"/>
                  </a:lnTo>
                  <a:lnTo>
                    <a:pt x="3624" y="4224"/>
                  </a:lnTo>
                  <a:lnTo>
                    <a:pt x="3624" y="3400"/>
                  </a:lnTo>
                  <a:close/>
                  <a:moveTo>
                    <a:pt x="5200" y="3300"/>
                  </a:moveTo>
                  <a:lnTo>
                    <a:pt x="5200" y="4024"/>
                  </a:lnTo>
                  <a:lnTo>
                    <a:pt x="5324" y="4024"/>
                  </a:lnTo>
                  <a:lnTo>
                    <a:pt x="5324" y="3300"/>
                  </a:lnTo>
                  <a:close/>
                  <a:moveTo>
                    <a:pt x="1000" y="3300"/>
                  </a:moveTo>
                  <a:lnTo>
                    <a:pt x="1000" y="3424"/>
                  </a:lnTo>
                  <a:lnTo>
                    <a:pt x="1124" y="3424"/>
                  </a:lnTo>
                  <a:lnTo>
                    <a:pt x="1124" y="3300"/>
                  </a:lnTo>
                  <a:close/>
                  <a:moveTo>
                    <a:pt x="2300" y="3200"/>
                  </a:moveTo>
                  <a:lnTo>
                    <a:pt x="2300" y="3424"/>
                  </a:lnTo>
                  <a:lnTo>
                    <a:pt x="2424" y="3424"/>
                  </a:lnTo>
                  <a:lnTo>
                    <a:pt x="2424" y="3200"/>
                  </a:lnTo>
                  <a:close/>
                  <a:moveTo>
                    <a:pt x="6100" y="3100"/>
                  </a:moveTo>
                  <a:lnTo>
                    <a:pt x="6100" y="3224"/>
                  </a:lnTo>
                  <a:lnTo>
                    <a:pt x="6224" y="3224"/>
                  </a:lnTo>
                  <a:lnTo>
                    <a:pt x="6224" y="3100"/>
                  </a:lnTo>
                  <a:close/>
                  <a:moveTo>
                    <a:pt x="3600" y="3100"/>
                  </a:moveTo>
                  <a:lnTo>
                    <a:pt x="3600" y="3224"/>
                  </a:lnTo>
                  <a:lnTo>
                    <a:pt x="5324" y="3224"/>
                  </a:lnTo>
                  <a:lnTo>
                    <a:pt x="5324" y="3100"/>
                  </a:lnTo>
                  <a:close/>
                  <a:moveTo>
                    <a:pt x="2700" y="3100"/>
                  </a:moveTo>
                  <a:lnTo>
                    <a:pt x="2700" y="3224"/>
                  </a:lnTo>
                  <a:lnTo>
                    <a:pt x="2824" y="3224"/>
                  </a:lnTo>
                  <a:lnTo>
                    <a:pt x="2824" y="3100"/>
                  </a:lnTo>
                  <a:close/>
                  <a:moveTo>
                    <a:pt x="500" y="3424"/>
                  </a:moveTo>
                  <a:lnTo>
                    <a:pt x="624" y="3424"/>
                  </a:lnTo>
                  <a:lnTo>
                    <a:pt x="624" y="3350"/>
                  </a:lnTo>
                  <a:lnTo>
                    <a:pt x="724" y="3324"/>
                  </a:lnTo>
                  <a:lnTo>
                    <a:pt x="750" y="3224"/>
                  </a:lnTo>
                  <a:lnTo>
                    <a:pt x="924" y="3224"/>
                  </a:lnTo>
                  <a:lnTo>
                    <a:pt x="924" y="3100"/>
                  </a:lnTo>
                  <a:lnTo>
                    <a:pt x="600" y="3100"/>
                  </a:lnTo>
                  <a:lnTo>
                    <a:pt x="600" y="3274"/>
                  </a:lnTo>
                  <a:lnTo>
                    <a:pt x="500" y="3300"/>
                  </a:lnTo>
                  <a:close/>
                  <a:moveTo>
                    <a:pt x="5500" y="3000"/>
                  </a:moveTo>
                  <a:lnTo>
                    <a:pt x="5500" y="3124"/>
                  </a:lnTo>
                  <a:lnTo>
                    <a:pt x="5624" y="3124"/>
                  </a:lnTo>
                  <a:lnTo>
                    <a:pt x="5624" y="3000"/>
                  </a:lnTo>
                  <a:close/>
                  <a:moveTo>
                    <a:pt x="2300" y="3000"/>
                  </a:moveTo>
                  <a:lnTo>
                    <a:pt x="2300" y="3124"/>
                  </a:lnTo>
                  <a:lnTo>
                    <a:pt x="2424" y="3124"/>
                  </a:lnTo>
                  <a:lnTo>
                    <a:pt x="2424" y="3000"/>
                  </a:lnTo>
                  <a:close/>
                  <a:moveTo>
                    <a:pt x="3400" y="2900"/>
                  </a:moveTo>
                  <a:lnTo>
                    <a:pt x="3400" y="3024"/>
                  </a:lnTo>
                  <a:lnTo>
                    <a:pt x="3524" y="3024"/>
                  </a:lnTo>
                  <a:lnTo>
                    <a:pt x="3524" y="2900"/>
                  </a:lnTo>
                  <a:close/>
                  <a:moveTo>
                    <a:pt x="5300" y="2800"/>
                  </a:moveTo>
                  <a:lnTo>
                    <a:pt x="5300" y="2924"/>
                  </a:lnTo>
                  <a:lnTo>
                    <a:pt x="5424" y="2924"/>
                  </a:lnTo>
                  <a:lnTo>
                    <a:pt x="5424" y="2800"/>
                  </a:lnTo>
                  <a:close/>
                  <a:moveTo>
                    <a:pt x="4600" y="2500"/>
                  </a:moveTo>
                  <a:lnTo>
                    <a:pt x="4600" y="2624"/>
                  </a:lnTo>
                  <a:lnTo>
                    <a:pt x="4824" y="2624"/>
                  </a:lnTo>
                  <a:lnTo>
                    <a:pt x="4824" y="2500"/>
                  </a:lnTo>
                  <a:close/>
                  <a:moveTo>
                    <a:pt x="4300" y="2500"/>
                  </a:moveTo>
                  <a:lnTo>
                    <a:pt x="4300" y="2624"/>
                  </a:lnTo>
                  <a:lnTo>
                    <a:pt x="4524" y="2624"/>
                  </a:lnTo>
                  <a:lnTo>
                    <a:pt x="4524" y="2500"/>
                  </a:lnTo>
                  <a:close/>
                  <a:moveTo>
                    <a:pt x="5400" y="2300"/>
                  </a:moveTo>
                  <a:lnTo>
                    <a:pt x="5400" y="2424"/>
                  </a:lnTo>
                  <a:lnTo>
                    <a:pt x="5524" y="2424"/>
                  </a:lnTo>
                  <a:lnTo>
                    <a:pt x="5524" y="2300"/>
                  </a:lnTo>
                  <a:close/>
                  <a:moveTo>
                    <a:pt x="3400" y="2300"/>
                  </a:moveTo>
                  <a:lnTo>
                    <a:pt x="3400" y="2424"/>
                  </a:lnTo>
                  <a:lnTo>
                    <a:pt x="3524" y="2424"/>
                  </a:lnTo>
                  <a:lnTo>
                    <a:pt x="3524" y="2300"/>
                  </a:lnTo>
                  <a:close/>
                  <a:moveTo>
                    <a:pt x="3600" y="2200"/>
                  </a:moveTo>
                  <a:lnTo>
                    <a:pt x="3600" y="2324"/>
                  </a:lnTo>
                  <a:lnTo>
                    <a:pt x="3724" y="2324"/>
                  </a:lnTo>
                  <a:lnTo>
                    <a:pt x="3724" y="2200"/>
                  </a:lnTo>
                  <a:close/>
                  <a:moveTo>
                    <a:pt x="4300" y="2000"/>
                  </a:moveTo>
                  <a:lnTo>
                    <a:pt x="4300" y="2124"/>
                  </a:lnTo>
                  <a:lnTo>
                    <a:pt x="4524" y="2124"/>
                  </a:lnTo>
                  <a:lnTo>
                    <a:pt x="4524" y="2000"/>
                  </a:lnTo>
                  <a:close/>
                  <a:moveTo>
                    <a:pt x="3024" y="1800"/>
                  </a:moveTo>
                  <a:lnTo>
                    <a:pt x="2900" y="1800"/>
                  </a:lnTo>
                  <a:lnTo>
                    <a:pt x="2900" y="1974"/>
                  </a:lnTo>
                  <a:lnTo>
                    <a:pt x="2874" y="2000"/>
                  </a:lnTo>
                  <a:lnTo>
                    <a:pt x="350" y="2000"/>
                  </a:lnTo>
                  <a:lnTo>
                    <a:pt x="324" y="1900"/>
                  </a:lnTo>
                  <a:lnTo>
                    <a:pt x="100" y="1900"/>
                  </a:lnTo>
                  <a:lnTo>
                    <a:pt x="100" y="2024"/>
                  </a:lnTo>
                  <a:lnTo>
                    <a:pt x="174" y="2024"/>
                  </a:lnTo>
                  <a:lnTo>
                    <a:pt x="200" y="2124"/>
                  </a:lnTo>
                  <a:lnTo>
                    <a:pt x="2924" y="2124"/>
                  </a:lnTo>
                  <a:lnTo>
                    <a:pt x="2924" y="2050"/>
                  </a:lnTo>
                  <a:lnTo>
                    <a:pt x="3024" y="2024"/>
                  </a:lnTo>
                  <a:close/>
                  <a:moveTo>
                    <a:pt x="900" y="1600"/>
                  </a:moveTo>
                  <a:lnTo>
                    <a:pt x="900" y="1724"/>
                  </a:lnTo>
                  <a:lnTo>
                    <a:pt x="1074" y="1724"/>
                  </a:lnTo>
                  <a:lnTo>
                    <a:pt x="1100" y="1824"/>
                  </a:lnTo>
                  <a:lnTo>
                    <a:pt x="1200" y="1850"/>
                  </a:lnTo>
                  <a:lnTo>
                    <a:pt x="1200" y="1924"/>
                  </a:lnTo>
                  <a:lnTo>
                    <a:pt x="1324" y="1924"/>
                  </a:lnTo>
                  <a:lnTo>
                    <a:pt x="1324" y="1700"/>
                  </a:lnTo>
                  <a:lnTo>
                    <a:pt x="1150" y="1700"/>
                  </a:lnTo>
                  <a:lnTo>
                    <a:pt x="1124" y="1600"/>
                  </a:lnTo>
                  <a:close/>
                  <a:moveTo>
                    <a:pt x="824" y="1500"/>
                  </a:moveTo>
                  <a:lnTo>
                    <a:pt x="700" y="1500"/>
                  </a:lnTo>
                  <a:lnTo>
                    <a:pt x="700" y="1574"/>
                  </a:lnTo>
                  <a:lnTo>
                    <a:pt x="600" y="1600"/>
                  </a:lnTo>
                  <a:lnTo>
                    <a:pt x="600" y="1724"/>
                  </a:lnTo>
                  <a:lnTo>
                    <a:pt x="724" y="1724"/>
                  </a:lnTo>
                  <a:lnTo>
                    <a:pt x="724" y="1650"/>
                  </a:lnTo>
                  <a:lnTo>
                    <a:pt x="824" y="1624"/>
                  </a:lnTo>
                  <a:close/>
                  <a:moveTo>
                    <a:pt x="6400" y="1400"/>
                  </a:moveTo>
                  <a:lnTo>
                    <a:pt x="6400" y="1524"/>
                  </a:lnTo>
                  <a:lnTo>
                    <a:pt x="6524" y="1524"/>
                  </a:lnTo>
                  <a:lnTo>
                    <a:pt x="6524" y="1400"/>
                  </a:lnTo>
                  <a:close/>
                  <a:moveTo>
                    <a:pt x="2600" y="1400"/>
                  </a:moveTo>
                  <a:lnTo>
                    <a:pt x="2600" y="1524"/>
                  </a:lnTo>
                  <a:lnTo>
                    <a:pt x="2674" y="1524"/>
                  </a:lnTo>
                  <a:lnTo>
                    <a:pt x="2700" y="1624"/>
                  </a:lnTo>
                  <a:lnTo>
                    <a:pt x="2800" y="1650"/>
                  </a:lnTo>
                  <a:lnTo>
                    <a:pt x="2800" y="1724"/>
                  </a:lnTo>
                  <a:lnTo>
                    <a:pt x="2924" y="1724"/>
                  </a:lnTo>
                  <a:lnTo>
                    <a:pt x="2924" y="1500"/>
                  </a:lnTo>
                  <a:lnTo>
                    <a:pt x="2750" y="1500"/>
                  </a:lnTo>
                  <a:lnTo>
                    <a:pt x="2724" y="1400"/>
                  </a:lnTo>
                  <a:close/>
                  <a:moveTo>
                    <a:pt x="1300" y="1400"/>
                  </a:moveTo>
                  <a:lnTo>
                    <a:pt x="1300" y="1524"/>
                  </a:lnTo>
                  <a:lnTo>
                    <a:pt x="1524" y="1524"/>
                  </a:lnTo>
                  <a:lnTo>
                    <a:pt x="1524" y="1400"/>
                  </a:lnTo>
                  <a:close/>
                  <a:moveTo>
                    <a:pt x="6700" y="1200"/>
                  </a:moveTo>
                  <a:lnTo>
                    <a:pt x="6700" y="1624"/>
                  </a:lnTo>
                  <a:lnTo>
                    <a:pt x="6824" y="1624"/>
                  </a:lnTo>
                  <a:lnTo>
                    <a:pt x="6824" y="1200"/>
                  </a:lnTo>
                  <a:close/>
                  <a:moveTo>
                    <a:pt x="1600" y="1100"/>
                  </a:moveTo>
                  <a:lnTo>
                    <a:pt x="1600" y="1224"/>
                  </a:lnTo>
                  <a:lnTo>
                    <a:pt x="1724" y="1224"/>
                  </a:lnTo>
                  <a:lnTo>
                    <a:pt x="1724" y="1100"/>
                  </a:lnTo>
                  <a:close/>
                  <a:moveTo>
                    <a:pt x="4500" y="1000"/>
                  </a:moveTo>
                  <a:lnTo>
                    <a:pt x="4500" y="1124"/>
                  </a:lnTo>
                  <a:lnTo>
                    <a:pt x="4724" y="1124"/>
                  </a:lnTo>
                  <a:lnTo>
                    <a:pt x="4724" y="1000"/>
                  </a:lnTo>
                  <a:close/>
                  <a:moveTo>
                    <a:pt x="900" y="1000"/>
                  </a:moveTo>
                  <a:lnTo>
                    <a:pt x="900" y="1124"/>
                  </a:lnTo>
                  <a:lnTo>
                    <a:pt x="1124" y="1124"/>
                  </a:lnTo>
                  <a:lnTo>
                    <a:pt x="1124" y="1000"/>
                  </a:lnTo>
                  <a:close/>
                  <a:moveTo>
                    <a:pt x="4800" y="900"/>
                  </a:moveTo>
                  <a:lnTo>
                    <a:pt x="4800" y="1024"/>
                  </a:lnTo>
                  <a:lnTo>
                    <a:pt x="5024" y="1024"/>
                  </a:lnTo>
                  <a:lnTo>
                    <a:pt x="5024" y="900"/>
                  </a:lnTo>
                  <a:close/>
                  <a:moveTo>
                    <a:pt x="2100" y="900"/>
                  </a:moveTo>
                  <a:lnTo>
                    <a:pt x="2100" y="1024"/>
                  </a:lnTo>
                  <a:lnTo>
                    <a:pt x="2174" y="1024"/>
                  </a:lnTo>
                  <a:lnTo>
                    <a:pt x="2200" y="1124"/>
                  </a:lnTo>
                  <a:lnTo>
                    <a:pt x="2274" y="1124"/>
                  </a:lnTo>
                  <a:lnTo>
                    <a:pt x="2300" y="1224"/>
                  </a:lnTo>
                  <a:lnTo>
                    <a:pt x="2400" y="1250"/>
                  </a:lnTo>
                  <a:lnTo>
                    <a:pt x="2400" y="1324"/>
                  </a:lnTo>
                  <a:lnTo>
                    <a:pt x="2524" y="1324"/>
                  </a:lnTo>
                  <a:lnTo>
                    <a:pt x="2524" y="1200"/>
                  </a:lnTo>
                  <a:lnTo>
                    <a:pt x="2450" y="1200"/>
                  </a:lnTo>
                  <a:lnTo>
                    <a:pt x="2424" y="1100"/>
                  </a:lnTo>
                  <a:lnTo>
                    <a:pt x="2350" y="1100"/>
                  </a:lnTo>
                  <a:lnTo>
                    <a:pt x="2324" y="1000"/>
                  </a:lnTo>
                  <a:lnTo>
                    <a:pt x="2224" y="974"/>
                  </a:lnTo>
                  <a:lnTo>
                    <a:pt x="2224" y="900"/>
                  </a:lnTo>
                  <a:close/>
                  <a:moveTo>
                    <a:pt x="700" y="900"/>
                  </a:moveTo>
                  <a:lnTo>
                    <a:pt x="700" y="1024"/>
                  </a:lnTo>
                  <a:lnTo>
                    <a:pt x="824" y="1024"/>
                  </a:lnTo>
                  <a:lnTo>
                    <a:pt x="824" y="900"/>
                  </a:lnTo>
                  <a:close/>
                  <a:moveTo>
                    <a:pt x="6724" y="2000"/>
                  </a:moveTo>
                  <a:lnTo>
                    <a:pt x="4750" y="2000"/>
                  </a:lnTo>
                  <a:lnTo>
                    <a:pt x="4724" y="1974"/>
                  </a:lnTo>
                  <a:lnTo>
                    <a:pt x="4750" y="1924"/>
                  </a:lnTo>
                  <a:lnTo>
                    <a:pt x="4824" y="1924"/>
                  </a:lnTo>
                  <a:lnTo>
                    <a:pt x="4850" y="1824"/>
                  </a:lnTo>
                  <a:lnTo>
                    <a:pt x="4924" y="1824"/>
                  </a:lnTo>
                  <a:lnTo>
                    <a:pt x="4950" y="1724"/>
                  </a:lnTo>
                  <a:lnTo>
                    <a:pt x="5024" y="1724"/>
                  </a:lnTo>
                  <a:lnTo>
                    <a:pt x="5050" y="1624"/>
                  </a:lnTo>
                  <a:lnTo>
                    <a:pt x="5124" y="1624"/>
                  </a:lnTo>
                  <a:lnTo>
                    <a:pt x="5150" y="1524"/>
                  </a:lnTo>
                  <a:lnTo>
                    <a:pt x="5224" y="1524"/>
                  </a:lnTo>
                  <a:lnTo>
                    <a:pt x="5250" y="1424"/>
                  </a:lnTo>
                  <a:lnTo>
                    <a:pt x="5324" y="1424"/>
                  </a:lnTo>
                  <a:lnTo>
                    <a:pt x="5350" y="1324"/>
                  </a:lnTo>
                  <a:lnTo>
                    <a:pt x="5424" y="1324"/>
                  </a:lnTo>
                  <a:lnTo>
                    <a:pt x="5450" y="1224"/>
                  </a:lnTo>
                  <a:lnTo>
                    <a:pt x="5524" y="1224"/>
                  </a:lnTo>
                  <a:lnTo>
                    <a:pt x="5550" y="1124"/>
                  </a:lnTo>
                  <a:lnTo>
                    <a:pt x="5624" y="1124"/>
                  </a:lnTo>
                  <a:lnTo>
                    <a:pt x="5650" y="1024"/>
                  </a:lnTo>
                  <a:lnTo>
                    <a:pt x="5724" y="1024"/>
                  </a:lnTo>
                  <a:lnTo>
                    <a:pt x="5750" y="924"/>
                  </a:lnTo>
                  <a:lnTo>
                    <a:pt x="5824" y="924"/>
                  </a:lnTo>
                  <a:lnTo>
                    <a:pt x="5824" y="800"/>
                  </a:lnTo>
                  <a:lnTo>
                    <a:pt x="5700" y="800"/>
                  </a:lnTo>
                  <a:lnTo>
                    <a:pt x="5700" y="874"/>
                  </a:lnTo>
                  <a:lnTo>
                    <a:pt x="5600" y="900"/>
                  </a:lnTo>
                  <a:lnTo>
                    <a:pt x="5600" y="974"/>
                  </a:lnTo>
                  <a:lnTo>
                    <a:pt x="5500" y="1000"/>
                  </a:lnTo>
                  <a:lnTo>
                    <a:pt x="5500" y="1074"/>
                  </a:lnTo>
                  <a:lnTo>
                    <a:pt x="5400" y="1100"/>
                  </a:lnTo>
                  <a:lnTo>
                    <a:pt x="5400" y="1174"/>
                  </a:lnTo>
                  <a:lnTo>
                    <a:pt x="5300" y="1200"/>
                  </a:lnTo>
                  <a:lnTo>
                    <a:pt x="5300" y="1274"/>
                  </a:lnTo>
                  <a:lnTo>
                    <a:pt x="5200" y="1300"/>
                  </a:lnTo>
                  <a:lnTo>
                    <a:pt x="5200" y="1374"/>
                  </a:lnTo>
                  <a:lnTo>
                    <a:pt x="5100" y="1400"/>
                  </a:lnTo>
                  <a:lnTo>
                    <a:pt x="5100" y="1474"/>
                  </a:lnTo>
                  <a:lnTo>
                    <a:pt x="5000" y="1500"/>
                  </a:lnTo>
                  <a:lnTo>
                    <a:pt x="5000" y="1574"/>
                  </a:lnTo>
                  <a:lnTo>
                    <a:pt x="4900" y="1600"/>
                  </a:lnTo>
                  <a:lnTo>
                    <a:pt x="4900" y="1674"/>
                  </a:lnTo>
                  <a:lnTo>
                    <a:pt x="4800" y="1700"/>
                  </a:lnTo>
                  <a:lnTo>
                    <a:pt x="4800" y="1774"/>
                  </a:lnTo>
                  <a:lnTo>
                    <a:pt x="4700" y="1800"/>
                  </a:lnTo>
                  <a:lnTo>
                    <a:pt x="4674" y="1900"/>
                  </a:lnTo>
                  <a:lnTo>
                    <a:pt x="4600" y="1900"/>
                  </a:lnTo>
                  <a:lnTo>
                    <a:pt x="4600" y="2124"/>
                  </a:lnTo>
                  <a:lnTo>
                    <a:pt x="5174" y="2124"/>
                  </a:lnTo>
                  <a:lnTo>
                    <a:pt x="5200" y="2224"/>
                  </a:lnTo>
                  <a:lnTo>
                    <a:pt x="5324" y="2224"/>
                  </a:lnTo>
                  <a:lnTo>
                    <a:pt x="5350" y="2124"/>
                  </a:lnTo>
                  <a:lnTo>
                    <a:pt x="6724" y="2124"/>
                  </a:lnTo>
                  <a:close/>
                  <a:moveTo>
                    <a:pt x="4400" y="800"/>
                  </a:moveTo>
                  <a:lnTo>
                    <a:pt x="4400" y="924"/>
                  </a:lnTo>
                  <a:lnTo>
                    <a:pt x="4524" y="924"/>
                  </a:lnTo>
                  <a:lnTo>
                    <a:pt x="4524" y="800"/>
                  </a:lnTo>
                  <a:close/>
                  <a:moveTo>
                    <a:pt x="4900" y="700"/>
                  </a:moveTo>
                  <a:lnTo>
                    <a:pt x="4900" y="824"/>
                  </a:lnTo>
                  <a:lnTo>
                    <a:pt x="5024" y="824"/>
                  </a:lnTo>
                  <a:lnTo>
                    <a:pt x="5024" y="700"/>
                  </a:lnTo>
                  <a:close/>
                  <a:moveTo>
                    <a:pt x="1000" y="500"/>
                  </a:moveTo>
                  <a:lnTo>
                    <a:pt x="1000" y="624"/>
                  </a:lnTo>
                  <a:lnTo>
                    <a:pt x="1074" y="624"/>
                  </a:lnTo>
                  <a:lnTo>
                    <a:pt x="1100" y="724"/>
                  </a:lnTo>
                  <a:lnTo>
                    <a:pt x="1224" y="724"/>
                  </a:lnTo>
                  <a:lnTo>
                    <a:pt x="1224" y="500"/>
                  </a:lnTo>
                  <a:close/>
                  <a:moveTo>
                    <a:pt x="4400" y="500"/>
                  </a:moveTo>
                  <a:lnTo>
                    <a:pt x="4400" y="724"/>
                  </a:lnTo>
                  <a:lnTo>
                    <a:pt x="4524" y="724"/>
                  </a:lnTo>
                  <a:lnTo>
                    <a:pt x="4524" y="650"/>
                  </a:lnTo>
                  <a:lnTo>
                    <a:pt x="4624" y="624"/>
                  </a:lnTo>
                  <a:lnTo>
                    <a:pt x="4650" y="524"/>
                  </a:lnTo>
                  <a:lnTo>
                    <a:pt x="4774" y="524"/>
                  </a:lnTo>
                  <a:lnTo>
                    <a:pt x="4800" y="624"/>
                  </a:lnTo>
                  <a:lnTo>
                    <a:pt x="4924" y="624"/>
                  </a:lnTo>
                  <a:lnTo>
                    <a:pt x="4924" y="500"/>
                  </a:lnTo>
                  <a:lnTo>
                    <a:pt x="4850" y="500"/>
                  </a:lnTo>
                  <a:lnTo>
                    <a:pt x="4824" y="400"/>
                  </a:lnTo>
                  <a:lnTo>
                    <a:pt x="4600" y="400"/>
                  </a:lnTo>
                  <a:lnTo>
                    <a:pt x="4574" y="500"/>
                  </a:lnTo>
                  <a:close/>
                  <a:moveTo>
                    <a:pt x="924" y="400"/>
                  </a:moveTo>
                  <a:lnTo>
                    <a:pt x="800" y="400"/>
                  </a:lnTo>
                  <a:lnTo>
                    <a:pt x="800" y="474"/>
                  </a:lnTo>
                  <a:lnTo>
                    <a:pt x="700" y="500"/>
                  </a:lnTo>
                  <a:lnTo>
                    <a:pt x="700" y="624"/>
                  </a:lnTo>
                  <a:lnTo>
                    <a:pt x="824" y="624"/>
                  </a:lnTo>
                  <a:lnTo>
                    <a:pt x="824" y="550"/>
                  </a:lnTo>
                  <a:lnTo>
                    <a:pt x="924" y="524"/>
                  </a:lnTo>
                  <a:close/>
                  <a:moveTo>
                    <a:pt x="6700" y="300"/>
                  </a:moveTo>
                  <a:lnTo>
                    <a:pt x="6700" y="1124"/>
                  </a:lnTo>
                  <a:lnTo>
                    <a:pt x="6824" y="1124"/>
                  </a:lnTo>
                  <a:lnTo>
                    <a:pt x="6824" y="300"/>
                  </a:lnTo>
                  <a:close/>
                  <a:moveTo>
                    <a:pt x="6700" y="100"/>
                  </a:moveTo>
                  <a:lnTo>
                    <a:pt x="6700" y="224"/>
                  </a:lnTo>
                  <a:lnTo>
                    <a:pt x="6824" y="224"/>
                  </a:lnTo>
                  <a:lnTo>
                    <a:pt x="6824" y="100"/>
                  </a:lnTo>
                  <a:close/>
                  <a:moveTo>
                    <a:pt x="6500" y="0"/>
                  </a:moveTo>
                  <a:lnTo>
                    <a:pt x="6500" y="124"/>
                  </a:lnTo>
                  <a:lnTo>
                    <a:pt x="6624" y="124"/>
                  </a:lnTo>
                  <a:lnTo>
                    <a:pt x="6624" y="0"/>
                  </a:lnTo>
                  <a:close/>
                  <a:moveTo>
                    <a:pt x="3700" y="0"/>
                  </a:moveTo>
                  <a:lnTo>
                    <a:pt x="3700" y="2124"/>
                  </a:lnTo>
                  <a:lnTo>
                    <a:pt x="3824" y="2124"/>
                  </a:lnTo>
                  <a:lnTo>
                    <a:pt x="3824" y="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924" y="124"/>
                  </a:lnTo>
                  <a:lnTo>
                    <a:pt x="1924" y="0"/>
                  </a:lnTo>
                  <a:close/>
                  <a:moveTo>
                    <a:pt x="200" y="0"/>
                  </a:moveTo>
                  <a:lnTo>
                    <a:pt x="200" y="124"/>
                  </a:lnTo>
                  <a:lnTo>
                    <a:pt x="324" y="124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4E63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sult reward illustration color 13"/>
            <p:cNvSpPr/>
            <p:nvPr/>
          </p:nvSpPr>
          <p:spPr>
            <a:xfrm>
              <a:off x="13006243" y="7775875"/>
              <a:ext cx="322235" cy="322235"/>
            </a:xfrm>
            <a:custGeom>
              <a:avLst/>
              <a:gdLst/>
              <a:ahLst/>
              <a:cxnLst/>
              <a:rect l="l" t="t" r="r" b="b"/>
              <a:pathLst>
                <a:path w="3524" h="3524">
                  <a:moveTo>
                    <a:pt x="1900" y="3400"/>
                  </a:moveTo>
                  <a:lnTo>
                    <a:pt x="1900" y="3524"/>
                  </a:lnTo>
                  <a:lnTo>
                    <a:pt x="2024" y="3524"/>
                  </a:lnTo>
                  <a:lnTo>
                    <a:pt x="2024" y="3400"/>
                  </a:lnTo>
                  <a:close/>
                  <a:moveTo>
                    <a:pt x="1400" y="3400"/>
                  </a:moveTo>
                  <a:lnTo>
                    <a:pt x="1400" y="3524"/>
                  </a:lnTo>
                  <a:lnTo>
                    <a:pt x="1524" y="3524"/>
                  </a:lnTo>
                  <a:lnTo>
                    <a:pt x="1524" y="3400"/>
                  </a:lnTo>
                  <a:close/>
                  <a:moveTo>
                    <a:pt x="2300" y="3300"/>
                  </a:moveTo>
                  <a:lnTo>
                    <a:pt x="2300" y="3424"/>
                  </a:lnTo>
                  <a:lnTo>
                    <a:pt x="2424" y="3424"/>
                  </a:lnTo>
                  <a:lnTo>
                    <a:pt x="2424" y="3300"/>
                  </a:lnTo>
                  <a:close/>
                  <a:moveTo>
                    <a:pt x="2400" y="2900"/>
                  </a:moveTo>
                  <a:lnTo>
                    <a:pt x="2400" y="3024"/>
                  </a:lnTo>
                  <a:lnTo>
                    <a:pt x="2524" y="3024"/>
                  </a:lnTo>
                  <a:lnTo>
                    <a:pt x="2524" y="2900"/>
                  </a:lnTo>
                  <a:close/>
                  <a:moveTo>
                    <a:pt x="3100" y="2700"/>
                  </a:moveTo>
                  <a:lnTo>
                    <a:pt x="3100" y="2824"/>
                  </a:lnTo>
                  <a:lnTo>
                    <a:pt x="3224" y="2824"/>
                  </a:lnTo>
                  <a:lnTo>
                    <a:pt x="3224" y="2700"/>
                  </a:lnTo>
                  <a:close/>
                  <a:moveTo>
                    <a:pt x="3400" y="2100"/>
                  </a:moveTo>
                  <a:lnTo>
                    <a:pt x="3400" y="2224"/>
                  </a:lnTo>
                  <a:lnTo>
                    <a:pt x="3524" y="2224"/>
                  </a:lnTo>
                  <a:lnTo>
                    <a:pt x="3524" y="2100"/>
                  </a:lnTo>
                  <a:close/>
                  <a:moveTo>
                    <a:pt x="300" y="2100"/>
                  </a:moveTo>
                  <a:lnTo>
                    <a:pt x="300" y="2224"/>
                  </a:lnTo>
                  <a:lnTo>
                    <a:pt x="424" y="2224"/>
                  </a:lnTo>
                  <a:lnTo>
                    <a:pt x="424" y="2100"/>
                  </a:lnTo>
                  <a:close/>
                  <a:moveTo>
                    <a:pt x="3100" y="1300"/>
                  </a:moveTo>
                  <a:lnTo>
                    <a:pt x="3100" y="1424"/>
                  </a:lnTo>
                  <a:lnTo>
                    <a:pt x="3224" y="1424"/>
                  </a:lnTo>
                  <a:lnTo>
                    <a:pt x="3224" y="1300"/>
                  </a:lnTo>
                  <a:close/>
                  <a:moveTo>
                    <a:pt x="0" y="1100"/>
                  </a:moveTo>
                  <a:lnTo>
                    <a:pt x="0" y="1224"/>
                  </a:lnTo>
                  <a:lnTo>
                    <a:pt x="124" y="1224"/>
                  </a:lnTo>
                  <a:lnTo>
                    <a:pt x="124" y="1100"/>
                  </a:lnTo>
                  <a:close/>
                  <a:moveTo>
                    <a:pt x="400" y="1000"/>
                  </a:moveTo>
                  <a:lnTo>
                    <a:pt x="400" y="1124"/>
                  </a:lnTo>
                  <a:lnTo>
                    <a:pt x="524" y="1124"/>
                  </a:lnTo>
                  <a:lnTo>
                    <a:pt x="524" y="1000"/>
                  </a:lnTo>
                  <a:close/>
                  <a:moveTo>
                    <a:pt x="3200" y="700"/>
                  </a:moveTo>
                  <a:lnTo>
                    <a:pt x="3200" y="824"/>
                  </a:lnTo>
                  <a:lnTo>
                    <a:pt x="3324" y="824"/>
                  </a:lnTo>
                  <a:lnTo>
                    <a:pt x="3324" y="700"/>
                  </a:lnTo>
                  <a:close/>
                  <a:moveTo>
                    <a:pt x="2800" y="700"/>
                  </a:moveTo>
                  <a:lnTo>
                    <a:pt x="2800" y="824"/>
                  </a:lnTo>
                  <a:lnTo>
                    <a:pt x="2924" y="824"/>
                  </a:lnTo>
                  <a:lnTo>
                    <a:pt x="2924" y="700"/>
                  </a:lnTo>
                  <a:close/>
                  <a:moveTo>
                    <a:pt x="700" y="600"/>
                  </a:moveTo>
                  <a:lnTo>
                    <a:pt x="700" y="724"/>
                  </a:lnTo>
                  <a:lnTo>
                    <a:pt x="824" y="724"/>
                  </a:lnTo>
                  <a:lnTo>
                    <a:pt x="824" y="600"/>
                  </a:lnTo>
                  <a:close/>
                  <a:moveTo>
                    <a:pt x="2400" y="400"/>
                  </a:moveTo>
                  <a:lnTo>
                    <a:pt x="2400" y="524"/>
                  </a:lnTo>
                  <a:lnTo>
                    <a:pt x="2524" y="524"/>
                  </a:lnTo>
                  <a:lnTo>
                    <a:pt x="2524" y="400"/>
                  </a:lnTo>
                  <a:close/>
                  <a:moveTo>
                    <a:pt x="2700" y="200"/>
                  </a:moveTo>
                  <a:lnTo>
                    <a:pt x="2700" y="324"/>
                  </a:lnTo>
                  <a:lnTo>
                    <a:pt x="2824" y="324"/>
                  </a:lnTo>
                  <a:lnTo>
                    <a:pt x="2824" y="200"/>
                  </a:lnTo>
                  <a:close/>
                  <a:moveTo>
                    <a:pt x="1100" y="0"/>
                  </a:moveTo>
                  <a:lnTo>
                    <a:pt x="1100" y="124"/>
                  </a:lnTo>
                  <a:lnTo>
                    <a:pt x="1224" y="124"/>
                  </a:lnTo>
                  <a:lnTo>
                    <a:pt x="1224" y="0"/>
                  </a:lnTo>
                  <a:close/>
                </a:path>
              </a:pathLst>
            </a:custGeom>
            <a:solidFill>
              <a:srgbClr val="787A5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sult reward illustration color 14"/>
            <p:cNvSpPr/>
            <p:nvPr/>
          </p:nvSpPr>
          <p:spPr>
            <a:xfrm>
              <a:off x="13006243" y="7775875"/>
              <a:ext cx="313091" cy="313091"/>
            </a:xfrm>
            <a:custGeom>
              <a:avLst/>
              <a:gdLst/>
              <a:ahLst/>
              <a:cxnLst/>
              <a:rect l="l" t="t" r="r" b="b"/>
              <a:pathLst>
                <a:path w="3424" h="3424">
                  <a:moveTo>
                    <a:pt x="3324" y="2300"/>
                  </a:moveTo>
                  <a:lnTo>
                    <a:pt x="3100" y="2300"/>
                  </a:lnTo>
                  <a:lnTo>
                    <a:pt x="3100" y="2374"/>
                  </a:lnTo>
                  <a:lnTo>
                    <a:pt x="3000" y="2400"/>
                  </a:lnTo>
                  <a:lnTo>
                    <a:pt x="3000" y="2574"/>
                  </a:lnTo>
                  <a:lnTo>
                    <a:pt x="2900" y="2600"/>
                  </a:lnTo>
                  <a:lnTo>
                    <a:pt x="2900" y="2674"/>
                  </a:lnTo>
                  <a:lnTo>
                    <a:pt x="2800" y="2700"/>
                  </a:lnTo>
                  <a:lnTo>
                    <a:pt x="2800" y="2774"/>
                  </a:lnTo>
                  <a:lnTo>
                    <a:pt x="2700" y="2800"/>
                  </a:lnTo>
                  <a:lnTo>
                    <a:pt x="2674" y="2900"/>
                  </a:lnTo>
                  <a:lnTo>
                    <a:pt x="2600" y="2900"/>
                  </a:lnTo>
                  <a:lnTo>
                    <a:pt x="2600" y="3024"/>
                  </a:lnTo>
                  <a:lnTo>
                    <a:pt x="2724" y="3024"/>
                  </a:lnTo>
                  <a:lnTo>
                    <a:pt x="2750" y="2924"/>
                  </a:lnTo>
                  <a:lnTo>
                    <a:pt x="2800" y="2950"/>
                  </a:lnTo>
                  <a:lnTo>
                    <a:pt x="2800" y="3024"/>
                  </a:lnTo>
                  <a:lnTo>
                    <a:pt x="2924" y="3024"/>
                  </a:lnTo>
                  <a:lnTo>
                    <a:pt x="2924" y="2950"/>
                  </a:lnTo>
                  <a:lnTo>
                    <a:pt x="3024" y="2924"/>
                  </a:lnTo>
                  <a:lnTo>
                    <a:pt x="3050" y="2824"/>
                  </a:lnTo>
                  <a:lnTo>
                    <a:pt x="3124" y="2824"/>
                  </a:lnTo>
                  <a:lnTo>
                    <a:pt x="3124" y="2700"/>
                  </a:lnTo>
                  <a:lnTo>
                    <a:pt x="3050" y="2700"/>
                  </a:lnTo>
                  <a:lnTo>
                    <a:pt x="3024" y="2650"/>
                  </a:lnTo>
                  <a:lnTo>
                    <a:pt x="3050" y="2624"/>
                  </a:lnTo>
                  <a:lnTo>
                    <a:pt x="3224" y="2624"/>
                  </a:lnTo>
                  <a:lnTo>
                    <a:pt x="3224" y="2550"/>
                  </a:lnTo>
                  <a:lnTo>
                    <a:pt x="3324" y="2524"/>
                  </a:lnTo>
                  <a:close/>
                  <a:moveTo>
                    <a:pt x="100" y="2200"/>
                  </a:moveTo>
                  <a:lnTo>
                    <a:pt x="100" y="2424"/>
                  </a:lnTo>
                  <a:lnTo>
                    <a:pt x="200" y="2450"/>
                  </a:lnTo>
                  <a:lnTo>
                    <a:pt x="200" y="2624"/>
                  </a:lnTo>
                  <a:lnTo>
                    <a:pt x="274" y="2624"/>
                  </a:lnTo>
                  <a:lnTo>
                    <a:pt x="300" y="2724"/>
                  </a:lnTo>
                  <a:lnTo>
                    <a:pt x="374" y="2724"/>
                  </a:lnTo>
                  <a:lnTo>
                    <a:pt x="400" y="2824"/>
                  </a:lnTo>
                  <a:lnTo>
                    <a:pt x="500" y="2850"/>
                  </a:lnTo>
                  <a:lnTo>
                    <a:pt x="500" y="2924"/>
                  </a:lnTo>
                  <a:lnTo>
                    <a:pt x="674" y="2924"/>
                  </a:lnTo>
                  <a:lnTo>
                    <a:pt x="700" y="3024"/>
                  </a:lnTo>
                  <a:lnTo>
                    <a:pt x="774" y="3024"/>
                  </a:lnTo>
                  <a:lnTo>
                    <a:pt x="800" y="3124"/>
                  </a:lnTo>
                  <a:lnTo>
                    <a:pt x="900" y="3150"/>
                  </a:lnTo>
                  <a:lnTo>
                    <a:pt x="900" y="3224"/>
                  </a:lnTo>
                  <a:lnTo>
                    <a:pt x="1174" y="3224"/>
                  </a:lnTo>
                  <a:lnTo>
                    <a:pt x="1200" y="3324"/>
                  </a:lnTo>
                  <a:lnTo>
                    <a:pt x="1374" y="3324"/>
                  </a:lnTo>
                  <a:lnTo>
                    <a:pt x="1400" y="3424"/>
                  </a:lnTo>
                  <a:lnTo>
                    <a:pt x="1724" y="3424"/>
                  </a:lnTo>
                  <a:lnTo>
                    <a:pt x="1750" y="3324"/>
                  </a:lnTo>
                  <a:lnTo>
                    <a:pt x="1874" y="3324"/>
                  </a:lnTo>
                  <a:lnTo>
                    <a:pt x="1900" y="3424"/>
                  </a:lnTo>
                  <a:lnTo>
                    <a:pt x="2124" y="3424"/>
                  </a:lnTo>
                  <a:lnTo>
                    <a:pt x="2124" y="3350"/>
                  </a:lnTo>
                  <a:lnTo>
                    <a:pt x="2224" y="3324"/>
                  </a:lnTo>
                  <a:lnTo>
                    <a:pt x="2250" y="3224"/>
                  </a:lnTo>
                  <a:lnTo>
                    <a:pt x="2524" y="3224"/>
                  </a:lnTo>
                  <a:lnTo>
                    <a:pt x="2524" y="3000"/>
                  </a:lnTo>
                  <a:lnTo>
                    <a:pt x="2400" y="3000"/>
                  </a:lnTo>
                  <a:lnTo>
                    <a:pt x="2374" y="3100"/>
                  </a:lnTo>
                  <a:lnTo>
                    <a:pt x="2200" y="3100"/>
                  </a:lnTo>
                  <a:lnTo>
                    <a:pt x="2174" y="3200"/>
                  </a:lnTo>
                  <a:lnTo>
                    <a:pt x="1700" y="3200"/>
                  </a:lnTo>
                  <a:lnTo>
                    <a:pt x="1674" y="3300"/>
                  </a:lnTo>
                  <a:lnTo>
                    <a:pt x="1624" y="3274"/>
                  </a:lnTo>
                  <a:lnTo>
                    <a:pt x="1624" y="3200"/>
                  </a:lnTo>
                  <a:lnTo>
                    <a:pt x="1250" y="3200"/>
                  </a:lnTo>
                  <a:lnTo>
                    <a:pt x="1224" y="3100"/>
                  </a:lnTo>
                  <a:lnTo>
                    <a:pt x="950" y="3100"/>
                  </a:lnTo>
                  <a:lnTo>
                    <a:pt x="924" y="3000"/>
                  </a:lnTo>
                  <a:lnTo>
                    <a:pt x="850" y="3000"/>
                  </a:lnTo>
                  <a:lnTo>
                    <a:pt x="824" y="2900"/>
                  </a:lnTo>
                  <a:lnTo>
                    <a:pt x="750" y="2900"/>
                  </a:lnTo>
                  <a:lnTo>
                    <a:pt x="724" y="2800"/>
                  </a:lnTo>
                  <a:lnTo>
                    <a:pt x="624" y="2774"/>
                  </a:lnTo>
                  <a:lnTo>
                    <a:pt x="624" y="2700"/>
                  </a:lnTo>
                  <a:lnTo>
                    <a:pt x="450" y="2700"/>
                  </a:lnTo>
                  <a:lnTo>
                    <a:pt x="424" y="2674"/>
                  </a:lnTo>
                  <a:lnTo>
                    <a:pt x="424" y="2500"/>
                  </a:lnTo>
                  <a:lnTo>
                    <a:pt x="324" y="2474"/>
                  </a:lnTo>
                  <a:lnTo>
                    <a:pt x="324" y="2000"/>
                  </a:lnTo>
                  <a:lnTo>
                    <a:pt x="200" y="2000"/>
                  </a:lnTo>
                  <a:lnTo>
                    <a:pt x="200" y="2174"/>
                  </a:lnTo>
                  <a:close/>
                  <a:moveTo>
                    <a:pt x="3424" y="1800"/>
                  </a:moveTo>
                  <a:lnTo>
                    <a:pt x="3300" y="1800"/>
                  </a:lnTo>
                  <a:lnTo>
                    <a:pt x="3300" y="1874"/>
                  </a:lnTo>
                  <a:lnTo>
                    <a:pt x="3200" y="1900"/>
                  </a:lnTo>
                  <a:lnTo>
                    <a:pt x="3200" y="2224"/>
                  </a:lnTo>
                  <a:lnTo>
                    <a:pt x="3324" y="2224"/>
                  </a:lnTo>
                  <a:lnTo>
                    <a:pt x="3324" y="2150"/>
                  </a:lnTo>
                  <a:lnTo>
                    <a:pt x="3424" y="2124"/>
                  </a:lnTo>
                  <a:close/>
                  <a:moveTo>
                    <a:pt x="224" y="1800"/>
                  </a:moveTo>
                  <a:lnTo>
                    <a:pt x="100" y="1800"/>
                  </a:lnTo>
                  <a:lnTo>
                    <a:pt x="100" y="1874"/>
                  </a:lnTo>
                  <a:lnTo>
                    <a:pt x="0" y="1900"/>
                  </a:lnTo>
                  <a:lnTo>
                    <a:pt x="0" y="2024"/>
                  </a:lnTo>
                  <a:lnTo>
                    <a:pt x="124" y="2024"/>
                  </a:lnTo>
                  <a:lnTo>
                    <a:pt x="124" y="1950"/>
                  </a:lnTo>
                  <a:lnTo>
                    <a:pt x="224" y="1924"/>
                  </a:lnTo>
                  <a:close/>
                  <a:moveTo>
                    <a:pt x="100" y="1500"/>
                  </a:moveTo>
                  <a:lnTo>
                    <a:pt x="100" y="1624"/>
                  </a:lnTo>
                  <a:lnTo>
                    <a:pt x="224" y="1624"/>
                  </a:lnTo>
                  <a:lnTo>
                    <a:pt x="224" y="1500"/>
                  </a:lnTo>
                  <a:close/>
                  <a:moveTo>
                    <a:pt x="200" y="1200"/>
                  </a:moveTo>
                  <a:lnTo>
                    <a:pt x="200" y="1424"/>
                  </a:lnTo>
                  <a:lnTo>
                    <a:pt x="324" y="1424"/>
                  </a:lnTo>
                  <a:lnTo>
                    <a:pt x="324" y="1200"/>
                  </a:lnTo>
                  <a:close/>
                  <a:moveTo>
                    <a:pt x="3100" y="1000"/>
                  </a:moveTo>
                  <a:lnTo>
                    <a:pt x="3100" y="1124"/>
                  </a:lnTo>
                  <a:lnTo>
                    <a:pt x="3200" y="1150"/>
                  </a:lnTo>
                  <a:lnTo>
                    <a:pt x="3200" y="1424"/>
                  </a:lnTo>
                  <a:lnTo>
                    <a:pt x="3300" y="1450"/>
                  </a:lnTo>
                  <a:lnTo>
                    <a:pt x="3300" y="1574"/>
                  </a:lnTo>
                  <a:lnTo>
                    <a:pt x="3200" y="1600"/>
                  </a:lnTo>
                  <a:lnTo>
                    <a:pt x="3200" y="1724"/>
                  </a:lnTo>
                  <a:lnTo>
                    <a:pt x="3324" y="1724"/>
                  </a:lnTo>
                  <a:lnTo>
                    <a:pt x="3324" y="1650"/>
                  </a:lnTo>
                  <a:lnTo>
                    <a:pt x="3424" y="1624"/>
                  </a:lnTo>
                  <a:lnTo>
                    <a:pt x="3424" y="1400"/>
                  </a:lnTo>
                  <a:lnTo>
                    <a:pt x="3324" y="1374"/>
                  </a:lnTo>
                  <a:lnTo>
                    <a:pt x="3324" y="1250"/>
                  </a:lnTo>
                  <a:lnTo>
                    <a:pt x="3424" y="1224"/>
                  </a:lnTo>
                  <a:lnTo>
                    <a:pt x="3424" y="1100"/>
                  </a:lnTo>
                  <a:lnTo>
                    <a:pt x="3250" y="1100"/>
                  </a:lnTo>
                  <a:lnTo>
                    <a:pt x="3224" y="1000"/>
                  </a:lnTo>
                  <a:close/>
                  <a:moveTo>
                    <a:pt x="3100" y="700"/>
                  </a:moveTo>
                  <a:lnTo>
                    <a:pt x="3100" y="924"/>
                  </a:lnTo>
                  <a:lnTo>
                    <a:pt x="3224" y="924"/>
                  </a:lnTo>
                  <a:lnTo>
                    <a:pt x="3224" y="700"/>
                  </a:lnTo>
                  <a:close/>
                  <a:moveTo>
                    <a:pt x="2800" y="400"/>
                  </a:moveTo>
                  <a:lnTo>
                    <a:pt x="2800" y="724"/>
                  </a:lnTo>
                  <a:lnTo>
                    <a:pt x="3024" y="724"/>
                  </a:lnTo>
                  <a:lnTo>
                    <a:pt x="3024" y="600"/>
                  </a:lnTo>
                  <a:lnTo>
                    <a:pt x="2924" y="574"/>
                  </a:lnTo>
                  <a:lnTo>
                    <a:pt x="2924" y="400"/>
                  </a:lnTo>
                  <a:close/>
                  <a:moveTo>
                    <a:pt x="2500" y="200"/>
                  </a:moveTo>
                  <a:lnTo>
                    <a:pt x="2500" y="324"/>
                  </a:lnTo>
                  <a:lnTo>
                    <a:pt x="2600" y="350"/>
                  </a:lnTo>
                  <a:lnTo>
                    <a:pt x="2600" y="524"/>
                  </a:lnTo>
                  <a:lnTo>
                    <a:pt x="2724" y="524"/>
                  </a:lnTo>
                  <a:lnTo>
                    <a:pt x="2724" y="300"/>
                  </a:lnTo>
                  <a:lnTo>
                    <a:pt x="2650" y="300"/>
                  </a:lnTo>
                  <a:lnTo>
                    <a:pt x="2624" y="200"/>
                  </a:lnTo>
                  <a:close/>
                  <a:moveTo>
                    <a:pt x="1124" y="200"/>
                  </a:moveTo>
                  <a:lnTo>
                    <a:pt x="1000" y="200"/>
                  </a:lnTo>
                  <a:lnTo>
                    <a:pt x="1000" y="274"/>
                  </a:lnTo>
                  <a:lnTo>
                    <a:pt x="900" y="300"/>
                  </a:lnTo>
                  <a:lnTo>
                    <a:pt x="874" y="400"/>
                  </a:lnTo>
                  <a:lnTo>
                    <a:pt x="600" y="400"/>
                  </a:lnTo>
                  <a:lnTo>
                    <a:pt x="600" y="674"/>
                  </a:lnTo>
                  <a:lnTo>
                    <a:pt x="574" y="700"/>
                  </a:lnTo>
                  <a:lnTo>
                    <a:pt x="300" y="700"/>
                  </a:lnTo>
                  <a:lnTo>
                    <a:pt x="300" y="1024"/>
                  </a:lnTo>
                  <a:lnTo>
                    <a:pt x="424" y="1024"/>
                  </a:lnTo>
                  <a:lnTo>
                    <a:pt x="424" y="850"/>
                  </a:lnTo>
                  <a:lnTo>
                    <a:pt x="450" y="824"/>
                  </a:lnTo>
                  <a:lnTo>
                    <a:pt x="624" y="824"/>
                  </a:lnTo>
                  <a:lnTo>
                    <a:pt x="624" y="750"/>
                  </a:lnTo>
                  <a:lnTo>
                    <a:pt x="724" y="724"/>
                  </a:lnTo>
                  <a:lnTo>
                    <a:pt x="724" y="650"/>
                  </a:lnTo>
                  <a:lnTo>
                    <a:pt x="824" y="624"/>
                  </a:lnTo>
                  <a:lnTo>
                    <a:pt x="824" y="550"/>
                  </a:lnTo>
                  <a:lnTo>
                    <a:pt x="924" y="524"/>
                  </a:lnTo>
                  <a:lnTo>
                    <a:pt x="924" y="450"/>
                  </a:lnTo>
                  <a:lnTo>
                    <a:pt x="1024" y="424"/>
                  </a:lnTo>
                  <a:lnTo>
                    <a:pt x="1050" y="324"/>
                  </a:lnTo>
                  <a:lnTo>
                    <a:pt x="1124" y="324"/>
                  </a:lnTo>
                  <a:close/>
                  <a:moveTo>
                    <a:pt x="2424" y="100"/>
                  </a:moveTo>
                  <a:lnTo>
                    <a:pt x="2300" y="100"/>
                  </a:lnTo>
                  <a:lnTo>
                    <a:pt x="2274" y="200"/>
                  </a:lnTo>
                  <a:lnTo>
                    <a:pt x="2100" y="200"/>
                  </a:lnTo>
                  <a:lnTo>
                    <a:pt x="2100" y="324"/>
                  </a:lnTo>
                  <a:lnTo>
                    <a:pt x="2424" y="324"/>
                  </a:lnTo>
                  <a:close/>
                  <a:moveTo>
                    <a:pt x="1200" y="100"/>
                  </a:moveTo>
                  <a:lnTo>
                    <a:pt x="1200" y="324"/>
                  </a:lnTo>
                  <a:lnTo>
                    <a:pt x="1424" y="324"/>
                  </a:lnTo>
                  <a:lnTo>
                    <a:pt x="1424" y="200"/>
                  </a:lnTo>
                  <a:lnTo>
                    <a:pt x="1350" y="200"/>
                  </a:lnTo>
                  <a:lnTo>
                    <a:pt x="1324" y="10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474" y="124"/>
                  </a:lnTo>
                  <a:lnTo>
                    <a:pt x="1500" y="224"/>
                  </a:lnTo>
                  <a:lnTo>
                    <a:pt x="1624" y="224"/>
                  </a:lnTo>
                  <a:lnTo>
                    <a:pt x="1650" y="124"/>
                  </a:lnTo>
                  <a:lnTo>
                    <a:pt x="1700" y="150"/>
                  </a:lnTo>
                  <a:lnTo>
                    <a:pt x="1700" y="224"/>
                  </a:lnTo>
                  <a:lnTo>
                    <a:pt x="1824" y="224"/>
                  </a:lnTo>
                  <a:lnTo>
                    <a:pt x="1850" y="124"/>
                  </a:lnTo>
                  <a:lnTo>
                    <a:pt x="2224" y="124"/>
                  </a:lnTo>
                  <a:lnTo>
                    <a:pt x="2224" y="0"/>
                  </a:lnTo>
                  <a:close/>
                </a:path>
              </a:pathLst>
            </a:custGeom>
            <a:solidFill>
              <a:srgbClr val="DF994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0" name="Result reward illustration color 15"/>
            <p:cNvSpPr/>
            <p:nvPr/>
          </p:nvSpPr>
          <p:spPr>
            <a:xfrm>
              <a:off x="12759355" y="7574707"/>
              <a:ext cx="633131" cy="642275"/>
            </a:xfrm>
            <a:custGeom>
              <a:avLst/>
              <a:gdLst/>
              <a:ahLst/>
              <a:cxnLst/>
              <a:rect l="l" t="t" r="r" b="b"/>
              <a:pathLst>
                <a:path w="6924" h="7024">
                  <a:moveTo>
                    <a:pt x="6500" y="6900"/>
                  </a:moveTo>
                  <a:lnTo>
                    <a:pt x="6500" y="7024"/>
                  </a:lnTo>
                  <a:lnTo>
                    <a:pt x="6624" y="7024"/>
                  </a:lnTo>
                  <a:lnTo>
                    <a:pt x="6624" y="6900"/>
                  </a:lnTo>
                  <a:close/>
                  <a:moveTo>
                    <a:pt x="6400" y="6700"/>
                  </a:moveTo>
                  <a:lnTo>
                    <a:pt x="6400" y="6824"/>
                  </a:lnTo>
                  <a:lnTo>
                    <a:pt x="6524" y="6824"/>
                  </a:lnTo>
                  <a:lnTo>
                    <a:pt x="6524" y="6700"/>
                  </a:lnTo>
                  <a:close/>
                  <a:moveTo>
                    <a:pt x="6800" y="6200"/>
                  </a:moveTo>
                  <a:lnTo>
                    <a:pt x="6800" y="6324"/>
                  </a:lnTo>
                  <a:lnTo>
                    <a:pt x="6924" y="6324"/>
                  </a:lnTo>
                  <a:lnTo>
                    <a:pt x="6924" y="6200"/>
                  </a:lnTo>
                  <a:close/>
                  <a:moveTo>
                    <a:pt x="5800" y="6100"/>
                  </a:moveTo>
                  <a:lnTo>
                    <a:pt x="5800" y="6224"/>
                  </a:lnTo>
                  <a:lnTo>
                    <a:pt x="5924" y="6224"/>
                  </a:lnTo>
                  <a:lnTo>
                    <a:pt x="5924" y="6100"/>
                  </a:lnTo>
                  <a:close/>
                  <a:moveTo>
                    <a:pt x="5600" y="5800"/>
                  </a:moveTo>
                  <a:lnTo>
                    <a:pt x="5600" y="6024"/>
                  </a:lnTo>
                  <a:lnTo>
                    <a:pt x="5724" y="6024"/>
                  </a:lnTo>
                  <a:lnTo>
                    <a:pt x="5724" y="5800"/>
                  </a:lnTo>
                  <a:close/>
                  <a:moveTo>
                    <a:pt x="4800" y="5600"/>
                  </a:moveTo>
                  <a:lnTo>
                    <a:pt x="4800" y="5724"/>
                  </a:lnTo>
                  <a:lnTo>
                    <a:pt x="5024" y="5724"/>
                  </a:lnTo>
                  <a:lnTo>
                    <a:pt x="5024" y="5600"/>
                  </a:lnTo>
                  <a:close/>
                  <a:moveTo>
                    <a:pt x="3800" y="5600"/>
                  </a:moveTo>
                  <a:lnTo>
                    <a:pt x="3800" y="5724"/>
                  </a:lnTo>
                  <a:lnTo>
                    <a:pt x="4124" y="5724"/>
                  </a:lnTo>
                  <a:lnTo>
                    <a:pt x="4124" y="5600"/>
                  </a:lnTo>
                  <a:close/>
                  <a:moveTo>
                    <a:pt x="1900" y="5600"/>
                  </a:moveTo>
                  <a:lnTo>
                    <a:pt x="1900" y="5724"/>
                  </a:lnTo>
                  <a:lnTo>
                    <a:pt x="2024" y="5724"/>
                  </a:lnTo>
                  <a:lnTo>
                    <a:pt x="2024" y="5600"/>
                  </a:lnTo>
                  <a:close/>
                  <a:moveTo>
                    <a:pt x="6200" y="5500"/>
                  </a:moveTo>
                  <a:lnTo>
                    <a:pt x="6200" y="5624"/>
                  </a:lnTo>
                  <a:lnTo>
                    <a:pt x="6274" y="5624"/>
                  </a:lnTo>
                  <a:lnTo>
                    <a:pt x="6300" y="5724"/>
                  </a:lnTo>
                  <a:lnTo>
                    <a:pt x="6424" y="5724"/>
                  </a:lnTo>
                  <a:lnTo>
                    <a:pt x="6424" y="5600"/>
                  </a:lnTo>
                  <a:lnTo>
                    <a:pt x="6350" y="5600"/>
                  </a:lnTo>
                  <a:lnTo>
                    <a:pt x="6324" y="5500"/>
                  </a:lnTo>
                  <a:close/>
                  <a:moveTo>
                    <a:pt x="5100" y="5500"/>
                  </a:moveTo>
                  <a:lnTo>
                    <a:pt x="5100" y="5624"/>
                  </a:lnTo>
                  <a:lnTo>
                    <a:pt x="5224" y="5624"/>
                  </a:lnTo>
                  <a:lnTo>
                    <a:pt x="5224" y="5500"/>
                  </a:lnTo>
                  <a:close/>
                  <a:moveTo>
                    <a:pt x="3600" y="5500"/>
                  </a:moveTo>
                  <a:lnTo>
                    <a:pt x="3600" y="5624"/>
                  </a:lnTo>
                  <a:lnTo>
                    <a:pt x="3724" y="5624"/>
                  </a:lnTo>
                  <a:lnTo>
                    <a:pt x="3724" y="5500"/>
                  </a:lnTo>
                  <a:close/>
                  <a:moveTo>
                    <a:pt x="5300" y="5400"/>
                  </a:moveTo>
                  <a:lnTo>
                    <a:pt x="5300" y="5524"/>
                  </a:lnTo>
                  <a:lnTo>
                    <a:pt x="5374" y="5524"/>
                  </a:lnTo>
                  <a:lnTo>
                    <a:pt x="5400" y="5624"/>
                  </a:lnTo>
                  <a:lnTo>
                    <a:pt x="5524" y="5624"/>
                  </a:lnTo>
                  <a:lnTo>
                    <a:pt x="5524" y="5500"/>
                  </a:lnTo>
                  <a:lnTo>
                    <a:pt x="5450" y="5500"/>
                  </a:lnTo>
                  <a:lnTo>
                    <a:pt x="5424" y="5400"/>
                  </a:lnTo>
                  <a:close/>
                  <a:moveTo>
                    <a:pt x="5500" y="5300"/>
                  </a:moveTo>
                  <a:lnTo>
                    <a:pt x="5500" y="5424"/>
                  </a:lnTo>
                  <a:lnTo>
                    <a:pt x="5624" y="5424"/>
                  </a:lnTo>
                  <a:lnTo>
                    <a:pt x="5624" y="5300"/>
                  </a:lnTo>
                  <a:close/>
                  <a:moveTo>
                    <a:pt x="3300" y="5300"/>
                  </a:moveTo>
                  <a:lnTo>
                    <a:pt x="3300" y="5424"/>
                  </a:lnTo>
                  <a:lnTo>
                    <a:pt x="3374" y="5424"/>
                  </a:lnTo>
                  <a:lnTo>
                    <a:pt x="3400" y="5524"/>
                  </a:lnTo>
                  <a:lnTo>
                    <a:pt x="3524" y="5524"/>
                  </a:lnTo>
                  <a:lnTo>
                    <a:pt x="3524" y="5400"/>
                  </a:lnTo>
                  <a:lnTo>
                    <a:pt x="3450" y="5400"/>
                  </a:lnTo>
                  <a:lnTo>
                    <a:pt x="3424" y="5300"/>
                  </a:lnTo>
                  <a:close/>
                  <a:moveTo>
                    <a:pt x="2300" y="5300"/>
                  </a:moveTo>
                  <a:lnTo>
                    <a:pt x="2300" y="5424"/>
                  </a:lnTo>
                  <a:lnTo>
                    <a:pt x="2524" y="5424"/>
                  </a:lnTo>
                  <a:lnTo>
                    <a:pt x="2524" y="5300"/>
                  </a:lnTo>
                  <a:close/>
                  <a:moveTo>
                    <a:pt x="4700" y="5200"/>
                  </a:moveTo>
                  <a:lnTo>
                    <a:pt x="4700" y="5324"/>
                  </a:lnTo>
                  <a:lnTo>
                    <a:pt x="4824" y="5324"/>
                  </a:lnTo>
                  <a:lnTo>
                    <a:pt x="4824" y="5200"/>
                  </a:lnTo>
                  <a:close/>
                  <a:moveTo>
                    <a:pt x="4000" y="5200"/>
                  </a:moveTo>
                  <a:lnTo>
                    <a:pt x="4000" y="5324"/>
                  </a:lnTo>
                  <a:lnTo>
                    <a:pt x="4224" y="5324"/>
                  </a:lnTo>
                  <a:lnTo>
                    <a:pt x="4224" y="5200"/>
                  </a:lnTo>
                  <a:close/>
                  <a:moveTo>
                    <a:pt x="5000" y="5100"/>
                  </a:moveTo>
                  <a:lnTo>
                    <a:pt x="5000" y="5224"/>
                  </a:lnTo>
                  <a:lnTo>
                    <a:pt x="5124" y="5224"/>
                  </a:lnTo>
                  <a:lnTo>
                    <a:pt x="5124" y="5100"/>
                  </a:lnTo>
                  <a:close/>
                  <a:moveTo>
                    <a:pt x="5800" y="5000"/>
                  </a:moveTo>
                  <a:lnTo>
                    <a:pt x="5800" y="5124"/>
                  </a:lnTo>
                  <a:lnTo>
                    <a:pt x="5924" y="5124"/>
                  </a:lnTo>
                  <a:lnTo>
                    <a:pt x="5924" y="5000"/>
                  </a:lnTo>
                  <a:close/>
                  <a:moveTo>
                    <a:pt x="2800" y="4800"/>
                  </a:moveTo>
                  <a:lnTo>
                    <a:pt x="2800" y="4924"/>
                  </a:lnTo>
                  <a:lnTo>
                    <a:pt x="2874" y="4924"/>
                  </a:lnTo>
                  <a:lnTo>
                    <a:pt x="2900" y="5024"/>
                  </a:lnTo>
                  <a:lnTo>
                    <a:pt x="3000" y="5050"/>
                  </a:lnTo>
                  <a:lnTo>
                    <a:pt x="3000" y="5124"/>
                  </a:lnTo>
                  <a:lnTo>
                    <a:pt x="3124" y="5124"/>
                  </a:lnTo>
                  <a:lnTo>
                    <a:pt x="3124" y="5000"/>
                  </a:lnTo>
                  <a:lnTo>
                    <a:pt x="3050" y="5000"/>
                  </a:lnTo>
                  <a:lnTo>
                    <a:pt x="3024" y="4900"/>
                  </a:lnTo>
                  <a:lnTo>
                    <a:pt x="2924" y="4874"/>
                  </a:lnTo>
                  <a:lnTo>
                    <a:pt x="2924" y="4800"/>
                  </a:lnTo>
                  <a:close/>
                  <a:moveTo>
                    <a:pt x="6124" y="4700"/>
                  </a:moveTo>
                  <a:lnTo>
                    <a:pt x="6000" y="4700"/>
                  </a:lnTo>
                  <a:lnTo>
                    <a:pt x="6000" y="4774"/>
                  </a:lnTo>
                  <a:lnTo>
                    <a:pt x="5900" y="4800"/>
                  </a:lnTo>
                  <a:lnTo>
                    <a:pt x="5900" y="4924"/>
                  </a:lnTo>
                  <a:lnTo>
                    <a:pt x="6024" y="4924"/>
                  </a:lnTo>
                  <a:lnTo>
                    <a:pt x="6024" y="4850"/>
                  </a:lnTo>
                  <a:lnTo>
                    <a:pt x="6124" y="4824"/>
                  </a:lnTo>
                  <a:close/>
                  <a:moveTo>
                    <a:pt x="5624" y="4700"/>
                  </a:moveTo>
                  <a:lnTo>
                    <a:pt x="5500" y="4700"/>
                  </a:lnTo>
                  <a:lnTo>
                    <a:pt x="5500" y="4774"/>
                  </a:lnTo>
                  <a:lnTo>
                    <a:pt x="5400" y="4800"/>
                  </a:lnTo>
                  <a:lnTo>
                    <a:pt x="5400" y="4874"/>
                  </a:lnTo>
                  <a:lnTo>
                    <a:pt x="5300" y="4900"/>
                  </a:lnTo>
                  <a:lnTo>
                    <a:pt x="5274" y="5000"/>
                  </a:lnTo>
                  <a:lnTo>
                    <a:pt x="5200" y="5000"/>
                  </a:lnTo>
                  <a:lnTo>
                    <a:pt x="5200" y="5124"/>
                  </a:lnTo>
                  <a:lnTo>
                    <a:pt x="5324" y="5124"/>
                  </a:lnTo>
                  <a:lnTo>
                    <a:pt x="5324" y="5050"/>
                  </a:lnTo>
                  <a:lnTo>
                    <a:pt x="5424" y="5024"/>
                  </a:lnTo>
                  <a:lnTo>
                    <a:pt x="5424" y="4950"/>
                  </a:lnTo>
                  <a:lnTo>
                    <a:pt x="5524" y="4924"/>
                  </a:lnTo>
                  <a:lnTo>
                    <a:pt x="5550" y="4824"/>
                  </a:lnTo>
                  <a:lnTo>
                    <a:pt x="5624" y="4824"/>
                  </a:lnTo>
                  <a:close/>
                  <a:moveTo>
                    <a:pt x="4100" y="4600"/>
                  </a:moveTo>
                  <a:lnTo>
                    <a:pt x="4100" y="4724"/>
                  </a:lnTo>
                  <a:lnTo>
                    <a:pt x="4224" y="4724"/>
                  </a:lnTo>
                  <a:lnTo>
                    <a:pt x="4224" y="4600"/>
                  </a:lnTo>
                  <a:close/>
                  <a:moveTo>
                    <a:pt x="6100" y="4400"/>
                  </a:moveTo>
                  <a:lnTo>
                    <a:pt x="6100" y="4624"/>
                  </a:lnTo>
                  <a:lnTo>
                    <a:pt x="6224" y="4624"/>
                  </a:lnTo>
                  <a:lnTo>
                    <a:pt x="6224" y="4400"/>
                  </a:lnTo>
                  <a:close/>
                  <a:moveTo>
                    <a:pt x="5200" y="4400"/>
                  </a:moveTo>
                  <a:lnTo>
                    <a:pt x="5200" y="4524"/>
                  </a:lnTo>
                  <a:lnTo>
                    <a:pt x="5324" y="4524"/>
                  </a:lnTo>
                  <a:lnTo>
                    <a:pt x="5324" y="4400"/>
                  </a:lnTo>
                  <a:close/>
                  <a:moveTo>
                    <a:pt x="3100" y="4400"/>
                  </a:moveTo>
                  <a:lnTo>
                    <a:pt x="3100" y="4524"/>
                  </a:lnTo>
                  <a:lnTo>
                    <a:pt x="3224" y="4524"/>
                  </a:lnTo>
                  <a:lnTo>
                    <a:pt x="3224" y="4400"/>
                  </a:lnTo>
                  <a:close/>
                  <a:moveTo>
                    <a:pt x="5700" y="4300"/>
                  </a:moveTo>
                  <a:lnTo>
                    <a:pt x="5700" y="4424"/>
                  </a:lnTo>
                  <a:lnTo>
                    <a:pt x="5824" y="4424"/>
                  </a:lnTo>
                  <a:lnTo>
                    <a:pt x="5824" y="4300"/>
                  </a:lnTo>
                  <a:close/>
                  <a:moveTo>
                    <a:pt x="4300" y="4200"/>
                  </a:moveTo>
                  <a:lnTo>
                    <a:pt x="4300" y="4324"/>
                  </a:lnTo>
                  <a:lnTo>
                    <a:pt x="4424" y="4324"/>
                  </a:lnTo>
                  <a:lnTo>
                    <a:pt x="4424" y="4200"/>
                  </a:lnTo>
                  <a:close/>
                  <a:moveTo>
                    <a:pt x="3900" y="4200"/>
                  </a:moveTo>
                  <a:lnTo>
                    <a:pt x="3900" y="4324"/>
                  </a:lnTo>
                  <a:lnTo>
                    <a:pt x="4024" y="4324"/>
                  </a:lnTo>
                  <a:lnTo>
                    <a:pt x="4024" y="4200"/>
                  </a:lnTo>
                  <a:close/>
                  <a:moveTo>
                    <a:pt x="3500" y="4200"/>
                  </a:moveTo>
                  <a:lnTo>
                    <a:pt x="3500" y="4324"/>
                  </a:lnTo>
                  <a:lnTo>
                    <a:pt x="3624" y="4324"/>
                  </a:lnTo>
                  <a:lnTo>
                    <a:pt x="3624" y="4200"/>
                  </a:lnTo>
                  <a:close/>
                  <a:moveTo>
                    <a:pt x="2300" y="4200"/>
                  </a:moveTo>
                  <a:lnTo>
                    <a:pt x="2300" y="4324"/>
                  </a:lnTo>
                  <a:lnTo>
                    <a:pt x="2424" y="4324"/>
                  </a:lnTo>
                  <a:lnTo>
                    <a:pt x="2424" y="4200"/>
                  </a:lnTo>
                  <a:close/>
                  <a:moveTo>
                    <a:pt x="2600" y="4100"/>
                  </a:moveTo>
                  <a:lnTo>
                    <a:pt x="2600" y="4324"/>
                  </a:lnTo>
                  <a:lnTo>
                    <a:pt x="2724" y="4324"/>
                  </a:lnTo>
                  <a:lnTo>
                    <a:pt x="2724" y="4100"/>
                  </a:lnTo>
                  <a:close/>
                  <a:moveTo>
                    <a:pt x="5200" y="4000"/>
                  </a:moveTo>
                  <a:lnTo>
                    <a:pt x="5200" y="4124"/>
                  </a:lnTo>
                  <a:lnTo>
                    <a:pt x="5324" y="4124"/>
                  </a:lnTo>
                  <a:lnTo>
                    <a:pt x="5324" y="4000"/>
                  </a:lnTo>
                  <a:close/>
                  <a:moveTo>
                    <a:pt x="5000" y="4000"/>
                  </a:moveTo>
                  <a:lnTo>
                    <a:pt x="5000" y="4124"/>
                  </a:lnTo>
                  <a:lnTo>
                    <a:pt x="5124" y="4124"/>
                  </a:lnTo>
                  <a:lnTo>
                    <a:pt x="5124" y="4000"/>
                  </a:lnTo>
                  <a:close/>
                  <a:moveTo>
                    <a:pt x="3000" y="4000"/>
                  </a:moveTo>
                  <a:lnTo>
                    <a:pt x="3000" y="4324"/>
                  </a:lnTo>
                  <a:lnTo>
                    <a:pt x="3124" y="4324"/>
                  </a:lnTo>
                  <a:lnTo>
                    <a:pt x="3124" y="4000"/>
                  </a:lnTo>
                  <a:close/>
                  <a:moveTo>
                    <a:pt x="600" y="4000"/>
                  </a:moveTo>
                  <a:lnTo>
                    <a:pt x="600" y="4124"/>
                  </a:lnTo>
                  <a:lnTo>
                    <a:pt x="724" y="4124"/>
                  </a:lnTo>
                  <a:lnTo>
                    <a:pt x="724" y="4000"/>
                  </a:lnTo>
                  <a:close/>
                  <a:moveTo>
                    <a:pt x="5800" y="3900"/>
                  </a:moveTo>
                  <a:lnTo>
                    <a:pt x="5800" y="4124"/>
                  </a:lnTo>
                  <a:lnTo>
                    <a:pt x="5924" y="4124"/>
                  </a:lnTo>
                  <a:lnTo>
                    <a:pt x="5924" y="3900"/>
                  </a:lnTo>
                  <a:close/>
                  <a:moveTo>
                    <a:pt x="2000" y="3900"/>
                  </a:moveTo>
                  <a:lnTo>
                    <a:pt x="2000" y="4024"/>
                  </a:lnTo>
                  <a:lnTo>
                    <a:pt x="2124" y="4024"/>
                  </a:lnTo>
                  <a:lnTo>
                    <a:pt x="2124" y="3900"/>
                  </a:lnTo>
                  <a:close/>
                  <a:moveTo>
                    <a:pt x="4800" y="3800"/>
                  </a:moveTo>
                  <a:lnTo>
                    <a:pt x="4800" y="3924"/>
                  </a:lnTo>
                  <a:lnTo>
                    <a:pt x="4924" y="3924"/>
                  </a:lnTo>
                  <a:lnTo>
                    <a:pt x="4924" y="3800"/>
                  </a:lnTo>
                  <a:close/>
                  <a:moveTo>
                    <a:pt x="4000" y="3800"/>
                  </a:moveTo>
                  <a:lnTo>
                    <a:pt x="4000" y="3924"/>
                  </a:lnTo>
                  <a:lnTo>
                    <a:pt x="4124" y="3924"/>
                  </a:lnTo>
                  <a:lnTo>
                    <a:pt x="4124" y="3800"/>
                  </a:lnTo>
                  <a:close/>
                  <a:moveTo>
                    <a:pt x="5800" y="3700"/>
                  </a:moveTo>
                  <a:lnTo>
                    <a:pt x="5800" y="3824"/>
                  </a:lnTo>
                  <a:lnTo>
                    <a:pt x="5924" y="3824"/>
                  </a:lnTo>
                  <a:lnTo>
                    <a:pt x="5924" y="3700"/>
                  </a:lnTo>
                  <a:close/>
                  <a:moveTo>
                    <a:pt x="3000" y="3600"/>
                  </a:moveTo>
                  <a:lnTo>
                    <a:pt x="3000" y="3724"/>
                  </a:lnTo>
                  <a:lnTo>
                    <a:pt x="3124" y="3724"/>
                  </a:lnTo>
                  <a:lnTo>
                    <a:pt x="3124" y="3600"/>
                  </a:lnTo>
                  <a:close/>
                  <a:moveTo>
                    <a:pt x="6200" y="3500"/>
                  </a:moveTo>
                  <a:lnTo>
                    <a:pt x="6200" y="4024"/>
                  </a:lnTo>
                  <a:lnTo>
                    <a:pt x="6324" y="4024"/>
                  </a:lnTo>
                  <a:lnTo>
                    <a:pt x="6324" y="3500"/>
                  </a:lnTo>
                  <a:close/>
                  <a:moveTo>
                    <a:pt x="2300" y="3500"/>
                  </a:moveTo>
                  <a:lnTo>
                    <a:pt x="2300" y="3824"/>
                  </a:lnTo>
                  <a:lnTo>
                    <a:pt x="2424" y="3824"/>
                  </a:lnTo>
                  <a:lnTo>
                    <a:pt x="2424" y="3500"/>
                  </a:lnTo>
                  <a:close/>
                  <a:moveTo>
                    <a:pt x="1600" y="3500"/>
                  </a:moveTo>
                  <a:lnTo>
                    <a:pt x="1600" y="3624"/>
                  </a:lnTo>
                  <a:lnTo>
                    <a:pt x="1724" y="3624"/>
                  </a:lnTo>
                  <a:lnTo>
                    <a:pt x="1724" y="3500"/>
                  </a:lnTo>
                  <a:close/>
                  <a:moveTo>
                    <a:pt x="2600" y="3400"/>
                  </a:moveTo>
                  <a:lnTo>
                    <a:pt x="2600" y="3724"/>
                  </a:lnTo>
                  <a:lnTo>
                    <a:pt x="2724" y="3724"/>
                  </a:lnTo>
                  <a:lnTo>
                    <a:pt x="2724" y="3400"/>
                  </a:lnTo>
                  <a:close/>
                  <a:moveTo>
                    <a:pt x="1124" y="3400"/>
                  </a:moveTo>
                  <a:lnTo>
                    <a:pt x="1000" y="3400"/>
                  </a:lnTo>
                  <a:lnTo>
                    <a:pt x="1000" y="3574"/>
                  </a:lnTo>
                  <a:lnTo>
                    <a:pt x="900" y="3600"/>
                  </a:lnTo>
                  <a:lnTo>
                    <a:pt x="900" y="3724"/>
                  </a:lnTo>
                  <a:lnTo>
                    <a:pt x="1024" y="3724"/>
                  </a:lnTo>
                  <a:lnTo>
                    <a:pt x="1024" y="3650"/>
                  </a:lnTo>
                  <a:lnTo>
                    <a:pt x="1124" y="3624"/>
                  </a:lnTo>
                  <a:close/>
                  <a:moveTo>
                    <a:pt x="500" y="3400"/>
                  </a:moveTo>
                  <a:lnTo>
                    <a:pt x="500" y="3524"/>
                  </a:lnTo>
                  <a:lnTo>
                    <a:pt x="624" y="3524"/>
                  </a:lnTo>
                  <a:lnTo>
                    <a:pt x="624" y="3400"/>
                  </a:lnTo>
                  <a:close/>
                  <a:moveTo>
                    <a:pt x="5700" y="3300"/>
                  </a:moveTo>
                  <a:lnTo>
                    <a:pt x="5700" y="3424"/>
                  </a:lnTo>
                  <a:lnTo>
                    <a:pt x="5824" y="3424"/>
                  </a:lnTo>
                  <a:lnTo>
                    <a:pt x="5824" y="3300"/>
                  </a:lnTo>
                  <a:close/>
                  <a:moveTo>
                    <a:pt x="3100" y="3300"/>
                  </a:moveTo>
                  <a:lnTo>
                    <a:pt x="3100" y="3424"/>
                  </a:lnTo>
                  <a:lnTo>
                    <a:pt x="3224" y="3424"/>
                  </a:lnTo>
                  <a:lnTo>
                    <a:pt x="3224" y="3300"/>
                  </a:lnTo>
                  <a:close/>
                  <a:moveTo>
                    <a:pt x="6100" y="3200"/>
                  </a:moveTo>
                  <a:lnTo>
                    <a:pt x="6100" y="3324"/>
                  </a:lnTo>
                  <a:lnTo>
                    <a:pt x="6224" y="3324"/>
                  </a:lnTo>
                  <a:lnTo>
                    <a:pt x="6224" y="3200"/>
                  </a:lnTo>
                  <a:close/>
                  <a:moveTo>
                    <a:pt x="5200" y="3200"/>
                  </a:moveTo>
                  <a:lnTo>
                    <a:pt x="5200" y="3324"/>
                  </a:lnTo>
                  <a:lnTo>
                    <a:pt x="5324" y="3324"/>
                  </a:lnTo>
                  <a:lnTo>
                    <a:pt x="5324" y="3200"/>
                  </a:lnTo>
                  <a:close/>
                  <a:moveTo>
                    <a:pt x="3500" y="3200"/>
                  </a:moveTo>
                  <a:lnTo>
                    <a:pt x="3500" y="3424"/>
                  </a:lnTo>
                  <a:lnTo>
                    <a:pt x="3624" y="3424"/>
                  </a:lnTo>
                  <a:lnTo>
                    <a:pt x="3624" y="3200"/>
                  </a:lnTo>
                  <a:close/>
                  <a:moveTo>
                    <a:pt x="2700" y="3200"/>
                  </a:moveTo>
                  <a:lnTo>
                    <a:pt x="2700" y="3324"/>
                  </a:lnTo>
                  <a:lnTo>
                    <a:pt x="2824" y="3324"/>
                  </a:lnTo>
                  <a:lnTo>
                    <a:pt x="2824" y="3200"/>
                  </a:lnTo>
                  <a:close/>
                  <a:moveTo>
                    <a:pt x="5600" y="3100"/>
                  </a:moveTo>
                  <a:lnTo>
                    <a:pt x="5600" y="3224"/>
                  </a:lnTo>
                  <a:lnTo>
                    <a:pt x="5724" y="3224"/>
                  </a:lnTo>
                  <a:lnTo>
                    <a:pt x="5724" y="3100"/>
                  </a:lnTo>
                  <a:close/>
                  <a:moveTo>
                    <a:pt x="900" y="3100"/>
                  </a:moveTo>
                  <a:lnTo>
                    <a:pt x="900" y="3224"/>
                  </a:lnTo>
                  <a:lnTo>
                    <a:pt x="1024" y="3224"/>
                  </a:lnTo>
                  <a:lnTo>
                    <a:pt x="1024" y="3100"/>
                  </a:lnTo>
                  <a:close/>
                  <a:moveTo>
                    <a:pt x="6000" y="3000"/>
                  </a:moveTo>
                  <a:lnTo>
                    <a:pt x="6000" y="3124"/>
                  </a:lnTo>
                  <a:lnTo>
                    <a:pt x="6124" y="3124"/>
                  </a:lnTo>
                  <a:lnTo>
                    <a:pt x="6124" y="3000"/>
                  </a:lnTo>
                  <a:close/>
                  <a:moveTo>
                    <a:pt x="3424" y="3000"/>
                  </a:moveTo>
                  <a:lnTo>
                    <a:pt x="3300" y="3000"/>
                  </a:lnTo>
                  <a:lnTo>
                    <a:pt x="3300" y="3074"/>
                  </a:lnTo>
                  <a:lnTo>
                    <a:pt x="3200" y="3100"/>
                  </a:lnTo>
                  <a:lnTo>
                    <a:pt x="3200" y="3224"/>
                  </a:lnTo>
                  <a:lnTo>
                    <a:pt x="3324" y="3224"/>
                  </a:lnTo>
                  <a:lnTo>
                    <a:pt x="3324" y="3150"/>
                  </a:lnTo>
                  <a:lnTo>
                    <a:pt x="3424" y="3124"/>
                  </a:lnTo>
                  <a:close/>
                  <a:moveTo>
                    <a:pt x="2800" y="3000"/>
                  </a:moveTo>
                  <a:lnTo>
                    <a:pt x="2800" y="3124"/>
                  </a:lnTo>
                  <a:lnTo>
                    <a:pt x="2924" y="3124"/>
                  </a:lnTo>
                  <a:lnTo>
                    <a:pt x="2924" y="3000"/>
                  </a:lnTo>
                  <a:close/>
                  <a:moveTo>
                    <a:pt x="5400" y="2900"/>
                  </a:moveTo>
                  <a:lnTo>
                    <a:pt x="5400" y="3024"/>
                  </a:lnTo>
                  <a:lnTo>
                    <a:pt x="5524" y="3024"/>
                  </a:lnTo>
                  <a:lnTo>
                    <a:pt x="5524" y="2900"/>
                  </a:lnTo>
                  <a:close/>
                  <a:moveTo>
                    <a:pt x="5200" y="2700"/>
                  </a:moveTo>
                  <a:lnTo>
                    <a:pt x="5200" y="2824"/>
                  </a:lnTo>
                  <a:lnTo>
                    <a:pt x="5324" y="2824"/>
                  </a:lnTo>
                  <a:lnTo>
                    <a:pt x="5324" y="2700"/>
                  </a:lnTo>
                  <a:close/>
                  <a:moveTo>
                    <a:pt x="3724" y="2700"/>
                  </a:moveTo>
                  <a:lnTo>
                    <a:pt x="3600" y="2700"/>
                  </a:lnTo>
                  <a:lnTo>
                    <a:pt x="3600" y="2774"/>
                  </a:lnTo>
                  <a:lnTo>
                    <a:pt x="3500" y="2800"/>
                  </a:lnTo>
                  <a:lnTo>
                    <a:pt x="3500" y="2924"/>
                  </a:lnTo>
                  <a:lnTo>
                    <a:pt x="3624" y="2924"/>
                  </a:lnTo>
                  <a:lnTo>
                    <a:pt x="3624" y="2850"/>
                  </a:lnTo>
                  <a:lnTo>
                    <a:pt x="3724" y="2824"/>
                  </a:lnTo>
                  <a:close/>
                  <a:moveTo>
                    <a:pt x="2300" y="2700"/>
                  </a:moveTo>
                  <a:lnTo>
                    <a:pt x="2300" y="2824"/>
                  </a:lnTo>
                  <a:lnTo>
                    <a:pt x="2424" y="2824"/>
                  </a:lnTo>
                  <a:lnTo>
                    <a:pt x="2424" y="2700"/>
                  </a:lnTo>
                  <a:close/>
                  <a:moveTo>
                    <a:pt x="5000" y="2600"/>
                  </a:moveTo>
                  <a:lnTo>
                    <a:pt x="5000" y="2724"/>
                  </a:lnTo>
                  <a:lnTo>
                    <a:pt x="5124" y="2724"/>
                  </a:lnTo>
                  <a:lnTo>
                    <a:pt x="5124" y="2600"/>
                  </a:lnTo>
                  <a:close/>
                  <a:moveTo>
                    <a:pt x="3800" y="2600"/>
                  </a:moveTo>
                  <a:lnTo>
                    <a:pt x="3800" y="2724"/>
                  </a:lnTo>
                  <a:lnTo>
                    <a:pt x="3924" y="2724"/>
                  </a:lnTo>
                  <a:lnTo>
                    <a:pt x="3924" y="2600"/>
                  </a:lnTo>
                  <a:close/>
                  <a:moveTo>
                    <a:pt x="4800" y="2500"/>
                  </a:moveTo>
                  <a:lnTo>
                    <a:pt x="4800" y="2624"/>
                  </a:lnTo>
                  <a:lnTo>
                    <a:pt x="4924" y="2624"/>
                  </a:lnTo>
                  <a:lnTo>
                    <a:pt x="4924" y="2500"/>
                  </a:lnTo>
                  <a:close/>
                  <a:moveTo>
                    <a:pt x="4500" y="2500"/>
                  </a:moveTo>
                  <a:lnTo>
                    <a:pt x="4500" y="2624"/>
                  </a:lnTo>
                  <a:lnTo>
                    <a:pt x="4624" y="2624"/>
                  </a:lnTo>
                  <a:lnTo>
                    <a:pt x="4624" y="2500"/>
                  </a:lnTo>
                  <a:close/>
                  <a:moveTo>
                    <a:pt x="4000" y="2500"/>
                  </a:moveTo>
                  <a:lnTo>
                    <a:pt x="4000" y="2624"/>
                  </a:lnTo>
                  <a:lnTo>
                    <a:pt x="4324" y="2624"/>
                  </a:lnTo>
                  <a:lnTo>
                    <a:pt x="4324" y="2500"/>
                  </a:lnTo>
                  <a:close/>
                  <a:moveTo>
                    <a:pt x="5500" y="2400"/>
                  </a:moveTo>
                  <a:lnTo>
                    <a:pt x="5500" y="2524"/>
                  </a:lnTo>
                  <a:lnTo>
                    <a:pt x="5574" y="2524"/>
                  </a:lnTo>
                  <a:lnTo>
                    <a:pt x="5600" y="2624"/>
                  </a:lnTo>
                  <a:lnTo>
                    <a:pt x="5674" y="2624"/>
                  </a:lnTo>
                  <a:lnTo>
                    <a:pt x="5700" y="2724"/>
                  </a:lnTo>
                  <a:lnTo>
                    <a:pt x="5774" y="2724"/>
                  </a:lnTo>
                  <a:lnTo>
                    <a:pt x="5800" y="2824"/>
                  </a:lnTo>
                  <a:lnTo>
                    <a:pt x="5900" y="2850"/>
                  </a:lnTo>
                  <a:lnTo>
                    <a:pt x="5900" y="2924"/>
                  </a:lnTo>
                  <a:lnTo>
                    <a:pt x="6024" y="2924"/>
                  </a:lnTo>
                  <a:lnTo>
                    <a:pt x="6024" y="2800"/>
                  </a:lnTo>
                  <a:lnTo>
                    <a:pt x="5950" y="2800"/>
                  </a:lnTo>
                  <a:lnTo>
                    <a:pt x="5924" y="2700"/>
                  </a:lnTo>
                  <a:lnTo>
                    <a:pt x="5850" y="2700"/>
                  </a:lnTo>
                  <a:lnTo>
                    <a:pt x="5824" y="2600"/>
                  </a:lnTo>
                  <a:lnTo>
                    <a:pt x="5750" y="2600"/>
                  </a:lnTo>
                  <a:lnTo>
                    <a:pt x="5724" y="2500"/>
                  </a:lnTo>
                  <a:lnTo>
                    <a:pt x="5624" y="2474"/>
                  </a:lnTo>
                  <a:lnTo>
                    <a:pt x="5624" y="2400"/>
                  </a:lnTo>
                  <a:close/>
                  <a:moveTo>
                    <a:pt x="3424" y="2400"/>
                  </a:moveTo>
                  <a:lnTo>
                    <a:pt x="3300" y="2400"/>
                  </a:lnTo>
                  <a:lnTo>
                    <a:pt x="3300" y="2474"/>
                  </a:lnTo>
                  <a:lnTo>
                    <a:pt x="3200" y="2500"/>
                  </a:lnTo>
                  <a:lnTo>
                    <a:pt x="3200" y="2574"/>
                  </a:lnTo>
                  <a:lnTo>
                    <a:pt x="3100" y="2600"/>
                  </a:lnTo>
                  <a:lnTo>
                    <a:pt x="3100" y="2674"/>
                  </a:lnTo>
                  <a:lnTo>
                    <a:pt x="3000" y="2700"/>
                  </a:lnTo>
                  <a:lnTo>
                    <a:pt x="2974" y="2800"/>
                  </a:lnTo>
                  <a:lnTo>
                    <a:pt x="2900" y="2800"/>
                  </a:lnTo>
                  <a:lnTo>
                    <a:pt x="2900" y="2924"/>
                  </a:lnTo>
                  <a:lnTo>
                    <a:pt x="3024" y="2924"/>
                  </a:lnTo>
                  <a:lnTo>
                    <a:pt x="3024" y="2850"/>
                  </a:lnTo>
                  <a:lnTo>
                    <a:pt x="3124" y="2824"/>
                  </a:lnTo>
                  <a:lnTo>
                    <a:pt x="3124" y="2750"/>
                  </a:lnTo>
                  <a:lnTo>
                    <a:pt x="3224" y="2724"/>
                  </a:lnTo>
                  <a:lnTo>
                    <a:pt x="3224" y="2650"/>
                  </a:lnTo>
                  <a:lnTo>
                    <a:pt x="3324" y="2624"/>
                  </a:lnTo>
                  <a:lnTo>
                    <a:pt x="3350" y="2524"/>
                  </a:lnTo>
                  <a:lnTo>
                    <a:pt x="3424" y="2524"/>
                  </a:lnTo>
                  <a:close/>
                  <a:moveTo>
                    <a:pt x="3500" y="2300"/>
                  </a:moveTo>
                  <a:lnTo>
                    <a:pt x="3500" y="2424"/>
                  </a:lnTo>
                  <a:lnTo>
                    <a:pt x="3624" y="2424"/>
                  </a:lnTo>
                  <a:lnTo>
                    <a:pt x="3624" y="2300"/>
                  </a:lnTo>
                  <a:close/>
                  <a:moveTo>
                    <a:pt x="5100" y="2200"/>
                  </a:moveTo>
                  <a:lnTo>
                    <a:pt x="5100" y="2324"/>
                  </a:lnTo>
                  <a:lnTo>
                    <a:pt x="5274" y="2324"/>
                  </a:lnTo>
                  <a:lnTo>
                    <a:pt x="5300" y="2424"/>
                  </a:lnTo>
                  <a:lnTo>
                    <a:pt x="5424" y="2424"/>
                  </a:lnTo>
                  <a:lnTo>
                    <a:pt x="5424" y="2300"/>
                  </a:lnTo>
                  <a:lnTo>
                    <a:pt x="5350" y="2300"/>
                  </a:lnTo>
                  <a:lnTo>
                    <a:pt x="5324" y="2200"/>
                  </a:lnTo>
                  <a:close/>
                  <a:moveTo>
                    <a:pt x="4800" y="2100"/>
                  </a:moveTo>
                  <a:lnTo>
                    <a:pt x="4800" y="2224"/>
                  </a:lnTo>
                  <a:lnTo>
                    <a:pt x="4924" y="2224"/>
                  </a:lnTo>
                  <a:lnTo>
                    <a:pt x="4924" y="2100"/>
                  </a:lnTo>
                  <a:close/>
                  <a:moveTo>
                    <a:pt x="4000" y="2100"/>
                  </a:moveTo>
                  <a:lnTo>
                    <a:pt x="4000" y="2224"/>
                  </a:lnTo>
                  <a:lnTo>
                    <a:pt x="4124" y="2224"/>
                  </a:lnTo>
                  <a:lnTo>
                    <a:pt x="4124" y="2100"/>
                  </a:lnTo>
                  <a:close/>
                  <a:moveTo>
                    <a:pt x="3700" y="2100"/>
                  </a:moveTo>
                  <a:lnTo>
                    <a:pt x="3700" y="2324"/>
                  </a:lnTo>
                  <a:lnTo>
                    <a:pt x="3824" y="2324"/>
                  </a:lnTo>
                  <a:lnTo>
                    <a:pt x="3824" y="2100"/>
                  </a:lnTo>
                  <a:close/>
                  <a:moveTo>
                    <a:pt x="300" y="1800"/>
                  </a:moveTo>
                  <a:lnTo>
                    <a:pt x="300" y="1924"/>
                  </a:lnTo>
                  <a:lnTo>
                    <a:pt x="424" y="1924"/>
                  </a:lnTo>
                  <a:lnTo>
                    <a:pt x="424" y="1800"/>
                  </a:lnTo>
                  <a:close/>
                  <a:moveTo>
                    <a:pt x="600" y="1500"/>
                  </a:moveTo>
                  <a:lnTo>
                    <a:pt x="600" y="1624"/>
                  </a:lnTo>
                  <a:lnTo>
                    <a:pt x="724" y="1624"/>
                  </a:lnTo>
                  <a:lnTo>
                    <a:pt x="724" y="1500"/>
                  </a:lnTo>
                  <a:close/>
                  <a:moveTo>
                    <a:pt x="800" y="1400"/>
                  </a:moveTo>
                  <a:lnTo>
                    <a:pt x="800" y="1524"/>
                  </a:lnTo>
                  <a:lnTo>
                    <a:pt x="924" y="1524"/>
                  </a:lnTo>
                  <a:lnTo>
                    <a:pt x="924" y="1400"/>
                  </a:lnTo>
                  <a:close/>
                  <a:moveTo>
                    <a:pt x="2500" y="1300"/>
                  </a:moveTo>
                  <a:lnTo>
                    <a:pt x="2500" y="1424"/>
                  </a:lnTo>
                  <a:lnTo>
                    <a:pt x="2624" y="1424"/>
                  </a:lnTo>
                  <a:lnTo>
                    <a:pt x="2624" y="1300"/>
                  </a:lnTo>
                  <a:close/>
                  <a:moveTo>
                    <a:pt x="1400" y="1300"/>
                  </a:moveTo>
                  <a:lnTo>
                    <a:pt x="1400" y="1424"/>
                  </a:lnTo>
                  <a:lnTo>
                    <a:pt x="1524" y="1424"/>
                  </a:lnTo>
                  <a:lnTo>
                    <a:pt x="1524" y="1300"/>
                  </a:lnTo>
                  <a:close/>
                  <a:moveTo>
                    <a:pt x="6200" y="1200"/>
                  </a:moveTo>
                  <a:lnTo>
                    <a:pt x="6200" y="1324"/>
                  </a:lnTo>
                  <a:lnTo>
                    <a:pt x="6274" y="1324"/>
                  </a:lnTo>
                  <a:lnTo>
                    <a:pt x="6300" y="1424"/>
                  </a:lnTo>
                  <a:lnTo>
                    <a:pt x="6424" y="1424"/>
                  </a:lnTo>
                  <a:lnTo>
                    <a:pt x="6424" y="1300"/>
                  </a:lnTo>
                  <a:lnTo>
                    <a:pt x="6350" y="1300"/>
                  </a:lnTo>
                  <a:lnTo>
                    <a:pt x="6324" y="1200"/>
                  </a:lnTo>
                  <a:close/>
                  <a:moveTo>
                    <a:pt x="1700" y="1000"/>
                  </a:moveTo>
                  <a:lnTo>
                    <a:pt x="1700" y="1124"/>
                  </a:lnTo>
                  <a:lnTo>
                    <a:pt x="1824" y="1124"/>
                  </a:lnTo>
                  <a:lnTo>
                    <a:pt x="1824" y="1000"/>
                  </a:lnTo>
                  <a:close/>
                  <a:moveTo>
                    <a:pt x="5900" y="900"/>
                  </a:moveTo>
                  <a:lnTo>
                    <a:pt x="5900" y="1024"/>
                  </a:lnTo>
                  <a:lnTo>
                    <a:pt x="5974" y="1024"/>
                  </a:lnTo>
                  <a:lnTo>
                    <a:pt x="6000" y="1124"/>
                  </a:lnTo>
                  <a:lnTo>
                    <a:pt x="6124" y="1124"/>
                  </a:lnTo>
                  <a:lnTo>
                    <a:pt x="6124" y="1000"/>
                  </a:lnTo>
                  <a:lnTo>
                    <a:pt x="6050" y="1000"/>
                  </a:lnTo>
                  <a:lnTo>
                    <a:pt x="6024" y="900"/>
                  </a:lnTo>
                  <a:close/>
                  <a:moveTo>
                    <a:pt x="4400" y="900"/>
                  </a:moveTo>
                  <a:lnTo>
                    <a:pt x="4400" y="1024"/>
                  </a:lnTo>
                  <a:lnTo>
                    <a:pt x="4524" y="1024"/>
                  </a:lnTo>
                  <a:lnTo>
                    <a:pt x="4524" y="900"/>
                  </a:lnTo>
                  <a:close/>
                  <a:moveTo>
                    <a:pt x="1900" y="800"/>
                  </a:moveTo>
                  <a:lnTo>
                    <a:pt x="1900" y="924"/>
                  </a:lnTo>
                  <a:lnTo>
                    <a:pt x="2124" y="924"/>
                  </a:lnTo>
                  <a:lnTo>
                    <a:pt x="2124" y="800"/>
                  </a:lnTo>
                  <a:close/>
                  <a:moveTo>
                    <a:pt x="600" y="700"/>
                  </a:moveTo>
                  <a:lnTo>
                    <a:pt x="600" y="924"/>
                  </a:lnTo>
                  <a:lnTo>
                    <a:pt x="724" y="924"/>
                  </a:lnTo>
                  <a:lnTo>
                    <a:pt x="724" y="7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6700" y="200"/>
                  </a:moveTo>
                  <a:lnTo>
                    <a:pt x="6700" y="324"/>
                  </a:lnTo>
                  <a:lnTo>
                    <a:pt x="6824" y="324"/>
                  </a:lnTo>
                  <a:lnTo>
                    <a:pt x="6824" y="200"/>
                  </a:lnTo>
                  <a:close/>
                  <a:moveTo>
                    <a:pt x="3800" y="0"/>
                  </a:moveTo>
                  <a:lnTo>
                    <a:pt x="3800" y="124"/>
                  </a:lnTo>
                  <a:lnTo>
                    <a:pt x="3924" y="124"/>
                  </a:lnTo>
                  <a:lnTo>
                    <a:pt x="3924" y="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50625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1" name="Result reward illustration color 17"/>
            <p:cNvSpPr/>
            <p:nvPr/>
          </p:nvSpPr>
          <p:spPr>
            <a:xfrm>
              <a:off x="12759355" y="7574707"/>
              <a:ext cx="623987" cy="605699"/>
            </a:xfrm>
            <a:custGeom>
              <a:avLst/>
              <a:gdLst/>
              <a:ahLst/>
              <a:cxnLst/>
              <a:rect l="l" t="t" r="r" b="b"/>
              <a:pathLst>
                <a:path w="6824" h="6624">
                  <a:moveTo>
                    <a:pt x="6100" y="6500"/>
                  </a:moveTo>
                  <a:lnTo>
                    <a:pt x="6100" y="6624"/>
                  </a:lnTo>
                  <a:lnTo>
                    <a:pt x="6224" y="6624"/>
                  </a:lnTo>
                  <a:lnTo>
                    <a:pt x="6224" y="6500"/>
                  </a:lnTo>
                  <a:close/>
                  <a:moveTo>
                    <a:pt x="900" y="6200"/>
                  </a:moveTo>
                  <a:lnTo>
                    <a:pt x="900" y="6324"/>
                  </a:lnTo>
                  <a:lnTo>
                    <a:pt x="1024" y="6324"/>
                  </a:lnTo>
                  <a:lnTo>
                    <a:pt x="1024" y="6200"/>
                  </a:lnTo>
                  <a:close/>
                  <a:moveTo>
                    <a:pt x="1600" y="6100"/>
                  </a:moveTo>
                  <a:lnTo>
                    <a:pt x="1600" y="6224"/>
                  </a:lnTo>
                  <a:lnTo>
                    <a:pt x="1724" y="6224"/>
                  </a:lnTo>
                  <a:lnTo>
                    <a:pt x="1724" y="6100"/>
                  </a:lnTo>
                  <a:close/>
                  <a:moveTo>
                    <a:pt x="1800" y="6000"/>
                  </a:moveTo>
                  <a:lnTo>
                    <a:pt x="1800" y="6124"/>
                  </a:lnTo>
                  <a:lnTo>
                    <a:pt x="1924" y="6124"/>
                  </a:lnTo>
                  <a:lnTo>
                    <a:pt x="1924" y="6000"/>
                  </a:lnTo>
                  <a:close/>
                  <a:moveTo>
                    <a:pt x="6500" y="5800"/>
                  </a:moveTo>
                  <a:lnTo>
                    <a:pt x="6500" y="5924"/>
                  </a:lnTo>
                  <a:lnTo>
                    <a:pt x="6574" y="5924"/>
                  </a:lnTo>
                  <a:lnTo>
                    <a:pt x="6600" y="6024"/>
                  </a:lnTo>
                  <a:lnTo>
                    <a:pt x="6724" y="6024"/>
                  </a:lnTo>
                  <a:lnTo>
                    <a:pt x="6724" y="5900"/>
                  </a:lnTo>
                  <a:lnTo>
                    <a:pt x="6650" y="5900"/>
                  </a:lnTo>
                  <a:lnTo>
                    <a:pt x="6624" y="5800"/>
                  </a:lnTo>
                  <a:close/>
                  <a:moveTo>
                    <a:pt x="4200" y="5700"/>
                  </a:moveTo>
                  <a:lnTo>
                    <a:pt x="4200" y="5824"/>
                  </a:lnTo>
                  <a:lnTo>
                    <a:pt x="4724" y="5824"/>
                  </a:lnTo>
                  <a:lnTo>
                    <a:pt x="4724" y="5700"/>
                  </a:lnTo>
                  <a:close/>
                  <a:moveTo>
                    <a:pt x="1924" y="5700"/>
                  </a:moveTo>
                  <a:lnTo>
                    <a:pt x="1800" y="5700"/>
                  </a:lnTo>
                  <a:lnTo>
                    <a:pt x="1800" y="5774"/>
                  </a:lnTo>
                  <a:lnTo>
                    <a:pt x="1700" y="5800"/>
                  </a:lnTo>
                  <a:lnTo>
                    <a:pt x="1700" y="5924"/>
                  </a:lnTo>
                  <a:lnTo>
                    <a:pt x="1824" y="5924"/>
                  </a:lnTo>
                  <a:lnTo>
                    <a:pt x="1824" y="5850"/>
                  </a:lnTo>
                  <a:lnTo>
                    <a:pt x="1924" y="5824"/>
                  </a:lnTo>
                  <a:close/>
                  <a:moveTo>
                    <a:pt x="5000" y="5600"/>
                  </a:moveTo>
                  <a:lnTo>
                    <a:pt x="5000" y="5724"/>
                  </a:lnTo>
                  <a:lnTo>
                    <a:pt x="5124" y="5724"/>
                  </a:lnTo>
                  <a:lnTo>
                    <a:pt x="5124" y="5600"/>
                  </a:lnTo>
                  <a:close/>
                  <a:moveTo>
                    <a:pt x="5200" y="5500"/>
                  </a:moveTo>
                  <a:lnTo>
                    <a:pt x="5200" y="5624"/>
                  </a:lnTo>
                  <a:lnTo>
                    <a:pt x="5324" y="5624"/>
                  </a:lnTo>
                  <a:lnTo>
                    <a:pt x="5324" y="5500"/>
                  </a:lnTo>
                  <a:close/>
                  <a:moveTo>
                    <a:pt x="6100" y="5400"/>
                  </a:moveTo>
                  <a:lnTo>
                    <a:pt x="6100" y="5524"/>
                  </a:lnTo>
                  <a:lnTo>
                    <a:pt x="6224" y="5524"/>
                  </a:lnTo>
                  <a:lnTo>
                    <a:pt x="6224" y="5400"/>
                  </a:lnTo>
                  <a:close/>
                  <a:moveTo>
                    <a:pt x="2400" y="5400"/>
                  </a:moveTo>
                  <a:lnTo>
                    <a:pt x="2400" y="5624"/>
                  </a:lnTo>
                  <a:lnTo>
                    <a:pt x="2524" y="5624"/>
                  </a:lnTo>
                  <a:lnTo>
                    <a:pt x="2524" y="5400"/>
                  </a:lnTo>
                  <a:close/>
                  <a:moveTo>
                    <a:pt x="2000" y="5300"/>
                  </a:moveTo>
                  <a:lnTo>
                    <a:pt x="2000" y="5424"/>
                  </a:lnTo>
                  <a:lnTo>
                    <a:pt x="2124" y="5424"/>
                  </a:lnTo>
                  <a:lnTo>
                    <a:pt x="2124" y="5300"/>
                  </a:lnTo>
                  <a:close/>
                  <a:moveTo>
                    <a:pt x="4500" y="5200"/>
                  </a:moveTo>
                  <a:lnTo>
                    <a:pt x="4500" y="5324"/>
                  </a:lnTo>
                  <a:lnTo>
                    <a:pt x="4624" y="5324"/>
                  </a:lnTo>
                  <a:lnTo>
                    <a:pt x="4624" y="5200"/>
                  </a:lnTo>
                  <a:close/>
                  <a:moveTo>
                    <a:pt x="4200" y="5200"/>
                  </a:moveTo>
                  <a:lnTo>
                    <a:pt x="4200" y="5324"/>
                  </a:lnTo>
                  <a:lnTo>
                    <a:pt x="4324" y="5324"/>
                  </a:lnTo>
                  <a:lnTo>
                    <a:pt x="4324" y="5200"/>
                  </a:lnTo>
                  <a:close/>
                  <a:moveTo>
                    <a:pt x="5800" y="5100"/>
                  </a:moveTo>
                  <a:lnTo>
                    <a:pt x="5800" y="5224"/>
                  </a:lnTo>
                  <a:lnTo>
                    <a:pt x="5924" y="5224"/>
                  </a:lnTo>
                  <a:lnTo>
                    <a:pt x="5924" y="5100"/>
                  </a:lnTo>
                  <a:close/>
                  <a:moveTo>
                    <a:pt x="4900" y="5100"/>
                  </a:moveTo>
                  <a:lnTo>
                    <a:pt x="4900" y="5224"/>
                  </a:lnTo>
                  <a:lnTo>
                    <a:pt x="5024" y="5224"/>
                  </a:lnTo>
                  <a:lnTo>
                    <a:pt x="5024" y="5100"/>
                  </a:lnTo>
                  <a:close/>
                  <a:moveTo>
                    <a:pt x="3000" y="5100"/>
                  </a:moveTo>
                  <a:lnTo>
                    <a:pt x="3000" y="5224"/>
                  </a:lnTo>
                  <a:lnTo>
                    <a:pt x="3074" y="5224"/>
                  </a:lnTo>
                  <a:lnTo>
                    <a:pt x="3100" y="5324"/>
                  </a:lnTo>
                  <a:lnTo>
                    <a:pt x="3200" y="5350"/>
                  </a:lnTo>
                  <a:lnTo>
                    <a:pt x="3200" y="5424"/>
                  </a:lnTo>
                  <a:lnTo>
                    <a:pt x="3324" y="5424"/>
                  </a:lnTo>
                  <a:lnTo>
                    <a:pt x="3324" y="5300"/>
                  </a:lnTo>
                  <a:lnTo>
                    <a:pt x="3250" y="5300"/>
                  </a:lnTo>
                  <a:lnTo>
                    <a:pt x="3224" y="5200"/>
                  </a:lnTo>
                  <a:lnTo>
                    <a:pt x="3124" y="5174"/>
                  </a:lnTo>
                  <a:lnTo>
                    <a:pt x="3124" y="5100"/>
                  </a:lnTo>
                  <a:close/>
                  <a:moveTo>
                    <a:pt x="5100" y="5000"/>
                  </a:moveTo>
                  <a:lnTo>
                    <a:pt x="5100" y="5124"/>
                  </a:lnTo>
                  <a:lnTo>
                    <a:pt x="5224" y="5124"/>
                  </a:lnTo>
                  <a:lnTo>
                    <a:pt x="5224" y="5000"/>
                  </a:lnTo>
                  <a:close/>
                  <a:moveTo>
                    <a:pt x="5900" y="4900"/>
                  </a:moveTo>
                  <a:lnTo>
                    <a:pt x="5900" y="5024"/>
                  </a:lnTo>
                  <a:lnTo>
                    <a:pt x="6024" y="5024"/>
                  </a:lnTo>
                  <a:lnTo>
                    <a:pt x="6024" y="4900"/>
                  </a:lnTo>
                  <a:close/>
                  <a:moveTo>
                    <a:pt x="3400" y="4800"/>
                  </a:moveTo>
                  <a:lnTo>
                    <a:pt x="3400" y="4924"/>
                  </a:lnTo>
                  <a:lnTo>
                    <a:pt x="3474" y="4924"/>
                  </a:lnTo>
                  <a:lnTo>
                    <a:pt x="3500" y="5024"/>
                  </a:lnTo>
                  <a:lnTo>
                    <a:pt x="3624" y="5024"/>
                  </a:lnTo>
                  <a:lnTo>
                    <a:pt x="3624" y="4900"/>
                  </a:lnTo>
                  <a:lnTo>
                    <a:pt x="3550" y="4900"/>
                  </a:lnTo>
                  <a:lnTo>
                    <a:pt x="3524" y="4800"/>
                  </a:lnTo>
                  <a:close/>
                  <a:moveTo>
                    <a:pt x="3500" y="4600"/>
                  </a:moveTo>
                  <a:lnTo>
                    <a:pt x="3500" y="4724"/>
                  </a:lnTo>
                  <a:lnTo>
                    <a:pt x="3624" y="4724"/>
                  </a:lnTo>
                  <a:lnTo>
                    <a:pt x="3624" y="4600"/>
                  </a:lnTo>
                  <a:close/>
                  <a:moveTo>
                    <a:pt x="0" y="4600"/>
                  </a:moveTo>
                  <a:lnTo>
                    <a:pt x="0" y="4724"/>
                  </a:lnTo>
                  <a:lnTo>
                    <a:pt x="2324" y="4724"/>
                  </a:lnTo>
                  <a:lnTo>
                    <a:pt x="2324" y="4600"/>
                  </a:lnTo>
                  <a:close/>
                  <a:moveTo>
                    <a:pt x="5100" y="4400"/>
                  </a:moveTo>
                  <a:lnTo>
                    <a:pt x="5100" y="4524"/>
                  </a:lnTo>
                  <a:lnTo>
                    <a:pt x="5224" y="4524"/>
                  </a:lnTo>
                  <a:lnTo>
                    <a:pt x="5224" y="4400"/>
                  </a:lnTo>
                  <a:close/>
                  <a:moveTo>
                    <a:pt x="4400" y="4400"/>
                  </a:moveTo>
                  <a:lnTo>
                    <a:pt x="4400" y="4524"/>
                  </a:lnTo>
                  <a:lnTo>
                    <a:pt x="4524" y="4524"/>
                  </a:lnTo>
                  <a:lnTo>
                    <a:pt x="4524" y="4400"/>
                  </a:lnTo>
                  <a:close/>
                  <a:moveTo>
                    <a:pt x="2600" y="4400"/>
                  </a:moveTo>
                  <a:lnTo>
                    <a:pt x="2600" y="4524"/>
                  </a:lnTo>
                  <a:lnTo>
                    <a:pt x="2724" y="4524"/>
                  </a:lnTo>
                  <a:lnTo>
                    <a:pt x="2724" y="4400"/>
                  </a:lnTo>
                  <a:close/>
                  <a:moveTo>
                    <a:pt x="5700" y="4200"/>
                  </a:moveTo>
                  <a:lnTo>
                    <a:pt x="5700" y="4324"/>
                  </a:lnTo>
                  <a:lnTo>
                    <a:pt x="5824" y="4324"/>
                  </a:lnTo>
                  <a:lnTo>
                    <a:pt x="5824" y="4200"/>
                  </a:lnTo>
                  <a:close/>
                  <a:moveTo>
                    <a:pt x="4200" y="4200"/>
                  </a:moveTo>
                  <a:lnTo>
                    <a:pt x="4200" y="4274"/>
                  </a:lnTo>
                  <a:lnTo>
                    <a:pt x="4100" y="4300"/>
                  </a:lnTo>
                  <a:lnTo>
                    <a:pt x="4100" y="4424"/>
                  </a:lnTo>
                  <a:lnTo>
                    <a:pt x="4174" y="4424"/>
                  </a:lnTo>
                  <a:lnTo>
                    <a:pt x="4200" y="4524"/>
                  </a:lnTo>
                  <a:lnTo>
                    <a:pt x="4324" y="4524"/>
                  </a:lnTo>
                  <a:lnTo>
                    <a:pt x="4324" y="4400"/>
                  </a:lnTo>
                  <a:lnTo>
                    <a:pt x="4224" y="4374"/>
                  </a:lnTo>
                  <a:lnTo>
                    <a:pt x="4250" y="4324"/>
                  </a:lnTo>
                  <a:lnTo>
                    <a:pt x="4324" y="4324"/>
                  </a:lnTo>
                  <a:lnTo>
                    <a:pt x="4324" y="4200"/>
                  </a:lnTo>
                  <a:close/>
                  <a:moveTo>
                    <a:pt x="2100" y="4100"/>
                  </a:moveTo>
                  <a:lnTo>
                    <a:pt x="2100" y="4224"/>
                  </a:lnTo>
                  <a:lnTo>
                    <a:pt x="2200" y="4250"/>
                  </a:lnTo>
                  <a:lnTo>
                    <a:pt x="2200" y="4524"/>
                  </a:lnTo>
                  <a:lnTo>
                    <a:pt x="2324" y="4524"/>
                  </a:lnTo>
                  <a:lnTo>
                    <a:pt x="2324" y="4200"/>
                  </a:lnTo>
                  <a:lnTo>
                    <a:pt x="2250" y="4200"/>
                  </a:lnTo>
                  <a:lnTo>
                    <a:pt x="2224" y="4100"/>
                  </a:lnTo>
                  <a:close/>
                  <a:moveTo>
                    <a:pt x="900" y="4100"/>
                  </a:moveTo>
                  <a:lnTo>
                    <a:pt x="900" y="4174"/>
                  </a:lnTo>
                  <a:lnTo>
                    <a:pt x="800" y="4200"/>
                  </a:lnTo>
                  <a:lnTo>
                    <a:pt x="800" y="4324"/>
                  </a:lnTo>
                  <a:lnTo>
                    <a:pt x="874" y="4324"/>
                  </a:lnTo>
                  <a:lnTo>
                    <a:pt x="900" y="4374"/>
                  </a:lnTo>
                  <a:lnTo>
                    <a:pt x="874" y="4400"/>
                  </a:lnTo>
                  <a:lnTo>
                    <a:pt x="700" y="4400"/>
                  </a:lnTo>
                  <a:lnTo>
                    <a:pt x="700" y="4524"/>
                  </a:lnTo>
                  <a:lnTo>
                    <a:pt x="924" y="4524"/>
                  </a:lnTo>
                  <a:lnTo>
                    <a:pt x="950" y="4424"/>
                  </a:lnTo>
                  <a:lnTo>
                    <a:pt x="1000" y="4450"/>
                  </a:lnTo>
                  <a:lnTo>
                    <a:pt x="1000" y="4524"/>
                  </a:lnTo>
                  <a:lnTo>
                    <a:pt x="1124" y="4524"/>
                  </a:lnTo>
                  <a:lnTo>
                    <a:pt x="1124" y="4450"/>
                  </a:lnTo>
                  <a:lnTo>
                    <a:pt x="1224" y="4424"/>
                  </a:lnTo>
                  <a:lnTo>
                    <a:pt x="1224" y="4300"/>
                  </a:lnTo>
                  <a:lnTo>
                    <a:pt x="1100" y="4300"/>
                  </a:lnTo>
                  <a:lnTo>
                    <a:pt x="1100" y="4374"/>
                  </a:lnTo>
                  <a:lnTo>
                    <a:pt x="1050" y="4400"/>
                  </a:lnTo>
                  <a:lnTo>
                    <a:pt x="1024" y="4300"/>
                  </a:lnTo>
                  <a:lnTo>
                    <a:pt x="924" y="4274"/>
                  </a:lnTo>
                  <a:lnTo>
                    <a:pt x="950" y="4224"/>
                  </a:lnTo>
                  <a:lnTo>
                    <a:pt x="1024" y="4224"/>
                  </a:lnTo>
                  <a:lnTo>
                    <a:pt x="1024" y="4100"/>
                  </a:lnTo>
                  <a:close/>
                  <a:moveTo>
                    <a:pt x="600" y="4100"/>
                  </a:moveTo>
                  <a:lnTo>
                    <a:pt x="600" y="4224"/>
                  </a:lnTo>
                  <a:lnTo>
                    <a:pt x="724" y="4224"/>
                  </a:lnTo>
                  <a:lnTo>
                    <a:pt x="724" y="4100"/>
                  </a:lnTo>
                  <a:close/>
                  <a:moveTo>
                    <a:pt x="4724" y="4000"/>
                  </a:moveTo>
                  <a:lnTo>
                    <a:pt x="4600" y="4000"/>
                  </a:lnTo>
                  <a:lnTo>
                    <a:pt x="4600" y="4074"/>
                  </a:lnTo>
                  <a:lnTo>
                    <a:pt x="4500" y="4100"/>
                  </a:lnTo>
                  <a:lnTo>
                    <a:pt x="4474" y="4200"/>
                  </a:lnTo>
                  <a:lnTo>
                    <a:pt x="4400" y="4200"/>
                  </a:lnTo>
                  <a:lnTo>
                    <a:pt x="4400" y="4324"/>
                  </a:lnTo>
                  <a:lnTo>
                    <a:pt x="4524" y="4324"/>
                  </a:lnTo>
                  <a:lnTo>
                    <a:pt x="4524" y="4250"/>
                  </a:lnTo>
                  <a:lnTo>
                    <a:pt x="4624" y="4224"/>
                  </a:lnTo>
                  <a:lnTo>
                    <a:pt x="4650" y="4124"/>
                  </a:lnTo>
                  <a:lnTo>
                    <a:pt x="4724" y="4124"/>
                  </a:lnTo>
                  <a:close/>
                  <a:moveTo>
                    <a:pt x="4800" y="3900"/>
                  </a:moveTo>
                  <a:lnTo>
                    <a:pt x="4800" y="4024"/>
                  </a:lnTo>
                  <a:lnTo>
                    <a:pt x="4874" y="4024"/>
                  </a:lnTo>
                  <a:lnTo>
                    <a:pt x="4900" y="4124"/>
                  </a:lnTo>
                  <a:lnTo>
                    <a:pt x="4974" y="4124"/>
                  </a:lnTo>
                  <a:lnTo>
                    <a:pt x="5000" y="4224"/>
                  </a:lnTo>
                  <a:lnTo>
                    <a:pt x="5100" y="4250"/>
                  </a:lnTo>
                  <a:lnTo>
                    <a:pt x="5100" y="4324"/>
                  </a:lnTo>
                  <a:lnTo>
                    <a:pt x="5224" y="4324"/>
                  </a:lnTo>
                  <a:lnTo>
                    <a:pt x="5224" y="4200"/>
                  </a:lnTo>
                  <a:lnTo>
                    <a:pt x="5150" y="4200"/>
                  </a:lnTo>
                  <a:lnTo>
                    <a:pt x="5124" y="4100"/>
                  </a:lnTo>
                  <a:lnTo>
                    <a:pt x="5050" y="4100"/>
                  </a:lnTo>
                  <a:lnTo>
                    <a:pt x="5024" y="4000"/>
                  </a:lnTo>
                  <a:lnTo>
                    <a:pt x="4924" y="3974"/>
                  </a:lnTo>
                  <a:lnTo>
                    <a:pt x="4924" y="3900"/>
                  </a:lnTo>
                  <a:close/>
                  <a:moveTo>
                    <a:pt x="1600" y="3900"/>
                  </a:moveTo>
                  <a:lnTo>
                    <a:pt x="1600" y="4024"/>
                  </a:lnTo>
                  <a:lnTo>
                    <a:pt x="1724" y="4024"/>
                  </a:lnTo>
                  <a:lnTo>
                    <a:pt x="1724" y="3900"/>
                  </a:lnTo>
                  <a:close/>
                  <a:moveTo>
                    <a:pt x="4200" y="3600"/>
                  </a:moveTo>
                  <a:lnTo>
                    <a:pt x="4200" y="3824"/>
                  </a:lnTo>
                  <a:lnTo>
                    <a:pt x="4324" y="3824"/>
                  </a:lnTo>
                  <a:lnTo>
                    <a:pt x="4324" y="3600"/>
                  </a:lnTo>
                  <a:close/>
                  <a:moveTo>
                    <a:pt x="1100" y="3900"/>
                  </a:moveTo>
                  <a:lnTo>
                    <a:pt x="1100" y="4024"/>
                  </a:lnTo>
                  <a:lnTo>
                    <a:pt x="1174" y="4024"/>
                  </a:lnTo>
                  <a:lnTo>
                    <a:pt x="1200" y="4124"/>
                  </a:lnTo>
                  <a:lnTo>
                    <a:pt x="1324" y="4124"/>
                  </a:lnTo>
                  <a:lnTo>
                    <a:pt x="1324" y="4050"/>
                  </a:lnTo>
                  <a:lnTo>
                    <a:pt x="1424" y="4024"/>
                  </a:lnTo>
                  <a:lnTo>
                    <a:pt x="1450" y="3924"/>
                  </a:lnTo>
                  <a:lnTo>
                    <a:pt x="1524" y="3924"/>
                  </a:lnTo>
                  <a:lnTo>
                    <a:pt x="1524" y="3800"/>
                  </a:lnTo>
                  <a:lnTo>
                    <a:pt x="1450" y="3800"/>
                  </a:lnTo>
                  <a:lnTo>
                    <a:pt x="1424" y="3750"/>
                  </a:lnTo>
                  <a:lnTo>
                    <a:pt x="1524" y="3724"/>
                  </a:lnTo>
                  <a:lnTo>
                    <a:pt x="1524" y="3650"/>
                  </a:lnTo>
                  <a:lnTo>
                    <a:pt x="1574" y="3624"/>
                  </a:lnTo>
                  <a:lnTo>
                    <a:pt x="1600" y="3724"/>
                  </a:lnTo>
                  <a:lnTo>
                    <a:pt x="1674" y="3724"/>
                  </a:lnTo>
                  <a:lnTo>
                    <a:pt x="1700" y="3824"/>
                  </a:lnTo>
                  <a:lnTo>
                    <a:pt x="1774" y="3824"/>
                  </a:lnTo>
                  <a:lnTo>
                    <a:pt x="1800" y="3924"/>
                  </a:lnTo>
                  <a:lnTo>
                    <a:pt x="1900" y="3950"/>
                  </a:lnTo>
                  <a:lnTo>
                    <a:pt x="1900" y="4024"/>
                  </a:lnTo>
                  <a:lnTo>
                    <a:pt x="2024" y="4024"/>
                  </a:lnTo>
                  <a:lnTo>
                    <a:pt x="2050" y="3924"/>
                  </a:lnTo>
                  <a:lnTo>
                    <a:pt x="2100" y="3950"/>
                  </a:lnTo>
                  <a:lnTo>
                    <a:pt x="2100" y="4024"/>
                  </a:lnTo>
                  <a:lnTo>
                    <a:pt x="2224" y="4024"/>
                  </a:lnTo>
                  <a:lnTo>
                    <a:pt x="2224" y="3900"/>
                  </a:lnTo>
                  <a:lnTo>
                    <a:pt x="2150" y="3900"/>
                  </a:lnTo>
                  <a:lnTo>
                    <a:pt x="2124" y="3800"/>
                  </a:lnTo>
                  <a:lnTo>
                    <a:pt x="2024" y="3774"/>
                  </a:lnTo>
                  <a:lnTo>
                    <a:pt x="2024" y="3700"/>
                  </a:lnTo>
                  <a:lnTo>
                    <a:pt x="1900" y="3700"/>
                  </a:lnTo>
                  <a:lnTo>
                    <a:pt x="1900" y="3774"/>
                  </a:lnTo>
                  <a:lnTo>
                    <a:pt x="1850" y="3800"/>
                  </a:lnTo>
                  <a:lnTo>
                    <a:pt x="1824" y="3700"/>
                  </a:lnTo>
                  <a:lnTo>
                    <a:pt x="1724" y="3674"/>
                  </a:lnTo>
                  <a:lnTo>
                    <a:pt x="1750" y="3624"/>
                  </a:lnTo>
                  <a:lnTo>
                    <a:pt x="1824" y="3624"/>
                  </a:lnTo>
                  <a:lnTo>
                    <a:pt x="1824" y="3500"/>
                  </a:lnTo>
                  <a:lnTo>
                    <a:pt x="1700" y="3500"/>
                  </a:lnTo>
                  <a:lnTo>
                    <a:pt x="1674" y="3600"/>
                  </a:lnTo>
                  <a:lnTo>
                    <a:pt x="1624" y="3574"/>
                  </a:lnTo>
                  <a:lnTo>
                    <a:pt x="1624" y="3500"/>
                  </a:lnTo>
                  <a:lnTo>
                    <a:pt x="1500" y="3500"/>
                  </a:lnTo>
                  <a:lnTo>
                    <a:pt x="1500" y="3574"/>
                  </a:lnTo>
                  <a:lnTo>
                    <a:pt x="1400" y="3600"/>
                  </a:lnTo>
                  <a:lnTo>
                    <a:pt x="1400" y="3674"/>
                  </a:lnTo>
                  <a:lnTo>
                    <a:pt x="1300" y="3700"/>
                  </a:lnTo>
                  <a:lnTo>
                    <a:pt x="1300" y="3774"/>
                  </a:lnTo>
                  <a:lnTo>
                    <a:pt x="1200" y="3800"/>
                  </a:lnTo>
                  <a:lnTo>
                    <a:pt x="1174" y="3900"/>
                  </a:lnTo>
                  <a:close/>
                  <a:moveTo>
                    <a:pt x="1224" y="3950"/>
                  </a:moveTo>
                  <a:lnTo>
                    <a:pt x="1274" y="3924"/>
                  </a:lnTo>
                  <a:lnTo>
                    <a:pt x="1300" y="3974"/>
                  </a:lnTo>
                  <a:lnTo>
                    <a:pt x="1250" y="4000"/>
                  </a:lnTo>
                  <a:close/>
                  <a:moveTo>
                    <a:pt x="1924" y="3850"/>
                  </a:moveTo>
                  <a:lnTo>
                    <a:pt x="1974" y="3824"/>
                  </a:lnTo>
                  <a:lnTo>
                    <a:pt x="2000" y="3874"/>
                  </a:lnTo>
                  <a:lnTo>
                    <a:pt x="1950" y="3900"/>
                  </a:lnTo>
                  <a:close/>
                  <a:moveTo>
                    <a:pt x="1324" y="3850"/>
                  </a:moveTo>
                  <a:lnTo>
                    <a:pt x="1374" y="3824"/>
                  </a:lnTo>
                  <a:lnTo>
                    <a:pt x="1400" y="3874"/>
                  </a:lnTo>
                  <a:lnTo>
                    <a:pt x="1350" y="3900"/>
                  </a:lnTo>
                  <a:close/>
                  <a:moveTo>
                    <a:pt x="900" y="3500"/>
                  </a:moveTo>
                  <a:lnTo>
                    <a:pt x="900" y="3624"/>
                  </a:lnTo>
                  <a:lnTo>
                    <a:pt x="1024" y="3624"/>
                  </a:lnTo>
                  <a:lnTo>
                    <a:pt x="1024" y="3500"/>
                  </a:lnTo>
                  <a:close/>
                  <a:moveTo>
                    <a:pt x="500" y="3500"/>
                  </a:moveTo>
                  <a:lnTo>
                    <a:pt x="500" y="3624"/>
                  </a:lnTo>
                  <a:lnTo>
                    <a:pt x="624" y="3624"/>
                  </a:lnTo>
                  <a:lnTo>
                    <a:pt x="624" y="3500"/>
                  </a:lnTo>
                  <a:close/>
                  <a:moveTo>
                    <a:pt x="6200" y="3400"/>
                  </a:moveTo>
                  <a:lnTo>
                    <a:pt x="6200" y="3524"/>
                  </a:lnTo>
                  <a:lnTo>
                    <a:pt x="6324" y="3524"/>
                  </a:lnTo>
                  <a:lnTo>
                    <a:pt x="6324" y="3400"/>
                  </a:lnTo>
                  <a:close/>
                  <a:moveTo>
                    <a:pt x="3100" y="3400"/>
                  </a:moveTo>
                  <a:lnTo>
                    <a:pt x="3100" y="3524"/>
                  </a:lnTo>
                  <a:lnTo>
                    <a:pt x="3224" y="3524"/>
                  </a:lnTo>
                  <a:lnTo>
                    <a:pt x="3224" y="3400"/>
                  </a:lnTo>
                  <a:close/>
                  <a:moveTo>
                    <a:pt x="2600" y="3300"/>
                  </a:moveTo>
                  <a:lnTo>
                    <a:pt x="2600" y="3424"/>
                  </a:lnTo>
                  <a:lnTo>
                    <a:pt x="2724" y="3424"/>
                  </a:lnTo>
                  <a:lnTo>
                    <a:pt x="2724" y="3300"/>
                  </a:lnTo>
                  <a:close/>
                  <a:moveTo>
                    <a:pt x="5600" y="3200"/>
                  </a:moveTo>
                  <a:lnTo>
                    <a:pt x="5600" y="3324"/>
                  </a:lnTo>
                  <a:lnTo>
                    <a:pt x="5724" y="3324"/>
                  </a:lnTo>
                  <a:lnTo>
                    <a:pt x="5724" y="3200"/>
                  </a:lnTo>
                  <a:close/>
                  <a:moveTo>
                    <a:pt x="900" y="3200"/>
                  </a:moveTo>
                  <a:lnTo>
                    <a:pt x="900" y="3324"/>
                  </a:lnTo>
                  <a:lnTo>
                    <a:pt x="1024" y="3324"/>
                  </a:lnTo>
                  <a:lnTo>
                    <a:pt x="1024" y="3200"/>
                  </a:lnTo>
                  <a:close/>
                  <a:moveTo>
                    <a:pt x="700" y="3200"/>
                  </a:moveTo>
                  <a:lnTo>
                    <a:pt x="700" y="3324"/>
                  </a:lnTo>
                  <a:lnTo>
                    <a:pt x="824" y="3324"/>
                  </a:lnTo>
                  <a:lnTo>
                    <a:pt x="824" y="3200"/>
                  </a:lnTo>
                  <a:close/>
                  <a:moveTo>
                    <a:pt x="500" y="3200"/>
                  </a:moveTo>
                  <a:lnTo>
                    <a:pt x="500" y="3324"/>
                  </a:lnTo>
                  <a:lnTo>
                    <a:pt x="624" y="3324"/>
                  </a:lnTo>
                  <a:lnTo>
                    <a:pt x="624" y="3200"/>
                  </a:lnTo>
                  <a:close/>
                  <a:moveTo>
                    <a:pt x="6000" y="2900"/>
                  </a:moveTo>
                  <a:lnTo>
                    <a:pt x="6000" y="3024"/>
                  </a:lnTo>
                  <a:lnTo>
                    <a:pt x="6124" y="3024"/>
                  </a:lnTo>
                  <a:lnTo>
                    <a:pt x="6124" y="2900"/>
                  </a:lnTo>
                  <a:close/>
                  <a:moveTo>
                    <a:pt x="2800" y="2900"/>
                  </a:moveTo>
                  <a:lnTo>
                    <a:pt x="2800" y="3024"/>
                  </a:lnTo>
                  <a:lnTo>
                    <a:pt x="2924" y="3024"/>
                  </a:lnTo>
                  <a:lnTo>
                    <a:pt x="2924" y="2900"/>
                  </a:lnTo>
                  <a:close/>
                  <a:moveTo>
                    <a:pt x="5100" y="2700"/>
                  </a:moveTo>
                  <a:lnTo>
                    <a:pt x="5100" y="2824"/>
                  </a:lnTo>
                  <a:lnTo>
                    <a:pt x="5224" y="2824"/>
                  </a:lnTo>
                  <a:lnTo>
                    <a:pt x="5224" y="2700"/>
                  </a:lnTo>
                  <a:close/>
                  <a:moveTo>
                    <a:pt x="3700" y="2700"/>
                  </a:moveTo>
                  <a:lnTo>
                    <a:pt x="3700" y="2824"/>
                  </a:lnTo>
                  <a:lnTo>
                    <a:pt x="3824" y="2824"/>
                  </a:lnTo>
                  <a:lnTo>
                    <a:pt x="3824" y="2700"/>
                  </a:lnTo>
                  <a:close/>
                  <a:moveTo>
                    <a:pt x="4900" y="2600"/>
                  </a:moveTo>
                  <a:lnTo>
                    <a:pt x="4900" y="2724"/>
                  </a:lnTo>
                  <a:lnTo>
                    <a:pt x="5024" y="2724"/>
                  </a:lnTo>
                  <a:lnTo>
                    <a:pt x="5024" y="2600"/>
                  </a:lnTo>
                  <a:close/>
                  <a:moveTo>
                    <a:pt x="3900" y="2600"/>
                  </a:moveTo>
                  <a:lnTo>
                    <a:pt x="3900" y="2724"/>
                  </a:lnTo>
                  <a:lnTo>
                    <a:pt x="4024" y="2724"/>
                  </a:lnTo>
                  <a:lnTo>
                    <a:pt x="4024" y="2600"/>
                  </a:lnTo>
                  <a:close/>
                  <a:moveTo>
                    <a:pt x="0" y="26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50" y="2724"/>
                  </a:lnTo>
                  <a:lnTo>
                    <a:pt x="2324" y="2724"/>
                  </a:lnTo>
                  <a:lnTo>
                    <a:pt x="2324" y="2600"/>
                  </a:lnTo>
                  <a:close/>
                  <a:moveTo>
                    <a:pt x="4200" y="2000"/>
                  </a:moveTo>
                  <a:lnTo>
                    <a:pt x="4200" y="2124"/>
                  </a:lnTo>
                  <a:lnTo>
                    <a:pt x="4324" y="2124"/>
                  </a:lnTo>
                  <a:lnTo>
                    <a:pt x="4324" y="2000"/>
                  </a:lnTo>
                  <a:close/>
                  <a:moveTo>
                    <a:pt x="4500" y="1900"/>
                  </a:moveTo>
                  <a:lnTo>
                    <a:pt x="4500" y="2024"/>
                  </a:lnTo>
                  <a:lnTo>
                    <a:pt x="4624" y="2024"/>
                  </a:lnTo>
                  <a:lnTo>
                    <a:pt x="4624" y="1900"/>
                  </a:lnTo>
                  <a:close/>
                  <a:moveTo>
                    <a:pt x="0" y="1900"/>
                  </a:moveTo>
                  <a:lnTo>
                    <a:pt x="0" y="2024"/>
                  </a:lnTo>
                  <a:lnTo>
                    <a:pt x="124" y="2024"/>
                  </a:lnTo>
                  <a:lnTo>
                    <a:pt x="124" y="1900"/>
                  </a:lnTo>
                  <a:close/>
                  <a:moveTo>
                    <a:pt x="1300" y="1800"/>
                  </a:moveTo>
                  <a:lnTo>
                    <a:pt x="1300" y="1924"/>
                  </a:lnTo>
                  <a:lnTo>
                    <a:pt x="1424" y="1924"/>
                  </a:lnTo>
                  <a:lnTo>
                    <a:pt x="1424" y="1800"/>
                  </a:lnTo>
                  <a:close/>
                  <a:moveTo>
                    <a:pt x="2800" y="1700"/>
                  </a:moveTo>
                  <a:lnTo>
                    <a:pt x="2800" y="1824"/>
                  </a:lnTo>
                  <a:lnTo>
                    <a:pt x="2924" y="1824"/>
                  </a:lnTo>
                  <a:lnTo>
                    <a:pt x="2924" y="1700"/>
                  </a:lnTo>
                  <a:close/>
                  <a:moveTo>
                    <a:pt x="1000" y="1700"/>
                  </a:moveTo>
                  <a:lnTo>
                    <a:pt x="1000" y="1824"/>
                  </a:lnTo>
                  <a:lnTo>
                    <a:pt x="1124" y="1824"/>
                  </a:lnTo>
                  <a:lnTo>
                    <a:pt x="1124" y="1700"/>
                  </a:lnTo>
                  <a:close/>
                  <a:moveTo>
                    <a:pt x="624" y="1700"/>
                  </a:moveTo>
                  <a:lnTo>
                    <a:pt x="500" y="1700"/>
                  </a:lnTo>
                  <a:lnTo>
                    <a:pt x="500" y="1774"/>
                  </a:lnTo>
                  <a:lnTo>
                    <a:pt x="400" y="1800"/>
                  </a:lnTo>
                  <a:lnTo>
                    <a:pt x="400" y="1924"/>
                  </a:lnTo>
                  <a:lnTo>
                    <a:pt x="524" y="1924"/>
                  </a:lnTo>
                  <a:lnTo>
                    <a:pt x="524" y="1850"/>
                  </a:lnTo>
                  <a:lnTo>
                    <a:pt x="624" y="1824"/>
                  </a:lnTo>
                  <a:close/>
                  <a:moveTo>
                    <a:pt x="2900" y="1500"/>
                  </a:moveTo>
                  <a:lnTo>
                    <a:pt x="2900" y="1624"/>
                  </a:lnTo>
                  <a:lnTo>
                    <a:pt x="3024" y="1624"/>
                  </a:lnTo>
                  <a:lnTo>
                    <a:pt x="3024" y="1500"/>
                  </a:lnTo>
                  <a:close/>
                  <a:moveTo>
                    <a:pt x="1424" y="1500"/>
                  </a:moveTo>
                  <a:lnTo>
                    <a:pt x="1300" y="1500"/>
                  </a:lnTo>
                  <a:lnTo>
                    <a:pt x="1300" y="1574"/>
                  </a:lnTo>
                  <a:lnTo>
                    <a:pt x="1200" y="1600"/>
                  </a:lnTo>
                  <a:lnTo>
                    <a:pt x="1200" y="1724"/>
                  </a:lnTo>
                  <a:lnTo>
                    <a:pt x="1324" y="1724"/>
                  </a:lnTo>
                  <a:lnTo>
                    <a:pt x="1324" y="1650"/>
                  </a:lnTo>
                  <a:lnTo>
                    <a:pt x="1424" y="1624"/>
                  </a:lnTo>
                  <a:close/>
                  <a:moveTo>
                    <a:pt x="700" y="1400"/>
                  </a:moveTo>
                  <a:lnTo>
                    <a:pt x="700" y="1524"/>
                  </a:lnTo>
                  <a:lnTo>
                    <a:pt x="774" y="1524"/>
                  </a:lnTo>
                  <a:lnTo>
                    <a:pt x="800" y="1624"/>
                  </a:lnTo>
                  <a:lnTo>
                    <a:pt x="924" y="1624"/>
                  </a:lnTo>
                  <a:lnTo>
                    <a:pt x="924" y="1500"/>
                  </a:lnTo>
                  <a:lnTo>
                    <a:pt x="850" y="1500"/>
                  </a:lnTo>
                  <a:lnTo>
                    <a:pt x="824" y="1400"/>
                  </a:lnTo>
                  <a:close/>
                  <a:moveTo>
                    <a:pt x="6200" y="1300"/>
                  </a:moveTo>
                  <a:lnTo>
                    <a:pt x="6200" y="1424"/>
                  </a:lnTo>
                  <a:lnTo>
                    <a:pt x="6274" y="1424"/>
                  </a:lnTo>
                  <a:lnTo>
                    <a:pt x="6300" y="1524"/>
                  </a:lnTo>
                  <a:lnTo>
                    <a:pt x="6374" y="1524"/>
                  </a:lnTo>
                  <a:lnTo>
                    <a:pt x="6400" y="1624"/>
                  </a:lnTo>
                  <a:lnTo>
                    <a:pt x="6474" y="1624"/>
                  </a:lnTo>
                  <a:lnTo>
                    <a:pt x="6500" y="1724"/>
                  </a:lnTo>
                  <a:lnTo>
                    <a:pt x="6600" y="1750"/>
                  </a:lnTo>
                  <a:lnTo>
                    <a:pt x="6600" y="1824"/>
                  </a:lnTo>
                  <a:lnTo>
                    <a:pt x="6724" y="1824"/>
                  </a:lnTo>
                  <a:lnTo>
                    <a:pt x="6724" y="1700"/>
                  </a:lnTo>
                  <a:lnTo>
                    <a:pt x="6650" y="1700"/>
                  </a:lnTo>
                  <a:lnTo>
                    <a:pt x="6624" y="1600"/>
                  </a:lnTo>
                  <a:lnTo>
                    <a:pt x="6550" y="1600"/>
                  </a:lnTo>
                  <a:lnTo>
                    <a:pt x="6524" y="1500"/>
                  </a:lnTo>
                  <a:lnTo>
                    <a:pt x="6450" y="1500"/>
                  </a:lnTo>
                  <a:lnTo>
                    <a:pt x="6424" y="1400"/>
                  </a:lnTo>
                  <a:lnTo>
                    <a:pt x="6324" y="1374"/>
                  </a:lnTo>
                  <a:lnTo>
                    <a:pt x="6324" y="1300"/>
                  </a:lnTo>
                  <a:close/>
                  <a:moveTo>
                    <a:pt x="6700" y="1100"/>
                  </a:moveTo>
                  <a:lnTo>
                    <a:pt x="6700" y="1224"/>
                  </a:lnTo>
                  <a:lnTo>
                    <a:pt x="6824" y="1224"/>
                  </a:lnTo>
                  <a:lnTo>
                    <a:pt x="6824" y="1100"/>
                  </a:lnTo>
                  <a:close/>
                  <a:moveTo>
                    <a:pt x="4800" y="1000"/>
                  </a:moveTo>
                  <a:lnTo>
                    <a:pt x="4800" y="1124"/>
                  </a:lnTo>
                  <a:lnTo>
                    <a:pt x="4924" y="1124"/>
                  </a:lnTo>
                  <a:lnTo>
                    <a:pt x="4924" y="1000"/>
                  </a:lnTo>
                  <a:close/>
                  <a:moveTo>
                    <a:pt x="5800" y="900"/>
                  </a:moveTo>
                  <a:lnTo>
                    <a:pt x="5800" y="1024"/>
                  </a:lnTo>
                  <a:lnTo>
                    <a:pt x="5874" y="1024"/>
                  </a:lnTo>
                  <a:lnTo>
                    <a:pt x="5900" y="1124"/>
                  </a:lnTo>
                  <a:lnTo>
                    <a:pt x="6000" y="1150"/>
                  </a:lnTo>
                  <a:lnTo>
                    <a:pt x="6000" y="1224"/>
                  </a:lnTo>
                  <a:lnTo>
                    <a:pt x="6124" y="1224"/>
                  </a:lnTo>
                  <a:lnTo>
                    <a:pt x="6124" y="1100"/>
                  </a:lnTo>
                  <a:lnTo>
                    <a:pt x="6050" y="1100"/>
                  </a:lnTo>
                  <a:lnTo>
                    <a:pt x="6024" y="1000"/>
                  </a:lnTo>
                  <a:lnTo>
                    <a:pt x="5924" y="974"/>
                  </a:lnTo>
                  <a:lnTo>
                    <a:pt x="5924" y="900"/>
                  </a:lnTo>
                  <a:close/>
                  <a:moveTo>
                    <a:pt x="4500" y="900"/>
                  </a:moveTo>
                  <a:lnTo>
                    <a:pt x="4500" y="1024"/>
                  </a:lnTo>
                  <a:lnTo>
                    <a:pt x="4624" y="1024"/>
                  </a:lnTo>
                  <a:lnTo>
                    <a:pt x="4624" y="900"/>
                  </a:lnTo>
                  <a:close/>
                  <a:moveTo>
                    <a:pt x="2200" y="900"/>
                  </a:moveTo>
                  <a:lnTo>
                    <a:pt x="2200" y="1024"/>
                  </a:lnTo>
                  <a:lnTo>
                    <a:pt x="2274" y="1024"/>
                  </a:lnTo>
                  <a:lnTo>
                    <a:pt x="2300" y="1124"/>
                  </a:lnTo>
                  <a:lnTo>
                    <a:pt x="2374" y="1124"/>
                  </a:lnTo>
                  <a:lnTo>
                    <a:pt x="2400" y="1224"/>
                  </a:lnTo>
                  <a:lnTo>
                    <a:pt x="2474" y="1224"/>
                  </a:lnTo>
                  <a:lnTo>
                    <a:pt x="2500" y="1324"/>
                  </a:lnTo>
                  <a:lnTo>
                    <a:pt x="2574" y="1324"/>
                  </a:lnTo>
                  <a:lnTo>
                    <a:pt x="2600" y="1424"/>
                  </a:lnTo>
                  <a:lnTo>
                    <a:pt x="2700" y="1450"/>
                  </a:lnTo>
                  <a:lnTo>
                    <a:pt x="2700" y="1524"/>
                  </a:lnTo>
                  <a:lnTo>
                    <a:pt x="2824" y="1524"/>
                  </a:lnTo>
                  <a:lnTo>
                    <a:pt x="2824" y="1400"/>
                  </a:lnTo>
                  <a:lnTo>
                    <a:pt x="2750" y="1400"/>
                  </a:lnTo>
                  <a:lnTo>
                    <a:pt x="2724" y="1300"/>
                  </a:lnTo>
                  <a:lnTo>
                    <a:pt x="2650" y="1300"/>
                  </a:lnTo>
                  <a:lnTo>
                    <a:pt x="2624" y="1200"/>
                  </a:lnTo>
                  <a:lnTo>
                    <a:pt x="2550" y="1200"/>
                  </a:lnTo>
                  <a:lnTo>
                    <a:pt x="2524" y="1100"/>
                  </a:lnTo>
                  <a:lnTo>
                    <a:pt x="2450" y="1100"/>
                  </a:lnTo>
                  <a:lnTo>
                    <a:pt x="2424" y="1000"/>
                  </a:lnTo>
                  <a:lnTo>
                    <a:pt x="2324" y="974"/>
                  </a:lnTo>
                  <a:lnTo>
                    <a:pt x="2324" y="900"/>
                  </a:lnTo>
                  <a:close/>
                  <a:moveTo>
                    <a:pt x="2024" y="900"/>
                  </a:moveTo>
                  <a:lnTo>
                    <a:pt x="1900" y="900"/>
                  </a:lnTo>
                  <a:lnTo>
                    <a:pt x="1900" y="974"/>
                  </a:lnTo>
                  <a:lnTo>
                    <a:pt x="1800" y="1000"/>
                  </a:lnTo>
                  <a:lnTo>
                    <a:pt x="1800" y="1074"/>
                  </a:lnTo>
                  <a:lnTo>
                    <a:pt x="1700" y="1100"/>
                  </a:lnTo>
                  <a:lnTo>
                    <a:pt x="1700" y="1174"/>
                  </a:lnTo>
                  <a:lnTo>
                    <a:pt x="1600" y="1200"/>
                  </a:lnTo>
                  <a:lnTo>
                    <a:pt x="1574" y="1300"/>
                  </a:lnTo>
                  <a:lnTo>
                    <a:pt x="1500" y="1300"/>
                  </a:lnTo>
                  <a:lnTo>
                    <a:pt x="1500" y="1424"/>
                  </a:lnTo>
                  <a:lnTo>
                    <a:pt x="1624" y="1424"/>
                  </a:lnTo>
                  <a:lnTo>
                    <a:pt x="1624" y="1350"/>
                  </a:lnTo>
                  <a:lnTo>
                    <a:pt x="1724" y="1324"/>
                  </a:lnTo>
                  <a:lnTo>
                    <a:pt x="1724" y="1250"/>
                  </a:lnTo>
                  <a:lnTo>
                    <a:pt x="1824" y="1224"/>
                  </a:lnTo>
                  <a:lnTo>
                    <a:pt x="1824" y="1150"/>
                  </a:lnTo>
                  <a:lnTo>
                    <a:pt x="1924" y="1124"/>
                  </a:lnTo>
                  <a:lnTo>
                    <a:pt x="1950" y="1024"/>
                  </a:lnTo>
                  <a:lnTo>
                    <a:pt x="2024" y="1024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674" y="1024"/>
                  </a:lnTo>
                  <a:lnTo>
                    <a:pt x="700" y="1124"/>
                  </a:lnTo>
                  <a:lnTo>
                    <a:pt x="824" y="1124"/>
                  </a:lnTo>
                  <a:lnTo>
                    <a:pt x="824" y="1000"/>
                  </a:lnTo>
                  <a:lnTo>
                    <a:pt x="750" y="1000"/>
                  </a:lnTo>
                  <a:lnTo>
                    <a:pt x="724" y="900"/>
                  </a:lnTo>
                  <a:close/>
                  <a:moveTo>
                    <a:pt x="5724" y="800"/>
                  </a:moveTo>
                  <a:lnTo>
                    <a:pt x="5600" y="800"/>
                  </a:lnTo>
                  <a:lnTo>
                    <a:pt x="5600" y="874"/>
                  </a:lnTo>
                  <a:lnTo>
                    <a:pt x="5500" y="900"/>
                  </a:lnTo>
                  <a:lnTo>
                    <a:pt x="5500" y="974"/>
                  </a:lnTo>
                  <a:lnTo>
                    <a:pt x="5400" y="1000"/>
                  </a:lnTo>
                  <a:lnTo>
                    <a:pt x="5400" y="1074"/>
                  </a:lnTo>
                  <a:lnTo>
                    <a:pt x="5300" y="1100"/>
                  </a:lnTo>
                  <a:lnTo>
                    <a:pt x="5300" y="1174"/>
                  </a:lnTo>
                  <a:lnTo>
                    <a:pt x="5200" y="1200"/>
                  </a:lnTo>
                  <a:lnTo>
                    <a:pt x="5200" y="1274"/>
                  </a:lnTo>
                  <a:lnTo>
                    <a:pt x="5100" y="1300"/>
                  </a:lnTo>
                  <a:lnTo>
                    <a:pt x="5100" y="1374"/>
                  </a:lnTo>
                  <a:lnTo>
                    <a:pt x="5000" y="1400"/>
                  </a:lnTo>
                  <a:lnTo>
                    <a:pt x="5000" y="1474"/>
                  </a:lnTo>
                  <a:lnTo>
                    <a:pt x="4900" y="1500"/>
                  </a:lnTo>
                  <a:lnTo>
                    <a:pt x="4900" y="1574"/>
                  </a:lnTo>
                  <a:lnTo>
                    <a:pt x="4800" y="1600"/>
                  </a:lnTo>
                  <a:lnTo>
                    <a:pt x="4774" y="1700"/>
                  </a:lnTo>
                  <a:lnTo>
                    <a:pt x="4700" y="1700"/>
                  </a:lnTo>
                  <a:lnTo>
                    <a:pt x="4700" y="1824"/>
                  </a:lnTo>
                  <a:lnTo>
                    <a:pt x="4824" y="1824"/>
                  </a:lnTo>
                  <a:lnTo>
                    <a:pt x="4850" y="1724"/>
                  </a:lnTo>
                  <a:lnTo>
                    <a:pt x="4900" y="1750"/>
                  </a:lnTo>
                  <a:lnTo>
                    <a:pt x="4900" y="1824"/>
                  </a:lnTo>
                  <a:lnTo>
                    <a:pt x="5024" y="1824"/>
                  </a:lnTo>
                  <a:lnTo>
                    <a:pt x="5024" y="1700"/>
                  </a:lnTo>
                  <a:lnTo>
                    <a:pt x="4950" y="1700"/>
                  </a:lnTo>
                  <a:lnTo>
                    <a:pt x="4924" y="1650"/>
                  </a:lnTo>
                  <a:lnTo>
                    <a:pt x="5024" y="1624"/>
                  </a:lnTo>
                  <a:lnTo>
                    <a:pt x="5024" y="1550"/>
                  </a:lnTo>
                  <a:lnTo>
                    <a:pt x="5124" y="1524"/>
                  </a:lnTo>
                  <a:lnTo>
                    <a:pt x="5124" y="1450"/>
                  </a:lnTo>
                  <a:lnTo>
                    <a:pt x="5224" y="1424"/>
                  </a:lnTo>
                  <a:lnTo>
                    <a:pt x="5250" y="1324"/>
                  </a:lnTo>
                  <a:lnTo>
                    <a:pt x="5300" y="1350"/>
                  </a:lnTo>
                  <a:lnTo>
                    <a:pt x="5300" y="1424"/>
                  </a:lnTo>
                  <a:lnTo>
                    <a:pt x="5424" y="1424"/>
                  </a:lnTo>
                  <a:lnTo>
                    <a:pt x="5424" y="1300"/>
                  </a:lnTo>
                  <a:lnTo>
                    <a:pt x="5350" y="1300"/>
                  </a:lnTo>
                  <a:lnTo>
                    <a:pt x="5324" y="1250"/>
                  </a:lnTo>
                  <a:lnTo>
                    <a:pt x="5424" y="1224"/>
                  </a:lnTo>
                  <a:lnTo>
                    <a:pt x="5424" y="1150"/>
                  </a:lnTo>
                  <a:lnTo>
                    <a:pt x="5524" y="1124"/>
                  </a:lnTo>
                  <a:lnTo>
                    <a:pt x="5524" y="1050"/>
                  </a:lnTo>
                  <a:lnTo>
                    <a:pt x="5624" y="1024"/>
                  </a:lnTo>
                  <a:lnTo>
                    <a:pt x="5650" y="924"/>
                  </a:lnTo>
                  <a:lnTo>
                    <a:pt x="5724" y="924"/>
                  </a:lnTo>
                  <a:close/>
                  <a:moveTo>
                    <a:pt x="4300" y="700"/>
                  </a:moveTo>
                  <a:lnTo>
                    <a:pt x="4300" y="824"/>
                  </a:lnTo>
                  <a:lnTo>
                    <a:pt x="4524" y="824"/>
                  </a:lnTo>
                  <a:lnTo>
                    <a:pt x="4524" y="700"/>
                  </a:lnTo>
                  <a:close/>
                  <a:moveTo>
                    <a:pt x="1324" y="700"/>
                  </a:moveTo>
                  <a:lnTo>
                    <a:pt x="1100" y="700"/>
                  </a:lnTo>
                  <a:lnTo>
                    <a:pt x="1100" y="874"/>
                  </a:lnTo>
                  <a:lnTo>
                    <a:pt x="1000" y="900"/>
                  </a:lnTo>
                  <a:lnTo>
                    <a:pt x="1000" y="1024"/>
                  </a:lnTo>
                  <a:lnTo>
                    <a:pt x="1124" y="1024"/>
                  </a:lnTo>
                  <a:lnTo>
                    <a:pt x="1150" y="924"/>
                  </a:lnTo>
                  <a:lnTo>
                    <a:pt x="1324" y="924"/>
                  </a:lnTo>
                  <a:close/>
                  <a:moveTo>
                    <a:pt x="4900" y="500"/>
                  </a:moveTo>
                  <a:lnTo>
                    <a:pt x="4900" y="624"/>
                  </a:lnTo>
                  <a:lnTo>
                    <a:pt x="5024" y="624"/>
                  </a:lnTo>
                  <a:lnTo>
                    <a:pt x="5024" y="500"/>
                  </a:lnTo>
                  <a:close/>
                  <a:moveTo>
                    <a:pt x="4600" y="500"/>
                  </a:moveTo>
                  <a:lnTo>
                    <a:pt x="4600" y="624"/>
                  </a:lnTo>
                  <a:lnTo>
                    <a:pt x="4824" y="624"/>
                  </a:lnTo>
                  <a:lnTo>
                    <a:pt x="4824" y="500"/>
                  </a:lnTo>
                  <a:close/>
                  <a:moveTo>
                    <a:pt x="1124" y="400"/>
                  </a:moveTo>
                  <a:lnTo>
                    <a:pt x="1000" y="400"/>
                  </a:lnTo>
                  <a:lnTo>
                    <a:pt x="974" y="500"/>
                  </a:lnTo>
                  <a:lnTo>
                    <a:pt x="800" y="500"/>
                  </a:lnTo>
                  <a:lnTo>
                    <a:pt x="800" y="624"/>
                  </a:lnTo>
                  <a:lnTo>
                    <a:pt x="1024" y="624"/>
                  </a:lnTo>
                  <a:lnTo>
                    <a:pt x="1024" y="550"/>
                  </a:lnTo>
                  <a:lnTo>
                    <a:pt x="1124" y="524"/>
                  </a:lnTo>
                  <a:close/>
                  <a:moveTo>
                    <a:pt x="6600" y="0"/>
                  </a:moveTo>
                  <a:lnTo>
                    <a:pt x="6600" y="124"/>
                  </a:lnTo>
                  <a:lnTo>
                    <a:pt x="6724" y="124"/>
                  </a:lnTo>
                  <a:lnTo>
                    <a:pt x="6724" y="0"/>
                  </a:lnTo>
                  <a:close/>
                  <a:moveTo>
                    <a:pt x="3900" y="0"/>
                  </a:moveTo>
                  <a:lnTo>
                    <a:pt x="3900" y="124"/>
                  </a:lnTo>
                  <a:lnTo>
                    <a:pt x="6524" y="124"/>
                  </a:lnTo>
                  <a:lnTo>
                    <a:pt x="6524" y="0"/>
                  </a:lnTo>
                  <a:close/>
                  <a:moveTo>
                    <a:pt x="1900" y="0"/>
                  </a:moveTo>
                  <a:lnTo>
                    <a:pt x="1900" y="124"/>
                  </a:lnTo>
                  <a:lnTo>
                    <a:pt x="2924" y="124"/>
                  </a:lnTo>
                  <a:lnTo>
                    <a:pt x="2924" y="0"/>
                  </a:lnTo>
                  <a:close/>
                  <a:moveTo>
                    <a:pt x="300" y="0"/>
                  </a:moveTo>
                  <a:lnTo>
                    <a:pt x="300" y="124"/>
                  </a:lnTo>
                  <a:lnTo>
                    <a:pt x="1024" y="124"/>
                  </a:lnTo>
                  <a:lnTo>
                    <a:pt x="1024" y="0"/>
                  </a:lnTo>
                  <a:close/>
                  <a:moveTo>
                    <a:pt x="100" y="0"/>
                  </a:moveTo>
                  <a:lnTo>
                    <a:pt x="100" y="124"/>
                  </a:lnTo>
                  <a:lnTo>
                    <a:pt x="224" y="1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666F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2" name="Result reward illustration color 18"/>
            <p:cNvSpPr/>
            <p:nvPr/>
          </p:nvSpPr>
          <p:spPr>
            <a:xfrm>
              <a:off x="12750211" y="7583851"/>
              <a:ext cx="669707" cy="642275"/>
            </a:xfrm>
            <a:custGeom>
              <a:avLst/>
              <a:gdLst/>
              <a:ahLst/>
              <a:cxnLst/>
              <a:rect l="l" t="t" r="r" b="b"/>
              <a:pathLst>
                <a:path w="7324" h="7024">
                  <a:moveTo>
                    <a:pt x="6800" y="6900"/>
                  </a:moveTo>
                  <a:lnTo>
                    <a:pt x="6800" y="7024"/>
                  </a:lnTo>
                  <a:lnTo>
                    <a:pt x="6924" y="7024"/>
                  </a:lnTo>
                  <a:lnTo>
                    <a:pt x="6924" y="6900"/>
                  </a:lnTo>
                  <a:close/>
                  <a:moveTo>
                    <a:pt x="7200" y="6500"/>
                  </a:moveTo>
                  <a:lnTo>
                    <a:pt x="7200" y="6724"/>
                  </a:lnTo>
                  <a:lnTo>
                    <a:pt x="7324" y="6724"/>
                  </a:lnTo>
                  <a:lnTo>
                    <a:pt x="7324" y="6500"/>
                  </a:lnTo>
                  <a:close/>
                  <a:moveTo>
                    <a:pt x="6100" y="6300"/>
                  </a:moveTo>
                  <a:lnTo>
                    <a:pt x="6100" y="6424"/>
                  </a:lnTo>
                  <a:lnTo>
                    <a:pt x="6224" y="6424"/>
                  </a:lnTo>
                  <a:lnTo>
                    <a:pt x="6224" y="6300"/>
                  </a:lnTo>
                  <a:close/>
                  <a:moveTo>
                    <a:pt x="900" y="6100"/>
                  </a:moveTo>
                  <a:lnTo>
                    <a:pt x="900" y="6224"/>
                  </a:lnTo>
                  <a:lnTo>
                    <a:pt x="1024" y="6224"/>
                  </a:lnTo>
                  <a:lnTo>
                    <a:pt x="1024" y="6100"/>
                  </a:lnTo>
                  <a:close/>
                  <a:moveTo>
                    <a:pt x="600" y="6000"/>
                  </a:moveTo>
                  <a:lnTo>
                    <a:pt x="600" y="6124"/>
                  </a:lnTo>
                  <a:lnTo>
                    <a:pt x="724" y="6124"/>
                  </a:lnTo>
                  <a:lnTo>
                    <a:pt x="724" y="6000"/>
                  </a:lnTo>
                  <a:close/>
                  <a:moveTo>
                    <a:pt x="6800" y="5900"/>
                  </a:moveTo>
                  <a:lnTo>
                    <a:pt x="6800" y="6024"/>
                  </a:lnTo>
                  <a:lnTo>
                    <a:pt x="6924" y="6024"/>
                  </a:lnTo>
                  <a:lnTo>
                    <a:pt x="6924" y="5900"/>
                  </a:lnTo>
                  <a:close/>
                  <a:moveTo>
                    <a:pt x="1400" y="5900"/>
                  </a:moveTo>
                  <a:lnTo>
                    <a:pt x="1400" y="6024"/>
                  </a:lnTo>
                  <a:lnTo>
                    <a:pt x="1524" y="6024"/>
                  </a:lnTo>
                  <a:lnTo>
                    <a:pt x="1524" y="5900"/>
                  </a:lnTo>
                  <a:close/>
                  <a:moveTo>
                    <a:pt x="4200" y="5600"/>
                  </a:moveTo>
                  <a:lnTo>
                    <a:pt x="4200" y="5724"/>
                  </a:lnTo>
                  <a:lnTo>
                    <a:pt x="4324" y="5724"/>
                  </a:lnTo>
                  <a:lnTo>
                    <a:pt x="4324" y="5600"/>
                  </a:lnTo>
                  <a:close/>
                  <a:moveTo>
                    <a:pt x="3800" y="5500"/>
                  </a:moveTo>
                  <a:lnTo>
                    <a:pt x="3800" y="5624"/>
                  </a:lnTo>
                  <a:lnTo>
                    <a:pt x="3924" y="5624"/>
                  </a:lnTo>
                  <a:lnTo>
                    <a:pt x="3924" y="5500"/>
                  </a:lnTo>
                  <a:close/>
                  <a:moveTo>
                    <a:pt x="5400" y="5400"/>
                  </a:moveTo>
                  <a:lnTo>
                    <a:pt x="5400" y="5524"/>
                  </a:lnTo>
                  <a:lnTo>
                    <a:pt x="5524" y="5524"/>
                  </a:lnTo>
                  <a:lnTo>
                    <a:pt x="5524" y="5400"/>
                  </a:lnTo>
                  <a:close/>
                  <a:moveTo>
                    <a:pt x="2000" y="5200"/>
                  </a:moveTo>
                  <a:lnTo>
                    <a:pt x="2000" y="5324"/>
                  </a:lnTo>
                  <a:lnTo>
                    <a:pt x="2124" y="5324"/>
                  </a:lnTo>
                  <a:lnTo>
                    <a:pt x="2124" y="5200"/>
                  </a:lnTo>
                  <a:close/>
                  <a:moveTo>
                    <a:pt x="4500" y="5100"/>
                  </a:moveTo>
                  <a:lnTo>
                    <a:pt x="4500" y="5224"/>
                  </a:lnTo>
                  <a:lnTo>
                    <a:pt x="4624" y="5224"/>
                  </a:lnTo>
                  <a:lnTo>
                    <a:pt x="4624" y="5100"/>
                  </a:lnTo>
                  <a:close/>
                  <a:moveTo>
                    <a:pt x="3000" y="4900"/>
                  </a:moveTo>
                  <a:lnTo>
                    <a:pt x="3000" y="5024"/>
                  </a:lnTo>
                  <a:lnTo>
                    <a:pt x="3124" y="5024"/>
                  </a:lnTo>
                  <a:lnTo>
                    <a:pt x="3124" y="4900"/>
                  </a:lnTo>
                  <a:close/>
                  <a:moveTo>
                    <a:pt x="5300" y="4800"/>
                  </a:moveTo>
                  <a:lnTo>
                    <a:pt x="5300" y="4924"/>
                  </a:lnTo>
                  <a:lnTo>
                    <a:pt x="5424" y="4924"/>
                  </a:lnTo>
                  <a:lnTo>
                    <a:pt x="5424" y="4800"/>
                  </a:lnTo>
                  <a:close/>
                  <a:moveTo>
                    <a:pt x="5500" y="4600"/>
                  </a:moveTo>
                  <a:lnTo>
                    <a:pt x="5500" y="4724"/>
                  </a:lnTo>
                  <a:lnTo>
                    <a:pt x="5624" y="4724"/>
                  </a:lnTo>
                  <a:lnTo>
                    <a:pt x="5624" y="4600"/>
                  </a:lnTo>
                  <a:close/>
                  <a:moveTo>
                    <a:pt x="2400" y="4500"/>
                  </a:moveTo>
                  <a:lnTo>
                    <a:pt x="2400" y="4624"/>
                  </a:lnTo>
                  <a:lnTo>
                    <a:pt x="2524" y="4624"/>
                  </a:lnTo>
                  <a:lnTo>
                    <a:pt x="2524" y="4500"/>
                  </a:lnTo>
                  <a:close/>
                  <a:moveTo>
                    <a:pt x="4100" y="4000"/>
                  </a:moveTo>
                  <a:lnTo>
                    <a:pt x="4100" y="4124"/>
                  </a:lnTo>
                  <a:lnTo>
                    <a:pt x="4224" y="4124"/>
                  </a:lnTo>
                  <a:lnTo>
                    <a:pt x="4224" y="4000"/>
                  </a:lnTo>
                  <a:close/>
                  <a:moveTo>
                    <a:pt x="5200" y="3900"/>
                  </a:moveTo>
                  <a:lnTo>
                    <a:pt x="5200" y="4024"/>
                  </a:lnTo>
                  <a:lnTo>
                    <a:pt x="5324" y="4024"/>
                  </a:lnTo>
                  <a:lnTo>
                    <a:pt x="5324" y="3900"/>
                  </a:lnTo>
                  <a:close/>
                  <a:moveTo>
                    <a:pt x="1100" y="3900"/>
                  </a:moveTo>
                  <a:lnTo>
                    <a:pt x="1100" y="4024"/>
                  </a:lnTo>
                  <a:lnTo>
                    <a:pt x="1224" y="4024"/>
                  </a:lnTo>
                  <a:lnTo>
                    <a:pt x="1224" y="3900"/>
                  </a:lnTo>
                  <a:close/>
                  <a:moveTo>
                    <a:pt x="600" y="3900"/>
                  </a:moveTo>
                  <a:lnTo>
                    <a:pt x="600" y="4024"/>
                  </a:lnTo>
                  <a:lnTo>
                    <a:pt x="724" y="4024"/>
                  </a:lnTo>
                  <a:lnTo>
                    <a:pt x="724" y="3900"/>
                  </a:lnTo>
                  <a:close/>
                  <a:moveTo>
                    <a:pt x="4200" y="3800"/>
                  </a:moveTo>
                  <a:lnTo>
                    <a:pt x="4200" y="3924"/>
                  </a:lnTo>
                  <a:lnTo>
                    <a:pt x="4324" y="3924"/>
                  </a:lnTo>
                  <a:lnTo>
                    <a:pt x="4324" y="3800"/>
                  </a:lnTo>
                  <a:close/>
                  <a:moveTo>
                    <a:pt x="4400" y="3700"/>
                  </a:moveTo>
                  <a:lnTo>
                    <a:pt x="4400" y="3824"/>
                  </a:lnTo>
                  <a:lnTo>
                    <a:pt x="4524" y="3824"/>
                  </a:lnTo>
                  <a:lnTo>
                    <a:pt x="4524" y="3700"/>
                  </a:lnTo>
                  <a:close/>
                  <a:moveTo>
                    <a:pt x="1900" y="3500"/>
                  </a:moveTo>
                  <a:lnTo>
                    <a:pt x="1900" y="3624"/>
                  </a:lnTo>
                  <a:lnTo>
                    <a:pt x="2024" y="3624"/>
                  </a:lnTo>
                  <a:lnTo>
                    <a:pt x="2024" y="3500"/>
                  </a:lnTo>
                  <a:close/>
                  <a:moveTo>
                    <a:pt x="5800" y="3400"/>
                  </a:moveTo>
                  <a:lnTo>
                    <a:pt x="5800" y="3524"/>
                  </a:lnTo>
                  <a:lnTo>
                    <a:pt x="5924" y="3524"/>
                  </a:lnTo>
                  <a:lnTo>
                    <a:pt x="5924" y="3400"/>
                  </a:lnTo>
                  <a:close/>
                  <a:moveTo>
                    <a:pt x="700" y="3200"/>
                  </a:moveTo>
                  <a:lnTo>
                    <a:pt x="700" y="3424"/>
                  </a:lnTo>
                  <a:lnTo>
                    <a:pt x="1124" y="3424"/>
                  </a:lnTo>
                  <a:lnTo>
                    <a:pt x="1124" y="3200"/>
                  </a:lnTo>
                  <a:lnTo>
                    <a:pt x="1000" y="3200"/>
                  </a:lnTo>
                  <a:lnTo>
                    <a:pt x="974" y="3300"/>
                  </a:lnTo>
                  <a:lnTo>
                    <a:pt x="850" y="3300"/>
                  </a:lnTo>
                  <a:lnTo>
                    <a:pt x="824" y="3200"/>
                  </a:lnTo>
                  <a:close/>
                  <a:moveTo>
                    <a:pt x="100" y="2700"/>
                  </a:moveTo>
                  <a:lnTo>
                    <a:pt x="100" y="3174"/>
                  </a:lnTo>
                  <a:lnTo>
                    <a:pt x="0" y="3200"/>
                  </a:lnTo>
                  <a:lnTo>
                    <a:pt x="0" y="3324"/>
                  </a:lnTo>
                  <a:lnTo>
                    <a:pt x="100" y="3350"/>
                  </a:lnTo>
                  <a:lnTo>
                    <a:pt x="100" y="3674"/>
                  </a:lnTo>
                  <a:lnTo>
                    <a:pt x="0" y="3700"/>
                  </a:lnTo>
                  <a:lnTo>
                    <a:pt x="0" y="3824"/>
                  </a:lnTo>
                  <a:lnTo>
                    <a:pt x="100" y="3850"/>
                  </a:lnTo>
                  <a:lnTo>
                    <a:pt x="100" y="4324"/>
                  </a:lnTo>
                  <a:lnTo>
                    <a:pt x="224" y="4324"/>
                  </a:lnTo>
                  <a:lnTo>
                    <a:pt x="224" y="2700"/>
                  </a:lnTo>
                  <a:close/>
                  <a:moveTo>
                    <a:pt x="5800" y="2400"/>
                  </a:moveTo>
                  <a:lnTo>
                    <a:pt x="5800" y="2524"/>
                  </a:lnTo>
                  <a:lnTo>
                    <a:pt x="5874" y="2524"/>
                  </a:lnTo>
                  <a:lnTo>
                    <a:pt x="5900" y="2624"/>
                  </a:lnTo>
                  <a:lnTo>
                    <a:pt x="6024" y="2624"/>
                  </a:lnTo>
                  <a:lnTo>
                    <a:pt x="6024" y="2500"/>
                  </a:lnTo>
                  <a:lnTo>
                    <a:pt x="5950" y="2500"/>
                  </a:lnTo>
                  <a:lnTo>
                    <a:pt x="5924" y="2400"/>
                  </a:lnTo>
                  <a:close/>
                  <a:moveTo>
                    <a:pt x="3324" y="2400"/>
                  </a:moveTo>
                  <a:lnTo>
                    <a:pt x="3200" y="2400"/>
                  </a:lnTo>
                  <a:lnTo>
                    <a:pt x="3200" y="2474"/>
                  </a:lnTo>
                  <a:lnTo>
                    <a:pt x="3100" y="2500"/>
                  </a:lnTo>
                  <a:lnTo>
                    <a:pt x="3100" y="2624"/>
                  </a:lnTo>
                  <a:lnTo>
                    <a:pt x="3224" y="2624"/>
                  </a:lnTo>
                  <a:lnTo>
                    <a:pt x="3224" y="2550"/>
                  </a:lnTo>
                  <a:lnTo>
                    <a:pt x="3324" y="2524"/>
                  </a:lnTo>
                  <a:close/>
                  <a:moveTo>
                    <a:pt x="5400" y="2000"/>
                  </a:moveTo>
                  <a:lnTo>
                    <a:pt x="5400" y="2124"/>
                  </a:lnTo>
                  <a:lnTo>
                    <a:pt x="6924" y="2124"/>
                  </a:lnTo>
                  <a:lnTo>
                    <a:pt x="6924" y="2000"/>
                  </a:lnTo>
                  <a:close/>
                  <a:moveTo>
                    <a:pt x="100" y="2000"/>
                  </a:moveTo>
                  <a:lnTo>
                    <a:pt x="100" y="2124"/>
                  </a:lnTo>
                  <a:lnTo>
                    <a:pt x="3124" y="2124"/>
                  </a:lnTo>
                  <a:lnTo>
                    <a:pt x="3124" y="2000"/>
                  </a:lnTo>
                  <a:close/>
                  <a:moveTo>
                    <a:pt x="6200" y="1800"/>
                  </a:moveTo>
                  <a:lnTo>
                    <a:pt x="6200" y="1924"/>
                  </a:lnTo>
                  <a:lnTo>
                    <a:pt x="6324" y="1924"/>
                  </a:lnTo>
                  <a:lnTo>
                    <a:pt x="6324" y="1800"/>
                  </a:lnTo>
                  <a:close/>
                  <a:moveTo>
                    <a:pt x="6000" y="1800"/>
                  </a:moveTo>
                  <a:lnTo>
                    <a:pt x="6000" y="1924"/>
                  </a:lnTo>
                  <a:lnTo>
                    <a:pt x="6124" y="1924"/>
                  </a:lnTo>
                  <a:lnTo>
                    <a:pt x="6124" y="1800"/>
                  </a:lnTo>
                  <a:close/>
                  <a:moveTo>
                    <a:pt x="6400" y="1700"/>
                  </a:moveTo>
                  <a:lnTo>
                    <a:pt x="6400" y="1824"/>
                  </a:lnTo>
                  <a:lnTo>
                    <a:pt x="6524" y="1824"/>
                  </a:lnTo>
                  <a:lnTo>
                    <a:pt x="6524" y="1700"/>
                  </a:lnTo>
                  <a:close/>
                  <a:moveTo>
                    <a:pt x="4700" y="1700"/>
                  </a:moveTo>
                  <a:lnTo>
                    <a:pt x="4700" y="1824"/>
                  </a:lnTo>
                  <a:lnTo>
                    <a:pt x="4824" y="1824"/>
                  </a:lnTo>
                  <a:lnTo>
                    <a:pt x="4824" y="1700"/>
                  </a:lnTo>
                  <a:close/>
                  <a:moveTo>
                    <a:pt x="1100" y="1700"/>
                  </a:moveTo>
                  <a:lnTo>
                    <a:pt x="1100" y="1824"/>
                  </a:lnTo>
                  <a:lnTo>
                    <a:pt x="1224" y="1824"/>
                  </a:lnTo>
                  <a:lnTo>
                    <a:pt x="1224" y="1700"/>
                  </a:lnTo>
                  <a:close/>
                  <a:moveTo>
                    <a:pt x="800" y="1700"/>
                  </a:moveTo>
                  <a:lnTo>
                    <a:pt x="800" y="1824"/>
                  </a:lnTo>
                  <a:lnTo>
                    <a:pt x="1024" y="1824"/>
                  </a:lnTo>
                  <a:lnTo>
                    <a:pt x="1024" y="1700"/>
                  </a:lnTo>
                  <a:close/>
                  <a:moveTo>
                    <a:pt x="100" y="1700"/>
                  </a:moveTo>
                  <a:lnTo>
                    <a:pt x="100" y="1824"/>
                  </a:lnTo>
                  <a:lnTo>
                    <a:pt x="224" y="1824"/>
                  </a:lnTo>
                  <a:lnTo>
                    <a:pt x="224" y="1700"/>
                  </a:lnTo>
                  <a:close/>
                  <a:moveTo>
                    <a:pt x="524" y="1600"/>
                  </a:moveTo>
                  <a:lnTo>
                    <a:pt x="400" y="1600"/>
                  </a:lnTo>
                  <a:lnTo>
                    <a:pt x="400" y="1674"/>
                  </a:lnTo>
                  <a:lnTo>
                    <a:pt x="300" y="1700"/>
                  </a:lnTo>
                  <a:lnTo>
                    <a:pt x="300" y="1824"/>
                  </a:lnTo>
                  <a:lnTo>
                    <a:pt x="424" y="1824"/>
                  </a:lnTo>
                  <a:lnTo>
                    <a:pt x="424" y="1750"/>
                  </a:lnTo>
                  <a:lnTo>
                    <a:pt x="524" y="1724"/>
                  </a:lnTo>
                  <a:close/>
                  <a:moveTo>
                    <a:pt x="6700" y="1400"/>
                  </a:moveTo>
                  <a:lnTo>
                    <a:pt x="6700" y="1524"/>
                  </a:lnTo>
                  <a:lnTo>
                    <a:pt x="6824" y="1524"/>
                  </a:lnTo>
                  <a:lnTo>
                    <a:pt x="6824" y="1400"/>
                  </a:lnTo>
                  <a:close/>
                  <a:moveTo>
                    <a:pt x="6024" y="1400"/>
                  </a:moveTo>
                  <a:lnTo>
                    <a:pt x="5900" y="1400"/>
                  </a:lnTo>
                  <a:lnTo>
                    <a:pt x="5900" y="1474"/>
                  </a:lnTo>
                  <a:lnTo>
                    <a:pt x="5800" y="1500"/>
                  </a:lnTo>
                  <a:lnTo>
                    <a:pt x="5800" y="1574"/>
                  </a:lnTo>
                  <a:lnTo>
                    <a:pt x="5700" y="1600"/>
                  </a:lnTo>
                  <a:lnTo>
                    <a:pt x="5674" y="1700"/>
                  </a:lnTo>
                  <a:lnTo>
                    <a:pt x="5624" y="1674"/>
                  </a:lnTo>
                  <a:lnTo>
                    <a:pt x="5624" y="1600"/>
                  </a:lnTo>
                  <a:lnTo>
                    <a:pt x="5524" y="1574"/>
                  </a:lnTo>
                  <a:lnTo>
                    <a:pt x="5524" y="1500"/>
                  </a:lnTo>
                  <a:lnTo>
                    <a:pt x="5400" y="1500"/>
                  </a:lnTo>
                  <a:lnTo>
                    <a:pt x="5400" y="1624"/>
                  </a:lnTo>
                  <a:lnTo>
                    <a:pt x="5474" y="1624"/>
                  </a:lnTo>
                  <a:lnTo>
                    <a:pt x="5500" y="1674"/>
                  </a:lnTo>
                  <a:lnTo>
                    <a:pt x="5400" y="1700"/>
                  </a:lnTo>
                  <a:lnTo>
                    <a:pt x="5374" y="1800"/>
                  </a:lnTo>
                  <a:lnTo>
                    <a:pt x="5324" y="1774"/>
                  </a:lnTo>
                  <a:lnTo>
                    <a:pt x="5324" y="1700"/>
                  </a:lnTo>
                  <a:lnTo>
                    <a:pt x="5100" y="1700"/>
                  </a:lnTo>
                  <a:lnTo>
                    <a:pt x="5100" y="1824"/>
                  </a:lnTo>
                  <a:lnTo>
                    <a:pt x="5274" y="1824"/>
                  </a:lnTo>
                  <a:lnTo>
                    <a:pt x="5300" y="1924"/>
                  </a:lnTo>
                  <a:lnTo>
                    <a:pt x="5524" y="1924"/>
                  </a:lnTo>
                  <a:lnTo>
                    <a:pt x="5524" y="1750"/>
                  </a:lnTo>
                  <a:lnTo>
                    <a:pt x="5550" y="1724"/>
                  </a:lnTo>
                  <a:lnTo>
                    <a:pt x="5600" y="1750"/>
                  </a:lnTo>
                  <a:lnTo>
                    <a:pt x="5600" y="1824"/>
                  </a:lnTo>
                  <a:lnTo>
                    <a:pt x="5724" y="1824"/>
                  </a:lnTo>
                  <a:lnTo>
                    <a:pt x="5750" y="1724"/>
                  </a:lnTo>
                  <a:lnTo>
                    <a:pt x="5800" y="1750"/>
                  </a:lnTo>
                  <a:lnTo>
                    <a:pt x="5800" y="1824"/>
                  </a:lnTo>
                  <a:lnTo>
                    <a:pt x="5924" y="1824"/>
                  </a:lnTo>
                  <a:lnTo>
                    <a:pt x="5924" y="1700"/>
                  </a:lnTo>
                  <a:lnTo>
                    <a:pt x="5850" y="1700"/>
                  </a:lnTo>
                  <a:lnTo>
                    <a:pt x="5824" y="1650"/>
                  </a:lnTo>
                  <a:lnTo>
                    <a:pt x="5924" y="1624"/>
                  </a:lnTo>
                  <a:lnTo>
                    <a:pt x="5950" y="1524"/>
                  </a:lnTo>
                  <a:lnTo>
                    <a:pt x="6024" y="1524"/>
                  </a:lnTo>
                  <a:close/>
                  <a:moveTo>
                    <a:pt x="5400" y="1300"/>
                  </a:moveTo>
                  <a:lnTo>
                    <a:pt x="5400" y="1424"/>
                  </a:lnTo>
                  <a:lnTo>
                    <a:pt x="5524" y="1424"/>
                  </a:lnTo>
                  <a:lnTo>
                    <a:pt x="5524" y="1300"/>
                  </a:lnTo>
                  <a:close/>
                  <a:moveTo>
                    <a:pt x="5800" y="1200"/>
                  </a:moveTo>
                  <a:lnTo>
                    <a:pt x="5800" y="1324"/>
                  </a:lnTo>
                  <a:lnTo>
                    <a:pt x="5924" y="1324"/>
                  </a:lnTo>
                  <a:lnTo>
                    <a:pt x="5924" y="1200"/>
                  </a:lnTo>
                  <a:close/>
                  <a:moveTo>
                    <a:pt x="6100" y="1100"/>
                  </a:moveTo>
                  <a:lnTo>
                    <a:pt x="6100" y="1174"/>
                  </a:lnTo>
                  <a:lnTo>
                    <a:pt x="6000" y="1200"/>
                  </a:lnTo>
                  <a:lnTo>
                    <a:pt x="6000" y="1324"/>
                  </a:lnTo>
                  <a:lnTo>
                    <a:pt x="6100" y="1350"/>
                  </a:lnTo>
                  <a:lnTo>
                    <a:pt x="6100" y="1524"/>
                  </a:lnTo>
                  <a:lnTo>
                    <a:pt x="6174" y="1524"/>
                  </a:lnTo>
                  <a:lnTo>
                    <a:pt x="6200" y="1624"/>
                  </a:lnTo>
                  <a:lnTo>
                    <a:pt x="6324" y="1624"/>
                  </a:lnTo>
                  <a:lnTo>
                    <a:pt x="6324" y="1500"/>
                  </a:lnTo>
                  <a:lnTo>
                    <a:pt x="6224" y="1474"/>
                  </a:lnTo>
                  <a:lnTo>
                    <a:pt x="6224" y="1300"/>
                  </a:lnTo>
                  <a:lnTo>
                    <a:pt x="6124" y="1274"/>
                  </a:lnTo>
                  <a:lnTo>
                    <a:pt x="6150" y="1224"/>
                  </a:lnTo>
                  <a:lnTo>
                    <a:pt x="6224" y="1224"/>
                  </a:lnTo>
                  <a:lnTo>
                    <a:pt x="6224" y="1100"/>
                  </a:lnTo>
                  <a:close/>
                  <a:moveTo>
                    <a:pt x="1500" y="1600"/>
                  </a:moveTo>
                  <a:lnTo>
                    <a:pt x="1500" y="1724"/>
                  </a:lnTo>
                  <a:lnTo>
                    <a:pt x="1574" y="1724"/>
                  </a:lnTo>
                  <a:lnTo>
                    <a:pt x="1600" y="1824"/>
                  </a:lnTo>
                  <a:lnTo>
                    <a:pt x="1824" y="1824"/>
                  </a:lnTo>
                  <a:lnTo>
                    <a:pt x="1824" y="1750"/>
                  </a:lnTo>
                  <a:lnTo>
                    <a:pt x="1874" y="1724"/>
                  </a:lnTo>
                  <a:lnTo>
                    <a:pt x="1900" y="1824"/>
                  </a:lnTo>
                  <a:lnTo>
                    <a:pt x="2000" y="1850"/>
                  </a:lnTo>
                  <a:lnTo>
                    <a:pt x="2000" y="1924"/>
                  </a:lnTo>
                  <a:lnTo>
                    <a:pt x="2124" y="1924"/>
                  </a:lnTo>
                  <a:lnTo>
                    <a:pt x="2124" y="1800"/>
                  </a:lnTo>
                  <a:lnTo>
                    <a:pt x="2050" y="1800"/>
                  </a:lnTo>
                  <a:lnTo>
                    <a:pt x="2024" y="1750"/>
                  </a:lnTo>
                  <a:lnTo>
                    <a:pt x="2124" y="1724"/>
                  </a:lnTo>
                  <a:lnTo>
                    <a:pt x="2124" y="1550"/>
                  </a:lnTo>
                  <a:lnTo>
                    <a:pt x="2150" y="1524"/>
                  </a:lnTo>
                  <a:lnTo>
                    <a:pt x="2274" y="1524"/>
                  </a:lnTo>
                  <a:lnTo>
                    <a:pt x="2300" y="1550"/>
                  </a:lnTo>
                  <a:lnTo>
                    <a:pt x="2300" y="1824"/>
                  </a:lnTo>
                  <a:lnTo>
                    <a:pt x="2474" y="1824"/>
                  </a:lnTo>
                  <a:lnTo>
                    <a:pt x="2500" y="1924"/>
                  </a:lnTo>
                  <a:lnTo>
                    <a:pt x="2624" y="1924"/>
                  </a:lnTo>
                  <a:lnTo>
                    <a:pt x="2650" y="1824"/>
                  </a:lnTo>
                  <a:lnTo>
                    <a:pt x="3024" y="1824"/>
                  </a:lnTo>
                  <a:lnTo>
                    <a:pt x="3024" y="1700"/>
                  </a:lnTo>
                  <a:lnTo>
                    <a:pt x="2750" y="1700"/>
                  </a:lnTo>
                  <a:lnTo>
                    <a:pt x="2724" y="1600"/>
                  </a:lnTo>
                  <a:lnTo>
                    <a:pt x="2624" y="1574"/>
                  </a:lnTo>
                  <a:lnTo>
                    <a:pt x="2624" y="1500"/>
                  </a:lnTo>
                  <a:lnTo>
                    <a:pt x="2500" y="1500"/>
                  </a:lnTo>
                  <a:lnTo>
                    <a:pt x="2500" y="1574"/>
                  </a:lnTo>
                  <a:lnTo>
                    <a:pt x="2450" y="1600"/>
                  </a:lnTo>
                  <a:lnTo>
                    <a:pt x="2424" y="1500"/>
                  </a:lnTo>
                  <a:lnTo>
                    <a:pt x="2350" y="1500"/>
                  </a:lnTo>
                  <a:lnTo>
                    <a:pt x="2324" y="1400"/>
                  </a:lnTo>
                  <a:lnTo>
                    <a:pt x="2224" y="1374"/>
                  </a:lnTo>
                  <a:lnTo>
                    <a:pt x="2250" y="1324"/>
                  </a:lnTo>
                  <a:lnTo>
                    <a:pt x="2324" y="1324"/>
                  </a:lnTo>
                  <a:lnTo>
                    <a:pt x="2324" y="1200"/>
                  </a:lnTo>
                  <a:lnTo>
                    <a:pt x="2224" y="1174"/>
                  </a:lnTo>
                  <a:lnTo>
                    <a:pt x="2224" y="1000"/>
                  </a:lnTo>
                  <a:lnTo>
                    <a:pt x="2100" y="1000"/>
                  </a:lnTo>
                  <a:lnTo>
                    <a:pt x="2100" y="1074"/>
                  </a:lnTo>
                  <a:lnTo>
                    <a:pt x="2000" y="1100"/>
                  </a:lnTo>
                  <a:lnTo>
                    <a:pt x="2000" y="1224"/>
                  </a:lnTo>
                  <a:lnTo>
                    <a:pt x="2174" y="1224"/>
                  </a:lnTo>
                  <a:lnTo>
                    <a:pt x="2200" y="1250"/>
                  </a:lnTo>
                  <a:lnTo>
                    <a:pt x="2174" y="1300"/>
                  </a:lnTo>
                  <a:lnTo>
                    <a:pt x="1900" y="1300"/>
                  </a:lnTo>
                  <a:lnTo>
                    <a:pt x="1900" y="1524"/>
                  </a:lnTo>
                  <a:lnTo>
                    <a:pt x="2000" y="1550"/>
                  </a:lnTo>
                  <a:lnTo>
                    <a:pt x="2000" y="1674"/>
                  </a:lnTo>
                  <a:lnTo>
                    <a:pt x="1974" y="1700"/>
                  </a:lnTo>
                  <a:lnTo>
                    <a:pt x="1924" y="1674"/>
                  </a:lnTo>
                  <a:lnTo>
                    <a:pt x="1924" y="1600"/>
                  </a:lnTo>
                  <a:lnTo>
                    <a:pt x="1824" y="1574"/>
                  </a:lnTo>
                  <a:lnTo>
                    <a:pt x="1824" y="1500"/>
                  </a:lnTo>
                  <a:lnTo>
                    <a:pt x="1700" y="1500"/>
                  </a:lnTo>
                  <a:lnTo>
                    <a:pt x="1674" y="1600"/>
                  </a:lnTo>
                  <a:close/>
                  <a:moveTo>
                    <a:pt x="2524" y="1650"/>
                  </a:moveTo>
                  <a:lnTo>
                    <a:pt x="2574" y="1624"/>
                  </a:lnTo>
                  <a:lnTo>
                    <a:pt x="2600" y="1674"/>
                  </a:lnTo>
                  <a:lnTo>
                    <a:pt x="2550" y="1700"/>
                  </a:lnTo>
                  <a:close/>
                  <a:moveTo>
                    <a:pt x="1724" y="1650"/>
                  </a:moveTo>
                  <a:lnTo>
                    <a:pt x="1774" y="1624"/>
                  </a:lnTo>
                  <a:lnTo>
                    <a:pt x="1800" y="1674"/>
                  </a:lnTo>
                  <a:lnTo>
                    <a:pt x="1750" y="1700"/>
                  </a:lnTo>
                  <a:close/>
                  <a:moveTo>
                    <a:pt x="2024" y="1450"/>
                  </a:moveTo>
                  <a:lnTo>
                    <a:pt x="2074" y="1424"/>
                  </a:lnTo>
                  <a:lnTo>
                    <a:pt x="2100" y="1474"/>
                  </a:lnTo>
                  <a:lnTo>
                    <a:pt x="2050" y="1500"/>
                  </a:lnTo>
                  <a:close/>
                  <a:moveTo>
                    <a:pt x="4400" y="700"/>
                  </a:moveTo>
                  <a:lnTo>
                    <a:pt x="4400" y="824"/>
                  </a:lnTo>
                  <a:lnTo>
                    <a:pt x="4524" y="824"/>
                  </a:lnTo>
                  <a:lnTo>
                    <a:pt x="4524" y="700"/>
                  </a:lnTo>
                  <a:close/>
                  <a:moveTo>
                    <a:pt x="2200" y="700"/>
                  </a:moveTo>
                  <a:lnTo>
                    <a:pt x="2200" y="824"/>
                  </a:lnTo>
                  <a:lnTo>
                    <a:pt x="2324" y="824"/>
                  </a:lnTo>
                  <a:lnTo>
                    <a:pt x="2324" y="700"/>
                  </a:lnTo>
                  <a:close/>
                  <a:moveTo>
                    <a:pt x="4900" y="600"/>
                  </a:moveTo>
                  <a:lnTo>
                    <a:pt x="4900" y="824"/>
                  </a:lnTo>
                  <a:lnTo>
                    <a:pt x="5024" y="824"/>
                  </a:lnTo>
                  <a:lnTo>
                    <a:pt x="5024" y="600"/>
                  </a:lnTo>
                  <a:close/>
                  <a:moveTo>
                    <a:pt x="4600" y="500"/>
                  </a:moveTo>
                  <a:lnTo>
                    <a:pt x="4600" y="824"/>
                  </a:lnTo>
                  <a:lnTo>
                    <a:pt x="4724" y="824"/>
                  </a:lnTo>
                  <a:lnTo>
                    <a:pt x="4724" y="750"/>
                  </a:lnTo>
                  <a:lnTo>
                    <a:pt x="4824" y="724"/>
                  </a:lnTo>
                  <a:lnTo>
                    <a:pt x="4824" y="500"/>
                  </a:lnTo>
                  <a:close/>
                  <a:moveTo>
                    <a:pt x="1300" y="500"/>
                  </a:moveTo>
                  <a:lnTo>
                    <a:pt x="1300" y="624"/>
                  </a:lnTo>
                  <a:lnTo>
                    <a:pt x="1424" y="624"/>
                  </a:lnTo>
                  <a:lnTo>
                    <a:pt x="1424" y="500"/>
                  </a:lnTo>
                  <a:close/>
                  <a:moveTo>
                    <a:pt x="800" y="600"/>
                  </a:moveTo>
                  <a:lnTo>
                    <a:pt x="800" y="824"/>
                  </a:lnTo>
                  <a:lnTo>
                    <a:pt x="1224" y="824"/>
                  </a:lnTo>
                  <a:lnTo>
                    <a:pt x="1224" y="600"/>
                  </a:lnTo>
                  <a:lnTo>
                    <a:pt x="1050" y="600"/>
                  </a:lnTo>
                  <a:lnTo>
                    <a:pt x="1024" y="500"/>
                  </a:lnTo>
                  <a:lnTo>
                    <a:pt x="900" y="500"/>
                  </a:lnTo>
                  <a:lnTo>
                    <a:pt x="900" y="574"/>
                  </a:lnTo>
                  <a:close/>
                  <a:moveTo>
                    <a:pt x="700" y="400"/>
                  </a:moveTo>
                  <a:lnTo>
                    <a:pt x="700" y="524"/>
                  </a:lnTo>
                  <a:lnTo>
                    <a:pt x="824" y="524"/>
                  </a:lnTo>
                  <a:lnTo>
                    <a:pt x="824" y="400"/>
                  </a:lnTo>
                  <a:close/>
                  <a:moveTo>
                    <a:pt x="4600" y="300"/>
                  </a:moveTo>
                  <a:lnTo>
                    <a:pt x="4600" y="424"/>
                  </a:lnTo>
                  <a:lnTo>
                    <a:pt x="4724" y="424"/>
                  </a:lnTo>
                  <a:lnTo>
                    <a:pt x="4724" y="300"/>
                  </a:lnTo>
                  <a:close/>
                  <a:moveTo>
                    <a:pt x="3000" y="0"/>
                  </a:moveTo>
                  <a:lnTo>
                    <a:pt x="3000" y="1424"/>
                  </a:lnTo>
                  <a:lnTo>
                    <a:pt x="3124" y="1424"/>
                  </a:lnTo>
                  <a:lnTo>
                    <a:pt x="3124" y="0"/>
                  </a:lnTo>
                  <a:close/>
                  <a:moveTo>
                    <a:pt x="100" y="0"/>
                  </a:moveTo>
                  <a:lnTo>
                    <a:pt x="100" y="1174"/>
                  </a:lnTo>
                  <a:lnTo>
                    <a:pt x="0" y="1200"/>
                  </a:lnTo>
                  <a:lnTo>
                    <a:pt x="0" y="1324"/>
                  </a:lnTo>
                  <a:lnTo>
                    <a:pt x="100" y="1350"/>
                  </a:lnTo>
                  <a:lnTo>
                    <a:pt x="100" y="1624"/>
                  </a:lnTo>
                  <a:lnTo>
                    <a:pt x="224" y="16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7B7C8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sult reward illustration color 19"/>
            <p:cNvSpPr/>
            <p:nvPr/>
          </p:nvSpPr>
          <p:spPr>
            <a:xfrm>
              <a:off x="13006243" y="7775875"/>
              <a:ext cx="322235" cy="313091"/>
            </a:xfrm>
            <a:custGeom>
              <a:avLst/>
              <a:gdLst/>
              <a:ahLst/>
              <a:cxnLst/>
              <a:rect l="l" t="t" r="r" b="b"/>
              <a:pathLst>
                <a:path w="3524" h="3424">
                  <a:moveTo>
                    <a:pt x="2200" y="3300"/>
                  </a:moveTo>
                  <a:lnTo>
                    <a:pt x="2200" y="3424"/>
                  </a:lnTo>
                  <a:lnTo>
                    <a:pt x="2324" y="3424"/>
                  </a:lnTo>
                  <a:lnTo>
                    <a:pt x="2324" y="3300"/>
                  </a:lnTo>
                  <a:close/>
                  <a:moveTo>
                    <a:pt x="2000" y="3100"/>
                  </a:moveTo>
                  <a:lnTo>
                    <a:pt x="2000" y="3224"/>
                  </a:lnTo>
                  <a:lnTo>
                    <a:pt x="2124" y="3224"/>
                  </a:lnTo>
                  <a:lnTo>
                    <a:pt x="2124" y="3100"/>
                  </a:lnTo>
                  <a:close/>
                  <a:moveTo>
                    <a:pt x="1400" y="3100"/>
                  </a:moveTo>
                  <a:lnTo>
                    <a:pt x="1400" y="3224"/>
                  </a:lnTo>
                  <a:lnTo>
                    <a:pt x="1524" y="3224"/>
                  </a:lnTo>
                  <a:lnTo>
                    <a:pt x="1524" y="3100"/>
                  </a:lnTo>
                  <a:close/>
                  <a:moveTo>
                    <a:pt x="600" y="3000"/>
                  </a:moveTo>
                  <a:lnTo>
                    <a:pt x="600" y="3124"/>
                  </a:lnTo>
                  <a:lnTo>
                    <a:pt x="724" y="3124"/>
                  </a:lnTo>
                  <a:lnTo>
                    <a:pt x="724" y="3000"/>
                  </a:lnTo>
                  <a:close/>
                  <a:moveTo>
                    <a:pt x="2824" y="2700"/>
                  </a:moveTo>
                  <a:lnTo>
                    <a:pt x="2700" y="2700"/>
                  </a:lnTo>
                  <a:lnTo>
                    <a:pt x="2700" y="2774"/>
                  </a:lnTo>
                  <a:lnTo>
                    <a:pt x="2600" y="2800"/>
                  </a:lnTo>
                  <a:lnTo>
                    <a:pt x="2600" y="2924"/>
                  </a:lnTo>
                  <a:lnTo>
                    <a:pt x="2724" y="2924"/>
                  </a:lnTo>
                  <a:lnTo>
                    <a:pt x="2724" y="2850"/>
                  </a:lnTo>
                  <a:lnTo>
                    <a:pt x="2824" y="2824"/>
                  </a:lnTo>
                  <a:close/>
                  <a:moveTo>
                    <a:pt x="300" y="2700"/>
                  </a:moveTo>
                  <a:lnTo>
                    <a:pt x="300" y="2824"/>
                  </a:lnTo>
                  <a:lnTo>
                    <a:pt x="424" y="2824"/>
                  </a:lnTo>
                  <a:lnTo>
                    <a:pt x="424" y="2700"/>
                  </a:lnTo>
                  <a:close/>
                  <a:moveTo>
                    <a:pt x="3200" y="2500"/>
                  </a:moveTo>
                  <a:lnTo>
                    <a:pt x="3200" y="2624"/>
                  </a:lnTo>
                  <a:lnTo>
                    <a:pt x="3324" y="2624"/>
                  </a:lnTo>
                  <a:lnTo>
                    <a:pt x="3324" y="2500"/>
                  </a:lnTo>
                  <a:close/>
                  <a:moveTo>
                    <a:pt x="400" y="2400"/>
                  </a:moveTo>
                  <a:lnTo>
                    <a:pt x="400" y="2524"/>
                  </a:lnTo>
                  <a:lnTo>
                    <a:pt x="524" y="2524"/>
                  </a:lnTo>
                  <a:lnTo>
                    <a:pt x="524" y="2400"/>
                  </a:lnTo>
                  <a:close/>
                  <a:moveTo>
                    <a:pt x="100" y="2400"/>
                  </a:moveTo>
                  <a:lnTo>
                    <a:pt x="100" y="2524"/>
                  </a:lnTo>
                  <a:lnTo>
                    <a:pt x="224" y="2524"/>
                  </a:lnTo>
                  <a:lnTo>
                    <a:pt x="224" y="2400"/>
                  </a:lnTo>
                  <a:close/>
                  <a:moveTo>
                    <a:pt x="3300" y="2300"/>
                  </a:moveTo>
                  <a:lnTo>
                    <a:pt x="3300" y="2424"/>
                  </a:lnTo>
                  <a:lnTo>
                    <a:pt x="3424" y="2424"/>
                  </a:lnTo>
                  <a:lnTo>
                    <a:pt x="3424" y="2300"/>
                  </a:lnTo>
                  <a:close/>
                  <a:moveTo>
                    <a:pt x="300" y="2200"/>
                  </a:moveTo>
                  <a:lnTo>
                    <a:pt x="300" y="2324"/>
                  </a:lnTo>
                  <a:lnTo>
                    <a:pt x="424" y="2324"/>
                  </a:lnTo>
                  <a:lnTo>
                    <a:pt x="424" y="2200"/>
                  </a:lnTo>
                  <a:close/>
                  <a:moveTo>
                    <a:pt x="3100" y="2100"/>
                  </a:moveTo>
                  <a:lnTo>
                    <a:pt x="3100" y="2224"/>
                  </a:lnTo>
                  <a:lnTo>
                    <a:pt x="3224" y="2224"/>
                  </a:lnTo>
                  <a:lnTo>
                    <a:pt x="3224" y="21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3400" y="2000"/>
                  </a:moveTo>
                  <a:lnTo>
                    <a:pt x="3400" y="2124"/>
                  </a:lnTo>
                  <a:lnTo>
                    <a:pt x="3524" y="2124"/>
                  </a:lnTo>
                  <a:lnTo>
                    <a:pt x="3524" y="2000"/>
                  </a:lnTo>
                  <a:close/>
                  <a:moveTo>
                    <a:pt x="200" y="1500"/>
                  </a:moveTo>
                  <a:lnTo>
                    <a:pt x="200" y="1924"/>
                  </a:lnTo>
                  <a:lnTo>
                    <a:pt x="324" y="1924"/>
                  </a:lnTo>
                  <a:lnTo>
                    <a:pt x="324" y="1500"/>
                  </a:lnTo>
                  <a:close/>
                  <a:moveTo>
                    <a:pt x="0" y="1200"/>
                  </a:moveTo>
                  <a:lnTo>
                    <a:pt x="0" y="1324"/>
                  </a:lnTo>
                  <a:lnTo>
                    <a:pt x="124" y="1324"/>
                  </a:lnTo>
                  <a:lnTo>
                    <a:pt x="124" y="1200"/>
                  </a:lnTo>
                  <a:close/>
                  <a:moveTo>
                    <a:pt x="624" y="400"/>
                  </a:moveTo>
                  <a:lnTo>
                    <a:pt x="500" y="400"/>
                  </a:lnTo>
                  <a:lnTo>
                    <a:pt x="500" y="474"/>
                  </a:lnTo>
                  <a:lnTo>
                    <a:pt x="400" y="500"/>
                  </a:lnTo>
                  <a:lnTo>
                    <a:pt x="374" y="600"/>
                  </a:lnTo>
                  <a:lnTo>
                    <a:pt x="300" y="600"/>
                  </a:lnTo>
                  <a:lnTo>
                    <a:pt x="300" y="724"/>
                  </a:lnTo>
                  <a:lnTo>
                    <a:pt x="424" y="724"/>
                  </a:lnTo>
                  <a:lnTo>
                    <a:pt x="424" y="650"/>
                  </a:lnTo>
                  <a:lnTo>
                    <a:pt x="524" y="624"/>
                  </a:lnTo>
                  <a:lnTo>
                    <a:pt x="550" y="524"/>
                  </a:lnTo>
                  <a:lnTo>
                    <a:pt x="624" y="524"/>
                  </a:lnTo>
                  <a:close/>
                  <a:moveTo>
                    <a:pt x="2800" y="300"/>
                  </a:moveTo>
                  <a:lnTo>
                    <a:pt x="2800" y="424"/>
                  </a:lnTo>
                  <a:lnTo>
                    <a:pt x="2874" y="424"/>
                  </a:lnTo>
                  <a:lnTo>
                    <a:pt x="2900" y="524"/>
                  </a:lnTo>
                  <a:lnTo>
                    <a:pt x="2974" y="524"/>
                  </a:lnTo>
                  <a:lnTo>
                    <a:pt x="3000" y="624"/>
                  </a:lnTo>
                  <a:lnTo>
                    <a:pt x="3100" y="650"/>
                  </a:lnTo>
                  <a:lnTo>
                    <a:pt x="3100" y="724"/>
                  </a:lnTo>
                  <a:lnTo>
                    <a:pt x="3224" y="724"/>
                  </a:lnTo>
                  <a:lnTo>
                    <a:pt x="3224" y="600"/>
                  </a:lnTo>
                  <a:lnTo>
                    <a:pt x="3150" y="600"/>
                  </a:lnTo>
                  <a:lnTo>
                    <a:pt x="3124" y="500"/>
                  </a:lnTo>
                  <a:lnTo>
                    <a:pt x="3050" y="500"/>
                  </a:lnTo>
                  <a:lnTo>
                    <a:pt x="3024" y="400"/>
                  </a:lnTo>
                  <a:lnTo>
                    <a:pt x="2924" y="374"/>
                  </a:lnTo>
                  <a:lnTo>
                    <a:pt x="2924" y="300"/>
                  </a:lnTo>
                  <a:close/>
                  <a:moveTo>
                    <a:pt x="1100" y="300"/>
                  </a:moveTo>
                  <a:lnTo>
                    <a:pt x="1100" y="424"/>
                  </a:lnTo>
                  <a:lnTo>
                    <a:pt x="1224" y="424"/>
                  </a:lnTo>
                  <a:lnTo>
                    <a:pt x="1224" y="300"/>
                  </a:lnTo>
                  <a:close/>
                  <a:moveTo>
                    <a:pt x="1900" y="200"/>
                  </a:moveTo>
                  <a:lnTo>
                    <a:pt x="1900" y="324"/>
                  </a:lnTo>
                  <a:lnTo>
                    <a:pt x="2024" y="324"/>
                  </a:lnTo>
                  <a:lnTo>
                    <a:pt x="2024" y="200"/>
                  </a:lnTo>
                  <a:close/>
                  <a:moveTo>
                    <a:pt x="1500" y="200"/>
                  </a:moveTo>
                  <a:lnTo>
                    <a:pt x="1500" y="324"/>
                  </a:lnTo>
                  <a:lnTo>
                    <a:pt x="1624" y="324"/>
                  </a:lnTo>
                  <a:lnTo>
                    <a:pt x="1624" y="200"/>
                  </a:lnTo>
                  <a:close/>
                  <a:moveTo>
                    <a:pt x="2200" y="0"/>
                  </a:moveTo>
                  <a:lnTo>
                    <a:pt x="2200" y="124"/>
                  </a:lnTo>
                  <a:lnTo>
                    <a:pt x="2324" y="124"/>
                  </a:lnTo>
                  <a:lnTo>
                    <a:pt x="2324" y="0"/>
                  </a:lnTo>
                  <a:close/>
                  <a:moveTo>
                    <a:pt x="1200" y="0"/>
                  </a:moveTo>
                  <a:lnTo>
                    <a:pt x="1200" y="124"/>
                  </a:lnTo>
                  <a:lnTo>
                    <a:pt x="1324" y="124"/>
                  </a:lnTo>
                  <a:lnTo>
                    <a:pt x="1324" y="0"/>
                  </a:lnTo>
                  <a:close/>
                </a:path>
              </a:pathLst>
            </a:custGeom>
            <a:solidFill>
              <a:srgbClr val="A889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sult reward illustration color 20"/>
            <p:cNvSpPr/>
            <p:nvPr/>
          </p:nvSpPr>
          <p:spPr>
            <a:xfrm>
              <a:off x="13024531" y="7766731"/>
              <a:ext cx="294803" cy="331379"/>
            </a:xfrm>
            <a:custGeom>
              <a:avLst/>
              <a:gdLst/>
              <a:ahLst/>
              <a:cxnLst/>
              <a:rect l="l" t="t" r="r" b="b"/>
              <a:pathLst>
                <a:path w="3224" h="3624">
                  <a:moveTo>
                    <a:pt x="1600" y="3500"/>
                  </a:moveTo>
                  <a:lnTo>
                    <a:pt x="1600" y="3624"/>
                  </a:lnTo>
                  <a:lnTo>
                    <a:pt x="1724" y="3624"/>
                  </a:lnTo>
                  <a:lnTo>
                    <a:pt x="1724" y="3500"/>
                  </a:lnTo>
                  <a:close/>
                  <a:moveTo>
                    <a:pt x="2300" y="3300"/>
                  </a:moveTo>
                  <a:lnTo>
                    <a:pt x="2300" y="3424"/>
                  </a:lnTo>
                  <a:lnTo>
                    <a:pt x="2424" y="3424"/>
                  </a:lnTo>
                  <a:lnTo>
                    <a:pt x="2424" y="3300"/>
                  </a:lnTo>
                  <a:close/>
                  <a:moveTo>
                    <a:pt x="1300" y="3200"/>
                  </a:moveTo>
                  <a:lnTo>
                    <a:pt x="1300" y="3324"/>
                  </a:lnTo>
                  <a:lnTo>
                    <a:pt x="1724" y="3324"/>
                  </a:lnTo>
                  <a:lnTo>
                    <a:pt x="1724" y="3200"/>
                  </a:lnTo>
                  <a:close/>
                  <a:moveTo>
                    <a:pt x="2000" y="3100"/>
                  </a:moveTo>
                  <a:lnTo>
                    <a:pt x="2000" y="3224"/>
                  </a:lnTo>
                  <a:lnTo>
                    <a:pt x="2124" y="3224"/>
                  </a:lnTo>
                  <a:lnTo>
                    <a:pt x="2124" y="3100"/>
                  </a:lnTo>
                  <a:close/>
                  <a:moveTo>
                    <a:pt x="2900" y="2100"/>
                  </a:moveTo>
                  <a:lnTo>
                    <a:pt x="2900" y="2224"/>
                  </a:lnTo>
                  <a:lnTo>
                    <a:pt x="3024" y="2224"/>
                  </a:lnTo>
                  <a:lnTo>
                    <a:pt x="3024" y="2100"/>
                  </a:lnTo>
                  <a:close/>
                  <a:moveTo>
                    <a:pt x="100" y="1300"/>
                  </a:moveTo>
                  <a:lnTo>
                    <a:pt x="100" y="1424"/>
                  </a:lnTo>
                  <a:lnTo>
                    <a:pt x="224" y="1424"/>
                  </a:lnTo>
                  <a:lnTo>
                    <a:pt x="224" y="1300"/>
                  </a:lnTo>
                  <a:close/>
                  <a:moveTo>
                    <a:pt x="2800" y="1100"/>
                  </a:moveTo>
                  <a:lnTo>
                    <a:pt x="2800" y="1224"/>
                  </a:lnTo>
                  <a:lnTo>
                    <a:pt x="2924" y="1224"/>
                  </a:lnTo>
                  <a:lnTo>
                    <a:pt x="2924" y="1100"/>
                  </a:lnTo>
                  <a:close/>
                  <a:moveTo>
                    <a:pt x="3100" y="1000"/>
                  </a:moveTo>
                  <a:lnTo>
                    <a:pt x="3100" y="1124"/>
                  </a:lnTo>
                  <a:lnTo>
                    <a:pt x="3224" y="1124"/>
                  </a:lnTo>
                  <a:lnTo>
                    <a:pt x="3224" y="1000"/>
                  </a:lnTo>
                  <a:close/>
                  <a:moveTo>
                    <a:pt x="0" y="800"/>
                  </a:moveTo>
                  <a:lnTo>
                    <a:pt x="0" y="924"/>
                  </a:lnTo>
                  <a:lnTo>
                    <a:pt x="124" y="924"/>
                  </a:lnTo>
                  <a:lnTo>
                    <a:pt x="124" y="800"/>
                  </a:lnTo>
                  <a:close/>
                  <a:moveTo>
                    <a:pt x="2500" y="700"/>
                  </a:moveTo>
                  <a:lnTo>
                    <a:pt x="2500" y="824"/>
                  </a:lnTo>
                  <a:lnTo>
                    <a:pt x="2624" y="824"/>
                  </a:lnTo>
                  <a:lnTo>
                    <a:pt x="2624" y="700"/>
                  </a:lnTo>
                  <a:close/>
                  <a:moveTo>
                    <a:pt x="2000" y="400"/>
                  </a:moveTo>
                  <a:lnTo>
                    <a:pt x="2000" y="524"/>
                  </a:lnTo>
                  <a:lnTo>
                    <a:pt x="2124" y="524"/>
                  </a:lnTo>
                  <a:lnTo>
                    <a:pt x="2124" y="400"/>
                  </a:lnTo>
                  <a:close/>
                  <a:moveTo>
                    <a:pt x="500" y="300"/>
                  </a:moveTo>
                  <a:lnTo>
                    <a:pt x="500" y="424"/>
                  </a:lnTo>
                  <a:lnTo>
                    <a:pt x="624" y="424"/>
                  </a:lnTo>
                  <a:lnTo>
                    <a:pt x="624" y="300"/>
                  </a:lnTo>
                  <a:close/>
                  <a:moveTo>
                    <a:pt x="1400" y="0"/>
                  </a:moveTo>
                  <a:lnTo>
                    <a:pt x="14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816F3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5" name="Result reward illustration color 21"/>
            <p:cNvSpPr/>
            <p:nvPr/>
          </p:nvSpPr>
          <p:spPr>
            <a:xfrm>
              <a:off x="13006243" y="7775875"/>
              <a:ext cx="322235" cy="313091"/>
            </a:xfrm>
            <a:custGeom>
              <a:avLst/>
              <a:gdLst/>
              <a:ahLst/>
              <a:cxnLst/>
              <a:rect l="l" t="t" r="r" b="b"/>
              <a:pathLst>
                <a:path w="3524" h="3424">
                  <a:moveTo>
                    <a:pt x="1300" y="3300"/>
                  </a:moveTo>
                  <a:lnTo>
                    <a:pt x="1300" y="3424"/>
                  </a:lnTo>
                  <a:lnTo>
                    <a:pt x="1424" y="3424"/>
                  </a:lnTo>
                  <a:lnTo>
                    <a:pt x="1424" y="3300"/>
                  </a:lnTo>
                  <a:close/>
                  <a:moveTo>
                    <a:pt x="2300" y="3200"/>
                  </a:moveTo>
                  <a:lnTo>
                    <a:pt x="2300" y="3324"/>
                  </a:lnTo>
                  <a:lnTo>
                    <a:pt x="2524" y="3324"/>
                  </a:lnTo>
                  <a:lnTo>
                    <a:pt x="2524" y="3200"/>
                  </a:lnTo>
                  <a:close/>
                  <a:moveTo>
                    <a:pt x="1600" y="3200"/>
                  </a:moveTo>
                  <a:lnTo>
                    <a:pt x="1600" y="3324"/>
                  </a:lnTo>
                  <a:lnTo>
                    <a:pt x="1724" y="3324"/>
                  </a:lnTo>
                  <a:lnTo>
                    <a:pt x="1724" y="3200"/>
                  </a:lnTo>
                  <a:close/>
                  <a:moveTo>
                    <a:pt x="1000" y="3200"/>
                  </a:moveTo>
                  <a:lnTo>
                    <a:pt x="1000" y="3324"/>
                  </a:lnTo>
                  <a:lnTo>
                    <a:pt x="1124" y="3324"/>
                  </a:lnTo>
                  <a:lnTo>
                    <a:pt x="1124" y="3200"/>
                  </a:lnTo>
                  <a:close/>
                  <a:moveTo>
                    <a:pt x="1200" y="3100"/>
                  </a:moveTo>
                  <a:lnTo>
                    <a:pt x="1200" y="3224"/>
                  </a:lnTo>
                  <a:lnTo>
                    <a:pt x="1324" y="3224"/>
                  </a:lnTo>
                  <a:lnTo>
                    <a:pt x="1324" y="3100"/>
                  </a:lnTo>
                  <a:close/>
                  <a:moveTo>
                    <a:pt x="2700" y="3000"/>
                  </a:moveTo>
                  <a:lnTo>
                    <a:pt x="2700" y="3124"/>
                  </a:lnTo>
                  <a:lnTo>
                    <a:pt x="2824" y="3124"/>
                  </a:lnTo>
                  <a:lnTo>
                    <a:pt x="2824" y="3000"/>
                  </a:lnTo>
                  <a:close/>
                  <a:moveTo>
                    <a:pt x="2500" y="3000"/>
                  </a:moveTo>
                  <a:lnTo>
                    <a:pt x="2500" y="3124"/>
                  </a:lnTo>
                  <a:lnTo>
                    <a:pt x="2624" y="3124"/>
                  </a:lnTo>
                  <a:lnTo>
                    <a:pt x="2624" y="3000"/>
                  </a:lnTo>
                  <a:close/>
                  <a:moveTo>
                    <a:pt x="1000" y="3000"/>
                  </a:moveTo>
                  <a:lnTo>
                    <a:pt x="1000" y="3124"/>
                  </a:lnTo>
                  <a:lnTo>
                    <a:pt x="1124" y="3124"/>
                  </a:lnTo>
                  <a:lnTo>
                    <a:pt x="1124" y="3000"/>
                  </a:lnTo>
                  <a:close/>
                  <a:moveTo>
                    <a:pt x="800" y="2900"/>
                  </a:moveTo>
                  <a:lnTo>
                    <a:pt x="800" y="2974"/>
                  </a:lnTo>
                  <a:lnTo>
                    <a:pt x="700" y="3000"/>
                  </a:lnTo>
                  <a:lnTo>
                    <a:pt x="700" y="3124"/>
                  </a:lnTo>
                  <a:lnTo>
                    <a:pt x="774" y="3124"/>
                  </a:lnTo>
                  <a:lnTo>
                    <a:pt x="800" y="3224"/>
                  </a:lnTo>
                  <a:lnTo>
                    <a:pt x="924" y="3224"/>
                  </a:lnTo>
                  <a:lnTo>
                    <a:pt x="924" y="3100"/>
                  </a:lnTo>
                  <a:lnTo>
                    <a:pt x="824" y="3074"/>
                  </a:lnTo>
                  <a:lnTo>
                    <a:pt x="850" y="3024"/>
                  </a:lnTo>
                  <a:lnTo>
                    <a:pt x="924" y="3024"/>
                  </a:lnTo>
                  <a:lnTo>
                    <a:pt x="924" y="2900"/>
                  </a:lnTo>
                  <a:close/>
                  <a:moveTo>
                    <a:pt x="3000" y="2600"/>
                  </a:moveTo>
                  <a:lnTo>
                    <a:pt x="3000" y="2724"/>
                  </a:lnTo>
                  <a:lnTo>
                    <a:pt x="3224" y="2724"/>
                  </a:lnTo>
                  <a:lnTo>
                    <a:pt x="3224" y="2600"/>
                  </a:lnTo>
                  <a:close/>
                  <a:moveTo>
                    <a:pt x="400" y="2500"/>
                  </a:moveTo>
                  <a:lnTo>
                    <a:pt x="400" y="2624"/>
                  </a:lnTo>
                  <a:lnTo>
                    <a:pt x="474" y="2624"/>
                  </a:lnTo>
                  <a:lnTo>
                    <a:pt x="500" y="2724"/>
                  </a:lnTo>
                  <a:lnTo>
                    <a:pt x="600" y="2750"/>
                  </a:lnTo>
                  <a:lnTo>
                    <a:pt x="600" y="2824"/>
                  </a:lnTo>
                  <a:lnTo>
                    <a:pt x="724" y="2824"/>
                  </a:lnTo>
                  <a:lnTo>
                    <a:pt x="724" y="2700"/>
                  </a:lnTo>
                  <a:lnTo>
                    <a:pt x="650" y="2700"/>
                  </a:lnTo>
                  <a:lnTo>
                    <a:pt x="624" y="2600"/>
                  </a:lnTo>
                  <a:lnTo>
                    <a:pt x="524" y="2574"/>
                  </a:lnTo>
                  <a:lnTo>
                    <a:pt x="524" y="2500"/>
                  </a:lnTo>
                  <a:close/>
                  <a:moveTo>
                    <a:pt x="300" y="2300"/>
                  </a:moveTo>
                  <a:lnTo>
                    <a:pt x="300" y="2424"/>
                  </a:lnTo>
                  <a:lnTo>
                    <a:pt x="424" y="2424"/>
                  </a:lnTo>
                  <a:lnTo>
                    <a:pt x="424" y="2300"/>
                  </a:lnTo>
                  <a:close/>
                  <a:moveTo>
                    <a:pt x="3300" y="2200"/>
                  </a:moveTo>
                  <a:lnTo>
                    <a:pt x="3300" y="2324"/>
                  </a:lnTo>
                  <a:lnTo>
                    <a:pt x="3424" y="2324"/>
                  </a:lnTo>
                  <a:lnTo>
                    <a:pt x="3424" y="2200"/>
                  </a:lnTo>
                  <a:close/>
                  <a:moveTo>
                    <a:pt x="3100" y="2200"/>
                  </a:moveTo>
                  <a:lnTo>
                    <a:pt x="3100" y="2324"/>
                  </a:lnTo>
                  <a:lnTo>
                    <a:pt x="3224" y="2324"/>
                  </a:lnTo>
                  <a:lnTo>
                    <a:pt x="3224" y="2200"/>
                  </a:lnTo>
                  <a:close/>
                  <a:moveTo>
                    <a:pt x="3200" y="1700"/>
                  </a:moveTo>
                  <a:lnTo>
                    <a:pt x="3200" y="1924"/>
                  </a:lnTo>
                  <a:lnTo>
                    <a:pt x="3324" y="1924"/>
                  </a:lnTo>
                  <a:lnTo>
                    <a:pt x="3324" y="1700"/>
                  </a:lnTo>
                  <a:close/>
                  <a:moveTo>
                    <a:pt x="224" y="1700"/>
                  </a:moveTo>
                  <a:lnTo>
                    <a:pt x="100" y="1700"/>
                  </a:lnTo>
                  <a:lnTo>
                    <a:pt x="100" y="1774"/>
                  </a:lnTo>
                  <a:lnTo>
                    <a:pt x="0" y="1800"/>
                  </a:lnTo>
                  <a:lnTo>
                    <a:pt x="0" y="1924"/>
                  </a:lnTo>
                  <a:lnTo>
                    <a:pt x="124" y="1924"/>
                  </a:lnTo>
                  <a:lnTo>
                    <a:pt x="124" y="1850"/>
                  </a:lnTo>
                  <a:lnTo>
                    <a:pt x="224" y="1824"/>
                  </a:lnTo>
                  <a:close/>
                  <a:moveTo>
                    <a:pt x="0" y="1500"/>
                  </a:moveTo>
                  <a:lnTo>
                    <a:pt x="0" y="1624"/>
                  </a:lnTo>
                  <a:lnTo>
                    <a:pt x="124" y="1624"/>
                  </a:lnTo>
                  <a:lnTo>
                    <a:pt x="124" y="1500"/>
                  </a:lnTo>
                  <a:close/>
                  <a:moveTo>
                    <a:pt x="3400" y="1400"/>
                  </a:moveTo>
                  <a:lnTo>
                    <a:pt x="3400" y="1924"/>
                  </a:lnTo>
                  <a:lnTo>
                    <a:pt x="3524" y="1924"/>
                  </a:lnTo>
                  <a:lnTo>
                    <a:pt x="3524" y="1400"/>
                  </a:lnTo>
                  <a:close/>
                  <a:moveTo>
                    <a:pt x="3200" y="1400"/>
                  </a:moveTo>
                  <a:lnTo>
                    <a:pt x="3200" y="1624"/>
                  </a:lnTo>
                  <a:lnTo>
                    <a:pt x="3324" y="1624"/>
                  </a:lnTo>
                  <a:lnTo>
                    <a:pt x="3324" y="1400"/>
                  </a:lnTo>
                  <a:close/>
                  <a:moveTo>
                    <a:pt x="100" y="1300"/>
                  </a:moveTo>
                  <a:lnTo>
                    <a:pt x="100" y="1424"/>
                  </a:lnTo>
                  <a:lnTo>
                    <a:pt x="224" y="1424"/>
                  </a:lnTo>
                  <a:lnTo>
                    <a:pt x="224" y="1300"/>
                  </a:lnTo>
                  <a:close/>
                  <a:moveTo>
                    <a:pt x="100" y="1000"/>
                  </a:moveTo>
                  <a:lnTo>
                    <a:pt x="100" y="1224"/>
                  </a:lnTo>
                  <a:lnTo>
                    <a:pt x="224" y="1224"/>
                  </a:lnTo>
                  <a:lnTo>
                    <a:pt x="224" y="1000"/>
                  </a:lnTo>
                  <a:close/>
                  <a:moveTo>
                    <a:pt x="3324" y="900"/>
                  </a:moveTo>
                  <a:lnTo>
                    <a:pt x="3200" y="900"/>
                  </a:lnTo>
                  <a:lnTo>
                    <a:pt x="3200" y="1074"/>
                  </a:lnTo>
                  <a:lnTo>
                    <a:pt x="3100" y="1100"/>
                  </a:lnTo>
                  <a:lnTo>
                    <a:pt x="3100" y="1224"/>
                  </a:lnTo>
                  <a:lnTo>
                    <a:pt x="3224" y="1224"/>
                  </a:lnTo>
                  <a:lnTo>
                    <a:pt x="3224" y="1150"/>
                  </a:lnTo>
                  <a:lnTo>
                    <a:pt x="3324" y="1124"/>
                  </a:lnTo>
                  <a:close/>
                  <a:moveTo>
                    <a:pt x="3000" y="800"/>
                  </a:moveTo>
                  <a:lnTo>
                    <a:pt x="3000" y="924"/>
                  </a:lnTo>
                  <a:lnTo>
                    <a:pt x="3124" y="924"/>
                  </a:lnTo>
                  <a:lnTo>
                    <a:pt x="3124" y="800"/>
                  </a:lnTo>
                  <a:close/>
                  <a:moveTo>
                    <a:pt x="400" y="800"/>
                  </a:moveTo>
                  <a:lnTo>
                    <a:pt x="400" y="924"/>
                  </a:lnTo>
                  <a:lnTo>
                    <a:pt x="524" y="924"/>
                  </a:lnTo>
                  <a:lnTo>
                    <a:pt x="524" y="800"/>
                  </a:lnTo>
                  <a:close/>
                  <a:moveTo>
                    <a:pt x="400" y="600"/>
                  </a:moveTo>
                  <a:lnTo>
                    <a:pt x="400" y="724"/>
                  </a:lnTo>
                  <a:lnTo>
                    <a:pt x="524" y="724"/>
                  </a:lnTo>
                  <a:lnTo>
                    <a:pt x="524" y="600"/>
                  </a:lnTo>
                  <a:close/>
                  <a:moveTo>
                    <a:pt x="2900" y="500"/>
                  </a:moveTo>
                  <a:lnTo>
                    <a:pt x="2900" y="624"/>
                  </a:lnTo>
                  <a:lnTo>
                    <a:pt x="2974" y="624"/>
                  </a:lnTo>
                  <a:lnTo>
                    <a:pt x="3000" y="724"/>
                  </a:lnTo>
                  <a:lnTo>
                    <a:pt x="3124" y="724"/>
                  </a:lnTo>
                  <a:lnTo>
                    <a:pt x="3124" y="600"/>
                  </a:lnTo>
                  <a:lnTo>
                    <a:pt x="3050" y="600"/>
                  </a:lnTo>
                  <a:lnTo>
                    <a:pt x="3024" y="500"/>
                  </a:lnTo>
                  <a:close/>
                  <a:moveTo>
                    <a:pt x="2700" y="500"/>
                  </a:moveTo>
                  <a:lnTo>
                    <a:pt x="2700" y="624"/>
                  </a:lnTo>
                  <a:lnTo>
                    <a:pt x="2824" y="624"/>
                  </a:lnTo>
                  <a:lnTo>
                    <a:pt x="2824" y="500"/>
                  </a:lnTo>
                  <a:close/>
                  <a:moveTo>
                    <a:pt x="1000" y="3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300"/>
                  </a:lnTo>
                  <a:close/>
                  <a:moveTo>
                    <a:pt x="2400" y="100"/>
                  </a:moveTo>
                  <a:lnTo>
                    <a:pt x="2400" y="424"/>
                  </a:lnTo>
                  <a:lnTo>
                    <a:pt x="2524" y="424"/>
                  </a:lnTo>
                  <a:lnTo>
                    <a:pt x="2524" y="100"/>
                  </a:lnTo>
                  <a:close/>
                  <a:moveTo>
                    <a:pt x="1000" y="100"/>
                  </a:moveTo>
                  <a:lnTo>
                    <a:pt x="1000" y="224"/>
                  </a:lnTo>
                  <a:lnTo>
                    <a:pt x="1124" y="224"/>
                  </a:lnTo>
                  <a:lnTo>
                    <a:pt x="1124" y="100"/>
                  </a:lnTo>
                  <a:close/>
                  <a:moveTo>
                    <a:pt x="1300" y="0"/>
                  </a:moveTo>
                  <a:lnTo>
                    <a:pt x="1300" y="224"/>
                  </a:lnTo>
                  <a:lnTo>
                    <a:pt x="1424" y="224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CC95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6" name="Result reward illustration color 22"/>
            <p:cNvSpPr/>
            <p:nvPr/>
          </p:nvSpPr>
          <p:spPr>
            <a:xfrm>
              <a:off x="12750211" y="7565563"/>
              <a:ext cx="669707" cy="642275"/>
            </a:xfrm>
            <a:custGeom>
              <a:avLst/>
              <a:gdLst/>
              <a:ahLst/>
              <a:cxnLst/>
              <a:rect l="l" t="t" r="r" b="b"/>
              <a:pathLst>
                <a:path w="7324" h="7024">
                  <a:moveTo>
                    <a:pt x="7200" y="6900"/>
                  </a:moveTo>
                  <a:lnTo>
                    <a:pt x="7200" y="7024"/>
                  </a:lnTo>
                  <a:lnTo>
                    <a:pt x="7324" y="7024"/>
                  </a:lnTo>
                  <a:lnTo>
                    <a:pt x="7324" y="6900"/>
                  </a:lnTo>
                  <a:close/>
                  <a:moveTo>
                    <a:pt x="7100" y="6400"/>
                  </a:moveTo>
                  <a:lnTo>
                    <a:pt x="7100" y="6524"/>
                  </a:lnTo>
                  <a:lnTo>
                    <a:pt x="7224" y="6524"/>
                  </a:lnTo>
                  <a:lnTo>
                    <a:pt x="7224" y="6400"/>
                  </a:lnTo>
                  <a:close/>
                  <a:moveTo>
                    <a:pt x="300" y="6000"/>
                  </a:moveTo>
                  <a:lnTo>
                    <a:pt x="300" y="6124"/>
                  </a:lnTo>
                  <a:lnTo>
                    <a:pt x="424" y="6124"/>
                  </a:lnTo>
                  <a:lnTo>
                    <a:pt x="424" y="6000"/>
                  </a:lnTo>
                  <a:close/>
                  <a:moveTo>
                    <a:pt x="4900" y="5800"/>
                  </a:moveTo>
                  <a:lnTo>
                    <a:pt x="4900" y="5924"/>
                  </a:lnTo>
                  <a:lnTo>
                    <a:pt x="5024" y="5924"/>
                  </a:lnTo>
                  <a:lnTo>
                    <a:pt x="5024" y="5800"/>
                  </a:lnTo>
                  <a:close/>
                  <a:moveTo>
                    <a:pt x="1800" y="5400"/>
                  </a:moveTo>
                  <a:lnTo>
                    <a:pt x="1800" y="5524"/>
                  </a:lnTo>
                  <a:lnTo>
                    <a:pt x="1924" y="5524"/>
                  </a:lnTo>
                  <a:lnTo>
                    <a:pt x="1924" y="5400"/>
                  </a:lnTo>
                  <a:close/>
                  <a:moveTo>
                    <a:pt x="5100" y="5100"/>
                  </a:moveTo>
                  <a:lnTo>
                    <a:pt x="5100" y="5224"/>
                  </a:lnTo>
                  <a:lnTo>
                    <a:pt x="5224" y="5224"/>
                  </a:lnTo>
                  <a:lnTo>
                    <a:pt x="5224" y="5100"/>
                  </a:lnTo>
                  <a:close/>
                  <a:moveTo>
                    <a:pt x="5200" y="4800"/>
                  </a:moveTo>
                  <a:lnTo>
                    <a:pt x="5200" y="4924"/>
                  </a:lnTo>
                  <a:lnTo>
                    <a:pt x="5324" y="4924"/>
                  </a:lnTo>
                  <a:lnTo>
                    <a:pt x="5324" y="4800"/>
                  </a:lnTo>
                  <a:close/>
                  <a:moveTo>
                    <a:pt x="5400" y="4700"/>
                  </a:moveTo>
                  <a:lnTo>
                    <a:pt x="5400" y="4824"/>
                  </a:lnTo>
                  <a:lnTo>
                    <a:pt x="5524" y="4824"/>
                  </a:lnTo>
                  <a:lnTo>
                    <a:pt x="5524" y="4700"/>
                  </a:lnTo>
                  <a:close/>
                  <a:moveTo>
                    <a:pt x="0" y="4700"/>
                  </a:moveTo>
                  <a:lnTo>
                    <a:pt x="0" y="4824"/>
                  </a:lnTo>
                  <a:lnTo>
                    <a:pt x="124" y="4824"/>
                  </a:lnTo>
                  <a:lnTo>
                    <a:pt x="124" y="4700"/>
                  </a:lnTo>
                  <a:close/>
                  <a:moveTo>
                    <a:pt x="3700" y="4400"/>
                  </a:moveTo>
                  <a:lnTo>
                    <a:pt x="3700" y="4524"/>
                  </a:lnTo>
                  <a:lnTo>
                    <a:pt x="3824" y="4524"/>
                  </a:lnTo>
                  <a:lnTo>
                    <a:pt x="3824" y="4400"/>
                  </a:lnTo>
                  <a:close/>
                  <a:moveTo>
                    <a:pt x="200" y="4400"/>
                  </a:moveTo>
                  <a:lnTo>
                    <a:pt x="200" y="4524"/>
                  </a:lnTo>
                  <a:lnTo>
                    <a:pt x="324" y="4524"/>
                  </a:lnTo>
                  <a:lnTo>
                    <a:pt x="324" y="4400"/>
                  </a:lnTo>
                  <a:close/>
                  <a:moveTo>
                    <a:pt x="3900" y="4300"/>
                  </a:moveTo>
                  <a:lnTo>
                    <a:pt x="3900" y="4424"/>
                  </a:lnTo>
                  <a:lnTo>
                    <a:pt x="4024" y="4424"/>
                  </a:lnTo>
                  <a:lnTo>
                    <a:pt x="4024" y="4300"/>
                  </a:lnTo>
                  <a:close/>
                  <a:moveTo>
                    <a:pt x="900" y="4100"/>
                  </a:moveTo>
                  <a:lnTo>
                    <a:pt x="900" y="4224"/>
                  </a:lnTo>
                  <a:lnTo>
                    <a:pt x="1024" y="4224"/>
                  </a:lnTo>
                  <a:lnTo>
                    <a:pt x="1024" y="4100"/>
                  </a:lnTo>
                  <a:close/>
                  <a:moveTo>
                    <a:pt x="6400" y="4000"/>
                  </a:moveTo>
                  <a:lnTo>
                    <a:pt x="6400" y="4224"/>
                  </a:lnTo>
                  <a:lnTo>
                    <a:pt x="6524" y="4224"/>
                  </a:lnTo>
                  <a:lnTo>
                    <a:pt x="6524" y="4000"/>
                  </a:lnTo>
                  <a:close/>
                  <a:moveTo>
                    <a:pt x="6400" y="3800"/>
                  </a:moveTo>
                  <a:lnTo>
                    <a:pt x="6400" y="3924"/>
                  </a:lnTo>
                  <a:lnTo>
                    <a:pt x="6524" y="3924"/>
                  </a:lnTo>
                  <a:lnTo>
                    <a:pt x="6524" y="3800"/>
                  </a:lnTo>
                  <a:close/>
                  <a:moveTo>
                    <a:pt x="5800" y="3800"/>
                  </a:moveTo>
                  <a:lnTo>
                    <a:pt x="5800" y="4124"/>
                  </a:lnTo>
                  <a:lnTo>
                    <a:pt x="5924" y="4124"/>
                  </a:lnTo>
                  <a:lnTo>
                    <a:pt x="5924" y="3800"/>
                  </a:lnTo>
                  <a:close/>
                  <a:moveTo>
                    <a:pt x="800" y="3800"/>
                  </a:moveTo>
                  <a:lnTo>
                    <a:pt x="800" y="3924"/>
                  </a:lnTo>
                  <a:lnTo>
                    <a:pt x="1024" y="3924"/>
                  </a:lnTo>
                  <a:lnTo>
                    <a:pt x="1024" y="3800"/>
                  </a:lnTo>
                  <a:close/>
                  <a:moveTo>
                    <a:pt x="2600" y="3700"/>
                  </a:moveTo>
                  <a:lnTo>
                    <a:pt x="2600" y="3824"/>
                  </a:lnTo>
                  <a:lnTo>
                    <a:pt x="2724" y="3824"/>
                  </a:lnTo>
                  <a:lnTo>
                    <a:pt x="2724" y="3700"/>
                  </a:lnTo>
                  <a:close/>
                  <a:moveTo>
                    <a:pt x="5400" y="3600"/>
                  </a:moveTo>
                  <a:lnTo>
                    <a:pt x="5400" y="4524"/>
                  </a:lnTo>
                  <a:lnTo>
                    <a:pt x="5524" y="4524"/>
                  </a:lnTo>
                  <a:lnTo>
                    <a:pt x="5524" y="3600"/>
                  </a:lnTo>
                  <a:close/>
                  <a:moveTo>
                    <a:pt x="4000" y="3600"/>
                  </a:moveTo>
                  <a:lnTo>
                    <a:pt x="4000" y="3724"/>
                  </a:lnTo>
                  <a:lnTo>
                    <a:pt x="4124" y="3724"/>
                  </a:lnTo>
                  <a:lnTo>
                    <a:pt x="4124" y="3600"/>
                  </a:lnTo>
                  <a:close/>
                  <a:moveTo>
                    <a:pt x="900" y="3100"/>
                  </a:moveTo>
                  <a:lnTo>
                    <a:pt x="900" y="3224"/>
                  </a:lnTo>
                  <a:lnTo>
                    <a:pt x="1024" y="3224"/>
                  </a:lnTo>
                  <a:lnTo>
                    <a:pt x="1024" y="3100"/>
                  </a:lnTo>
                  <a:close/>
                  <a:moveTo>
                    <a:pt x="5400" y="3000"/>
                  </a:moveTo>
                  <a:lnTo>
                    <a:pt x="5400" y="3124"/>
                  </a:lnTo>
                  <a:lnTo>
                    <a:pt x="5524" y="3124"/>
                  </a:lnTo>
                  <a:lnTo>
                    <a:pt x="5524" y="3000"/>
                  </a:lnTo>
                  <a:close/>
                  <a:moveTo>
                    <a:pt x="6100" y="2900"/>
                  </a:moveTo>
                  <a:lnTo>
                    <a:pt x="6100" y="3024"/>
                  </a:lnTo>
                  <a:lnTo>
                    <a:pt x="6224" y="3024"/>
                  </a:lnTo>
                  <a:lnTo>
                    <a:pt x="6224" y="2900"/>
                  </a:lnTo>
                  <a:close/>
                  <a:moveTo>
                    <a:pt x="5100" y="2800"/>
                  </a:moveTo>
                  <a:lnTo>
                    <a:pt x="5100" y="2924"/>
                  </a:lnTo>
                  <a:lnTo>
                    <a:pt x="5224" y="2924"/>
                  </a:lnTo>
                  <a:lnTo>
                    <a:pt x="5224" y="2800"/>
                  </a:lnTo>
                  <a:close/>
                  <a:moveTo>
                    <a:pt x="3900" y="2800"/>
                  </a:moveTo>
                  <a:lnTo>
                    <a:pt x="3900" y="2924"/>
                  </a:lnTo>
                  <a:lnTo>
                    <a:pt x="4024" y="2924"/>
                  </a:lnTo>
                  <a:lnTo>
                    <a:pt x="4024" y="2800"/>
                  </a:lnTo>
                  <a:close/>
                  <a:moveTo>
                    <a:pt x="4800" y="2700"/>
                  </a:moveTo>
                  <a:lnTo>
                    <a:pt x="4800" y="2824"/>
                  </a:lnTo>
                  <a:lnTo>
                    <a:pt x="4924" y="2824"/>
                  </a:lnTo>
                  <a:lnTo>
                    <a:pt x="4924" y="2700"/>
                  </a:lnTo>
                  <a:close/>
                  <a:moveTo>
                    <a:pt x="5600" y="2400"/>
                  </a:moveTo>
                  <a:lnTo>
                    <a:pt x="5600" y="2524"/>
                  </a:lnTo>
                  <a:lnTo>
                    <a:pt x="5724" y="2524"/>
                  </a:lnTo>
                  <a:lnTo>
                    <a:pt x="5724" y="2400"/>
                  </a:lnTo>
                  <a:close/>
                  <a:moveTo>
                    <a:pt x="600" y="1600"/>
                  </a:moveTo>
                  <a:lnTo>
                    <a:pt x="600" y="1724"/>
                  </a:lnTo>
                  <a:lnTo>
                    <a:pt x="724" y="1724"/>
                  </a:lnTo>
                  <a:lnTo>
                    <a:pt x="724" y="1600"/>
                  </a:lnTo>
                  <a:close/>
                  <a:moveTo>
                    <a:pt x="1600" y="1200"/>
                  </a:moveTo>
                  <a:lnTo>
                    <a:pt x="1600" y="1324"/>
                  </a:lnTo>
                  <a:lnTo>
                    <a:pt x="1724" y="1324"/>
                  </a:lnTo>
                  <a:lnTo>
                    <a:pt x="1724" y="1200"/>
                  </a:lnTo>
                  <a:close/>
                  <a:moveTo>
                    <a:pt x="4500" y="1100"/>
                  </a:moveTo>
                  <a:lnTo>
                    <a:pt x="4500" y="1224"/>
                  </a:lnTo>
                  <a:lnTo>
                    <a:pt x="4624" y="1224"/>
                  </a:lnTo>
                  <a:lnTo>
                    <a:pt x="4624" y="11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2000" y="800"/>
                  </a:moveTo>
                  <a:lnTo>
                    <a:pt x="2000" y="924"/>
                  </a:lnTo>
                  <a:lnTo>
                    <a:pt x="2124" y="924"/>
                  </a:lnTo>
                  <a:lnTo>
                    <a:pt x="2124" y="800"/>
                  </a:lnTo>
                  <a:close/>
                  <a:moveTo>
                    <a:pt x="5100" y="700"/>
                  </a:moveTo>
                  <a:lnTo>
                    <a:pt x="5100" y="824"/>
                  </a:lnTo>
                  <a:lnTo>
                    <a:pt x="5224" y="824"/>
                  </a:lnTo>
                  <a:lnTo>
                    <a:pt x="5224" y="700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3800" y="0"/>
                  </a:moveTo>
                  <a:lnTo>
                    <a:pt x="3800" y="124"/>
                  </a:lnTo>
                  <a:lnTo>
                    <a:pt x="3924" y="124"/>
                  </a:lnTo>
                  <a:lnTo>
                    <a:pt x="3924" y="0"/>
                  </a:lnTo>
                  <a:close/>
                  <a:moveTo>
                    <a:pt x="100" y="0"/>
                  </a:moveTo>
                  <a:lnTo>
                    <a:pt x="100" y="124"/>
                  </a:lnTo>
                  <a:lnTo>
                    <a:pt x="224" y="1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A2B5B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7" name="Result reward illustration color 23"/>
            <p:cNvSpPr/>
            <p:nvPr/>
          </p:nvSpPr>
          <p:spPr>
            <a:xfrm>
              <a:off x="12997099" y="7766731"/>
              <a:ext cx="331379" cy="331379"/>
            </a:xfrm>
            <a:custGeom>
              <a:avLst/>
              <a:gdLst/>
              <a:ahLst/>
              <a:cxnLst/>
              <a:rect l="l" t="t" r="r" b="b"/>
              <a:pathLst>
                <a:path w="3624" h="3624">
                  <a:moveTo>
                    <a:pt x="2100" y="3500"/>
                  </a:moveTo>
                  <a:lnTo>
                    <a:pt x="2100" y="3624"/>
                  </a:lnTo>
                  <a:lnTo>
                    <a:pt x="2224" y="3624"/>
                  </a:lnTo>
                  <a:lnTo>
                    <a:pt x="2224" y="3500"/>
                  </a:lnTo>
                  <a:close/>
                  <a:moveTo>
                    <a:pt x="1100" y="3400"/>
                  </a:moveTo>
                  <a:lnTo>
                    <a:pt x="1100" y="3524"/>
                  </a:lnTo>
                  <a:lnTo>
                    <a:pt x="1224" y="3524"/>
                  </a:lnTo>
                  <a:lnTo>
                    <a:pt x="1224" y="3400"/>
                  </a:lnTo>
                  <a:close/>
                  <a:moveTo>
                    <a:pt x="900" y="3300"/>
                  </a:moveTo>
                  <a:lnTo>
                    <a:pt x="900" y="3424"/>
                  </a:lnTo>
                  <a:lnTo>
                    <a:pt x="1024" y="3424"/>
                  </a:lnTo>
                  <a:lnTo>
                    <a:pt x="1024" y="3300"/>
                  </a:lnTo>
                  <a:close/>
                  <a:moveTo>
                    <a:pt x="2800" y="3200"/>
                  </a:moveTo>
                  <a:lnTo>
                    <a:pt x="2800" y="3324"/>
                  </a:lnTo>
                  <a:lnTo>
                    <a:pt x="2924" y="3324"/>
                  </a:lnTo>
                  <a:lnTo>
                    <a:pt x="2924" y="3200"/>
                  </a:lnTo>
                  <a:close/>
                  <a:moveTo>
                    <a:pt x="500" y="3000"/>
                  </a:moveTo>
                  <a:lnTo>
                    <a:pt x="500" y="3124"/>
                  </a:lnTo>
                  <a:lnTo>
                    <a:pt x="624" y="3124"/>
                  </a:lnTo>
                  <a:lnTo>
                    <a:pt x="624" y="3000"/>
                  </a:lnTo>
                  <a:close/>
                  <a:moveTo>
                    <a:pt x="900" y="2900"/>
                  </a:moveTo>
                  <a:lnTo>
                    <a:pt x="900" y="3024"/>
                  </a:lnTo>
                  <a:lnTo>
                    <a:pt x="1024" y="3024"/>
                  </a:lnTo>
                  <a:lnTo>
                    <a:pt x="1024" y="2900"/>
                  </a:lnTo>
                  <a:close/>
                  <a:moveTo>
                    <a:pt x="600" y="2600"/>
                  </a:moveTo>
                  <a:lnTo>
                    <a:pt x="600" y="2724"/>
                  </a:lnTo>
                  <a:lnTo>
                    <a:pt x="724" y="2724"/>
                  </a:lnTo>
                  <a:lnTo>
                    <a:pt x="724" y="2600"/>
                  </a:lnTo>
                  <a:close/>
                  <a:moveTo>
                    <a:pt x="3400" y="2500"/>
                  </a:moveTo>
                  <a:lnTo>
                    <a:pt x="3400" y="2624"/>
                  </a:lnTo>
                  <a:lnTo>
                    <a:pt x="3524" y="2624"/>
                  </a:lnTo>
                  <a:lnTo>
                    <a:pt x="3524" y="2500"/>
                  </a:lnTo>
                  <a:close/>
                  <a:moveTo>
                    <a:pt x="3000" y="2500"/>
                  </a:moveTo>
                  <a:lnTo>
                    <a:pt x="3000" y="2624"/>
                  </a:lnTo>
                  <a:lnTo>
                    <a:pt x="3124" y="2624"/>
                  </a:lnTo>
                  <a:lnTo>
                    <a:pt x="3124" y="2500"/>
                  </a:lnTo>
                  <a:close/>
                  <a:moveTo>
                    <a:pt x="3100" y="2300"/>
                  </a:moveTo>
                  <a:lnTo>
                    <a:pt x="3100" y="2424"/>
                  </a:lnTo>
                  <a:lnTo>
                    <a:pt x="3224" y="2424"/>
                  </a:lnTo>
                  <a:lnTo>
                    <a:pt x="3224" y="2300"/>
                  </a:lnTo>
                  <a:close/>
                  <a:moveTo>
                    <a:pt x="3200" y="2000"/>
                  </a:moveTo>
                  <a:lnTo>
                    <a:pt x="3200" y="2124"/>
                  </a:lnTo>
                  <a:lnTo>
                    <a:pt x="3324" y="2124"/>
                  </a:lnTo>
                  <a:lnTo>
                    <a:pt x="3324" y="2000"/>
                  </a:lnTo>
                  <a:close/>
                  <a:moveTo>
                    <a:pt x="0" y="1600"/>
                  </a:moveTo>
                  <a:lnTo>
                    <a:pt x="0" y="2024"/>
                  </a:lnTo>
                  <a:lnTo>
                    <a:pt x="124" y="2024"/>
                  </a:lnTo>
                  <a:lnTo>
                    <a:pt x="124" y="1600"/>
                  </a:lnTo>
                  <a:close/>
                  <a:moveTo>
                    <a:pt x="3500" y="1200"/>
                  </a:moveTo>
                  <a:lnTo>
                    <a:pt x="3500" y="1324"/>
                  </a:lnTo>
                  <a:lnTo>
                    <a:pt x="3624" y="1324"/>
                  </a:lnTo>
                  <a:lnTo>
                    <a:pt x="3624" y="1200"/>
                  </a:lnTo>
                  <a:close/>
                  <a:moveTo>
                    <a:pt x="1100" y="500"/>
                  </a:moveTo>
                  <a:lnTo>
                    <a:pt x="1100" y="624"/>
                  </a:lnTo>
                  <a:lnTo>
                    <a:pt x="1224" y="624"/>
                  </a:lnTo>
                  <a:lnTo>
                    <a:pt x="1224" y="500"/>
                  </a:lnTo>
                  <a:close/>
                  <a:moveTo>
                    <a:pt x="1300" y="400"/>
                  </a:moveTo>
                  <a:lnTo>
                    <a:pt x="1300" y="524"/>
                  </a:lnTo>
                  <a:lnTo>
                    <a:pt x="1424" y="524"/>
                  </a:lnTo>
                  <a:lnTo>
                    <a:pt x="1424" y="400"/>
                  </a:lnTo>
                  <a:close/>
                  <a:moveTo>
                    <a:pt x="2400" y="100"/>
                  </a:moveTo>
                  <a:lnTo>
                    <a:pt x="2400" y="224"/>
                  </a:lnTo>
                  <a:lnTo>
                    <a:pt x="2524" y="224"/>
                  </a:lnTo>
                  <a:lnTo>
                    <a:pt x="2524" y="100"/>
                  </a:lnTo>
                  <a:close/>
                  <a:moveTo>
                    <a:pt x="2000" y="0"/>
                  </a:moveTo>
                  <a:lnTo>
                    <a:pt x="2000" y="124"/>
                  </a:lnTo>
                  <a:lnTo>
                    <a:pt x="2124" y="124"/>
                  </a:lnTo>
                  <a:lnTo>
                    <a:pt x="2124" y="0"/>
                  </a:lnTo>
                  <a:close/>
                  <a:moveTo>
                    <a:pt x="1600" y="0"/>
                  </a:moveTo>
                  <a:lnTo>
                    <a:pt x="16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6F664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8" name="Efficiency reward illustration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839" name="Efficiency reward illustration color 0"/>
            <p:cNvSpPr/>
            <p:nvPr/>
          </p:nvSpPr>
          <p:spPr>
            <a:xfrm>
              <a:off x="13874923" y="7528987"/>
              <a:ext cx="367955" cy="605699"/>
            </a:xfrm>
            <a:custGeom>
              <a:avLst/>
              <a:gdLst/>
              <a:ahLst/>
              <a:cxnLst/>
              <a:rect l="l" t="t" r="r" b="b"/>
              <a:pathLst>
                <a:path w="4024" h="6624">
                  <a:moveTo>
                    <a:pt x="2724" y="6300"/>
                  </a:moveTo>
                  <a:lnTo>
                    <a:pt x="2600" y="6300"/>
                  </a:lnTo>
                  <a:lnTo>
                    <a:pt x="2574" y="6400"/>
                  </a:lnTo>
                  <a:lnTo>
                    <a:pt x="1700" y="6400"/>
                  </a:lnTo>
                  <a:lnTo>
                    <a:pt x="1700" y="6624"/>
                  </a:lnTo>
                  <a:lnTo>
                    <a:pt x="1824" y="6624"/>
                  </a:lnTo>
                  <a:lnTo>
                    <a:pt x="1850" y="6524"/>
                  </a:lnTo>
                  <a:lnTo>
                    <a:pt x="1900" y="6550"/>
                  </a:lnTo>
                  <a:lnTo>
                    <a:pt x="1900" y="6624"/>
                  </a:lnTo>
                  <a:lnTo>
                    <a:pt x="2324" y="6624"/>
                  </a:lnTo>
                  <a:lnTo>
                    <a:pt x="2350" y="6524"/>
                  </a:lnTo>
                  <a:lnTo>
                    <a:pt x="2724" y="6524"/>
                  </a:lnTo>
                  <a:close/>
                  <a:moveTo>
                    <a:pt x="1400" y="6300"/>
                  </a:moveTo>
                  <a:lnTo>
                    <a:pt x="1400" y="6524"/>
                  </a:lnTo>
                  <a:lnTo>
                    <a:pt x="1624" y="6524"/>
                  </a:lnTo>
                  <a:lnTo>
                    <a:pt x="1624" y="6400"/>
                  </a:lnTo>
                  <a:lnTo>
                    <a:pt x="1550" y="6400"/>
                  </a:lnTo>
                  <a:lnTo>
                    <a:pt x="1524" y="6300"/>
                  </a:lnTo>
                  <a:close/>
                  <a:moveTo>
                    <a:pt x="3324" y="6000"/>
                  </a:moveTo>
                  <a:lnTo>
                    <a:pt x="3200" y="6000"/>
                  </a:lnTo>
                  <a:lnTo>
                    <a:pt x="3200" y="6074"/>
                  </a:lnTo>
                  <a:lnTo>
                    <a:pt x="3100" y="6100"/>
                  </a:lnTo>
                  <a:lnTo>
                    <a:pt x="3074" y="6200"/>
                  </a:lnTo>
                  <a:lnTo>
                    <a:pt x="2800" y="6200"/>
                  </a:lnTo>
                  <a:lnTo>
                    <a:pt x="2800" y="6424"/>
                  </a:lnTo>
                  <a:lnTo>
                    <a:pt x="2924" y="6424"/>
                  </a:lnTo>
                  <a:lnTo>
                    <a:pt x="2950" y="6324"/>
                  </a:lnTo>
                  <a:lnTo>
                    <a:pt x="3124" y="6324"/>
                  </a:lnTo>
                  <a:lnTo>
                    <a:pt x="3124" y="6250"/>
                  </a:lnTo>
                  <a:lnTo>
                    <a:pt x="3224" y="6224"/>
                  </a:lnTo>
                  <a:lnTo>
                    <a:pt x="3250" y="6124"/>
                  </a:lnTo>
                  <a:lnTo>
                    <a:pt x="3324" y="6124"/>
                  </a:lnTo>
                  <a:close/>
                  <a:moveTo>
                    <a:pt x="500" y="5800"/>
                  </a:moveTo>
                  <a:lnTo>
                    <a:pt x="500" y="5924"/>
                  </a:lnTo>
                  <a:lnTo>
                    <a:pt x="574" y="5924"/>
                  </a:lnTo>
                  <a:lnTo>
                    <a:pt x="600" y="6024"/>
                  </a:lnTo>
                  <a:lnTo>
                    <a:pt x="674" y="6024"/>
                  </a:lnTo>
                  <a:lnTo>
                    <a:pt x="700" y="6124"/>
                  </a:lnTo>
                  <a:lnTo>
                    <a:pt x="774" y="6124"/>
                  </a:lnTo>
                  <a:lnTo>
                    <a:pt x="800" y="6224"/>
                  </a:lnTo>
                  <a:lnTo>
                    <a:pt x="900" y="6250"/>
                  </a:lnTo>
                  <a:lnTo>
                    <a:pt x="900" y="6324"/>
                  </a:lnTo>
                  <a:lnTo>
                    <a:pt x="1074" y="6324"/>
                  </a:lnTo>
                  <a:lnTo>
                    <a:pt x="1100" y="6424"/>
                  </a:lnTo>
                  <a:lnTo>
                    <a:pt x="1324" y="6424"/>
                  </a:lnTo>
                  <a:lnTo>
                    <a:pt x="1324" y="6300"/>
                  </a:lnTo>
                  <a:lnTo>
                    <a:pt x="1150" y="6300"/>
                  </a:lnTo>
                  <a:lnTo>
                    <a:pt x="1124" y="6200"/>
                  </a:lnTo>
                  <a:lnTo>
                    <a:pt x="950" y="6200"/>
                  </a:lnTo>
                  <a:lnTo>
                    <a:pt x="924" y="6174"/>
                  </a:lnTo>
                  <a:lnTo>
                    <a:pt x="924" y="6000"/>
                  </a:lnTo>
                  <a:lnTo>
                    <a:pt x="750" y="6000"/>
                  </a:lnTo>
                  <a:lnTo>
                    <a:pt x="724" y="5900"/>
                  </a:lnTo>
                  <a:lnTo>
                    <a:pt x="624" y="5874"/>
                  </a:lnTo>
                  <a:lnTo>
                    <a:pt x="624" y="5800"/>
                  </a:lnTo>
                  <a:close/>
                  <a:moveTo>
                    <a:pt x="3624" y="5500"/>
                  </a:moveTo>
                  <a:lnTo>
                    <a:pt x="3500" y="5500"/>
                  </a:lnTo>
                  <a:lnTo>
                    <a:pt x="3500" y="5674"/>
                  </a:lnTo>
                  <a:lnTo>
                    <a:pt x="3400" y="5700"/>
                  </a:lnTo>
                  <a:lnTo>
                    <a:pt x="3374" y="5800"/>
                  </a:lnTo>
                  <a:lnTo>
                    <a:pt x="3300" y="5800"/>
                  </a:lnTo>
                  <a:lnTo>
                    <a:pt x="3300" y="5924"/>
                  </a:lnTo>
                  <a:lnTo>
                    <a:pt x="3424" y="5924"/>
                  </a:lnTo>
                  <a:lnTo>
                    <a:pt x="3424" y="5850"/>
                  </a:lnTo>
                  <a:lnTo>
                    <a:pt x="3524" y="5824"/>
                  </a:lnTo>
                  <a:lnTo>
                    <a:pt x="3550" y="5724"/>
                  </a:lnTo>
                  <a:lnTo>
                    <a:pt x="3624" y="5724"/>
                  </a:lnTo>
                  <a:close/>
                  <a:moveTo>
                    <a:pt x="900" y="5500"/>
                  </a:moveTo>
                  <a:lnTo>
                    <a:pt x="900" y="5624"/>
                  </a:lnTo>
                  <a:lnTo>
                    <a:pt x="1024" y="5624"/>
                  </a:lnTo>
                  <a:lnTo>
                    <a:pt x="1024" y="5500"/>
                  </a:lnTo>
                  <a:close/>
                  <a:moveTo>
                    <a:pt x="1824" y="5300"/>
                  </a:moveTo>
                  <a:lnTo>
                    <a:pt x="1700" y="5300"/>
                  </a:lnTo>
                  <a:lnTo>
                    <a:pt x="1700" y="5374"/>
                  </a:lnTo>
                  <a:lnTo>
                    <a:pt x="1600" y="5400"/>
                  </a:lnTo>
                  <a:lnTo>
                    <a:pt x="1574" y="5500"/>
                  </a:lnTo>
                  <a:lnTo>
                    <a:pt x="1500" y="5500"/>
                  </a:lnTo>
                  <a:lnTo>
                    <a:pt x="1500" y="5724"/>
                  </a:lnTo>
                  <a:lnTo>
                    <a:pt x="1724" y="5724"/>
                  </a:lnTo>
                  <a:lnTo>
                    <a:pt x="1724" y="5600"/>
                  </a:lnTo>
                  <a:lnTo>
                    <a:pt x="1650" y="5600"/>
                  </a:lnTo>
                  <a:lnTo>
                    <a:pt x="1624" y="5550"/>
                  </a:lnTo>
                  <a:lnTo>
                    <a:pt x="1724" y="5524"/>
                  </a:lnTo>
                  <a:lnTo>
                    <a:pt x="1750" y="5424"/>
                  </a:lnTo>
                  <a:lnTo>
                    <a:pt x="1824" y="5424"/>
                  </a:lnTo>
                  <a:close/>
                  <a:moveTo>
                    <a:pt x="3824" y="5100"/>
                  </a:moveTo>
                  <a:lnTo>
                    <a:pt x="3700" y="5100"/>
                  </a:lnTo>
                  <a:lnTo>
                    <a:pt x="3700" y="5274"/>
                  </a:lnTo>
                  <a:lnTo>
                    <a:pt x="3600" y="5300"/>
                  </a:lnTo>
                  <a:lnTo>
                    <a:pt x="3600" y="5424"/>
                  </a:lnTo>
                  <a:lnTo>
                    <a:pt x="3724" y="5424"/>
                  </a:lnTo>
                  <a:lnTo>
                    <a:pt x="3724" y="5350"/>
                  </a:lnTo>
                  <a:lnTo>
                    <a:pt x="3824" y="5324"/>
                  </a:lnTo>
                  <a:close/>
                  <a:moveTo>
                    <a:pt x="200" y="5100"/>
                  </a:moveTo>
                  <a:lnTo>
                    <a:pt x="200" y="5324"/>
                  </a:lnTo>
                  <a:lnTo>
                    <a:pt x="300" y="5350"/>
                  </a:lnTo>
                  <a:lnTo>
                    <a:pt x="300" y="5524"/>
                  </a:lnTo>
                  <a:lnTo>
                    <a:pt x="400" y="5550"/>
                  </a:lnTo>
                  <a:lnTo>
                    <a:pt x="400" y="5724"/>
                  </a:lnTo>
                  <a:lnTo>
                    <a:pt x="524" y="5724"/>
                  </a:lnTo>
                  <a:lnTo>
                    <a:pt x="524" y="5500"/>
                  </a:lnTo>
                  <a:lnTo>
                    <a:pt x="424" y="5474"/>
                  </a:lnTo>
                  <a:lnTo>
                    <a:pt x="424" y="5200"/>
                  </a:lnTo>
                  <a:lnTo>
                    <a:pt x="350" y="5200"/>
                  </a:lnTo>
                  <a:lnTo>
                    <a:pt x="324" y="5100"/>
                  </a:lnTo>
                  <a:close/>
                  <a:moveTo>
                    <a:pt x="2900" y="4900"/>
                  </a:moveTo>
                  <a:lnTo>
                    <a:pt x="2900" y="5024"/>
                  </a:lnTo>
                  <a:lnTo>
                    <a:pt x="2974" y="5024"/>
                  </a:lnTo>
                  <a:lnTo>
                    <a:pt x="3000" y="5124"/>
                  </a:lnTo>
                  <a:lnTo>
                    <a:pt x="3124" y="5124"/>
                  </a:lnTo>
                  <a:lnTo>
                    <a:pt x="3124" y="5050"/>
                  </a:lnTo>
                  <a:lnTo>
                    <a:pt x="3224" y="5024"/>
                  </a:lnTo>
                  <a:lnTo>
                    <a:pt x="3224" y="4900"/>
                  </a:lnTo>
                  <a:close/>
                  <a:moveTo>
                    <a:pt x="2224" y="4800"/>
                  </a:moveTo>
                  <a:lnTo>
                    <a:pt x="2100" y="4800"/>
                  </a:lnTo>
                  <a:lnTo>
                    <a:pt x="2100" y="4874"/>
                  </a:lnTo>
                  <a:lnTo>
                    <a:pt x="2000" y="4900"/>
                  </a:lnTo>
                  <a:lnTo>
                    <a:pt x="1974" y="5000"/>
                  </a:lnTo>
                  <a:lnTo>
                    <a:pt x="1900" y="5000"/>
                  </a:lnTo>
                  <a:lnTo>
                    <a:pt x="1900" y="5124"/>
                  </a:lnTo>
                  <a:lnTo>
                    <a:pt x="2024" y="5124"/>
                  </a:lnTo>
                  <a:lnTo>
                    <a:pt x="2024" y="5050"/>
                  </a:lnTo>
                  <a:lnTo>
                    <a:pt x="2124" y="5024"/>
                  </a:lnTo>
                  <a:lnTo>
                    <a:pt x="2150" y="4924"/>
                  </a:lnTo>
                  <a:lnTo>
                    <a:pt x="2224" y="4924"/>
                  </a:lnTo>
                  <a:close/>
                  <a:moveTo>
                    <a:pt x="2700" y="4600"/>
                  </a:moveTo>
                  <a:lnTo>
                    <a:pt x="2700" y="4724"/>
                  </a:lnTo>
                  <a:lnTo>
                    <a:pt x="2824" y="4724"/>
                  </a:lnTo>
                  <a:lnTo>
                    <a:pt x="2824" y="4600"/>
                  </a:lnTo>
                  <a:close/>
                  <a:moveTo>
                    <a:pt x="1600" y="4600"/>
                  </a:moveTo>
                  <a:lnTo>
                    <a:pt x="1600" y="4724"/>
                  </a:lnTo>
                  <a:lnTo>
                    <a:pt x="1724" y="4724"/>
                  </a:lnTo>
                  <a:lnTo>
                    <a:pt x="1724" y="4600"/>
                  </a:lnTo>
                  <a:close/>
                  <a:moveTo>
                    <a:pt x="3800" y="4300"/>
                  </a:moveTo>
                  <a:lnTo>
                    <a:pt x="3800" y="4724"/>
                  </a:lnTo>
                  <a:lnTo>
                    <a:pt x="3924" y="4724"/>
                  </a:lnTo>
                  <a:lnTo>
                    <a:pt x="3924" y="4300"/>
                  </a:lnTo>
                  <a:close/>
                  <a:moveTo>
                    <a:pt x="1300" y="4200"/>
                  </a:moveTo>
                  <a:lnTo>
                    <a:pt x="1300" y="4424"/>
                  </a:lnTo>
                  <a:lnTo>
                    <a:pt x="1424" y="4424"/>
                  </a:lnTo>
                  <a:lnTo>
                    <a:pt x="1424" y="4200"/>
                  </a:lnTo>
                  <a:close/>
                  <a:moveTo>
                    <a:pt x="3100" y="4100"/>
                  </a:moveTo>
                  <a:lnTo>
                    <a:pt x="3100" y="4424"/>
                  </a:lnTo>
                  <a:lnTo>
                    <a:pt x="3224" y="4424"/>
                  </a:lnTo>
                  <a:lnTo>
                    <a:pt x="3224" y="4100"/>
                  </a:lnTo>
                  <a:close/>
                  <a:moveTo>
                    <a:pt x="1500" y="3900"/>
                  </a:moveTo>
                  <a:lnTo>
                    <a:pt x="1500" y="4024"/>
                  </a:lnTo>
                  <a:lnTo>
                    <a:pt x="1624" y="4024"/>
                  </a:lnTo>
                  <a:lnTo>
                    <a:pt x="1624" y="3900"/>
                  </a:lnTo>
                  <a:close/>
                  <a:moveTo>
                    <a:pt x="3000" y="3500"/>
                  </a:moveTo>
                  <a:lnTo>
                    <a:pt x="3000" y="3624"/>
                  </a:lnTo>
                  <a:lnTo>
                    <a:pt x="3124" y="3624"/>
                  </a:lnTo>
                  <a:lnTo>
                    <a:pt x="3124" y="3500"/>
                  </a:lnTo>
                  <a:close/>
                  <a:moveTo>
                    <a:pt x="900" y="3500"/>
                  </a:moveTo>
                  <a:lnTo>
                    <a:pt x="900" y="3724"/>
                  </a:lnTo>
                  <a:lnTo>
                    <a:pt x="1024" y="3724"/>
                  </a:lnTo>
                  <a:lnTo>
                    <a:pt x="1024" y="3650"/>
                  </a:lnTo>
                  <a:lnTo>
                    <a:pt x="1124" y="3624"/>
                  </a:lnTo>
                  <a:lnTo>
                    <a:pt x="1124" y="3500"/>
                  </a:lnTo>
                  <a:close/>
                  <a:moveTo>
                    <a:pt x="2300" y="3000"/>
                  </a:moveTo>
                  <a:lnTo>
                    <a:pt x="2300" y="3124"/>
                  </a:lnTo>
                  <a:lnTo>
                    <a:pt x="2424" y="3124"/>
                  </a:lnTo>
                  <a:lnTo>
                    <a:pt x="2424" y="3000"/>
                  </a:lnTo>
                  <a:close/>
                  <a:moveTo>
                    <a:pt x="900" y="2800"/>
                  </a:moveTo>
                  <a:lnTo>
                    <a:pt x="900" y="3024"/>
                  </a:lnTo>
                  <a:lnTo>
                    <a:pt x="1024" y="3024"/>
                  </a:lnTo>
                  <a:lnTo>
                    <a:pt x="1024" y="2800"/>
                  </a:lnTo>
                  <a:close/>
                  <a:moveTo>
                    <a:pt x="900" y="2600"/>
                  </a:moveTo>
                  <a:lnTo>
                    <a:pt x="900" y="2724"/>
                  </a:lnTo>
                  <a:lnTo>
                    <a:pt x="1024" y="2724"/>
                  </a:lnTo>
                  <a:lnTo>
                    <a:pt x="1024" y="2600"/>
                  </a:lnTo>
                  <a:close/>
                  <a:moveTo>
                    <a:pt x="1924" y="2400"/>
                  </a:moveTo>
                  <a:lnTo>
                    <a:pt x="1800" y="2400"/>
                  </a:lnTo>
                  <a:lnTo>
                    <a:pt x="1800" y="2574"/>
                  </a:lnTo>
                  <a:lnTo>
                    <a:pt x="1700" y="2600"/>
                  </a:lnTo>
                  <a:lnTo>
                    <a:pt x="1700" y="2674"/>
                  </a:lnTo>
                  <a:lnTo>
                    <a:pt x="1600" y="2700"/>
                  </a:lnTo>
                  <a:lnTo>
                    <a:pt x="1574" y="2800"/>
                  </a:lnTo>
                  <a:lnTo>
                    <a:pt x="1500" y="2800"/>
                  </a:lnTo>
                  <a:lnTo>
                    <a:pt x="1500" y="2924"/>
                  </a:lnTo>
                  <a:lnTo>
                    <a:pt x="1624" y="2924"/>
                  </a:lnTo>
                  <a:lnTo>
                    <a:pt x="1624" y="2850"/>
                  </a:lnTo>
                  <a:lnTo>
                    <a:pt x="1724" y="2824"/>
                  </a:lnTo>
                  <a:lnTo>
                    <a:pt x="1724" y="2750"/>
                  </a:lnTo>
                  <a:lnTo>
                    <a:pt x="1824" y="2724"/>
                  </a:lnTo>
                  <a:lnTo>
                    <a:pt x="1850" y="2624"/>
                  </a:lnTo>
                  <a:lnTo>
                    <a:pt x="1924" y="2624"/>
                  </a:lnTo>
                  <a:close/>
                  <a:moveTo>
                    <a:pt x="100" y="2300"/>
                  </a:moveTo>
                  <a:lnTo>
                    <a:pt x="100" y="2574"/>
                  </a:lnTo>
                  <a:lnTo>
                    <a:pt x="0" y="2600"/>
                  </a:lnTo>
                  <a:lnTo>
                    <a:pt x="0" y="4324"/>
                  </a:lnTo>
                  <a:lnTo>
                    <a:pt x="100" y="4350"/>
                  </a:lnTo>
                  <a:lnTo>
                    <a:pt x="100" y="4724"/>
                  </a:lnTo>
                  <a:lnTo>
                    <a:pt x="224" y="4724"/>
                  </a:lnTo>
                  <a:lnTo>
                    <a:pt x="224" y="4100"/>
                  </a:lnTo>
                  <a:lnTo>
                    <a:pt x="124" y="4074"/>
                  </a:lnTo>
                  <a:lnTo>
                    <a:pt x="124" y="2850"/>
                  </a:lnTo>
                  <a:lnTo>
                    <a:pt x="224" y="2824"/>
                  </a:lnTo>
                  <a:lnTo>
                    <a:pt x="224" y="2300"/>
                  </a:lnTo>
                  <a:close/>
                  <a:moveTo>
                    <a:pt x="2900" y="2200"/>
                  </a:moveTo>
                  <a:lnTo>
                    <a:pt x="2900" y="2324"/>
                  </a:lnTo>
                  <a:lnTo>
                    <a:pt x="3074" y="2324"/>
                  </a:lnTo>
                  <a:lnTo>
                    <a:pt x="3100" y="2350"/>
                  </a:lnTo>
                  <a:lnTo>
                    <a:pt x="3100" y="2824"/>
                  </a:lnTo>
                  <a:lnTo>
                    <a:pt x="3224" y="2824"/>
                  </a:lnTo>
                  <a:lnTo>
                    <a:pt x="3224" y="2300"/>
                  </a:lnTo>
                  <a:lnTo>
                    <a:pt x="3150" y="2300"/>
                  </a:lnTo>
                  <a:lnTo>
                    <a:pt x="3124" y="2200"/>
                  </a:lnTo>
                  <a:close/>
                  <a:moveTo>
                    <a:pt x="3100" y="2000"/>
                  </a:moveTo>
                  <a:lnTo>
                    <a:pt x="3100" y="2124"/>
                  </a:lnTo>
                  <a:lnTo>
                    <a:pt x="3224" y="2124"/>
                  </a:lnTo>
                  <a:lnTo>
                    <a:pt x="3224" y="2000"/>
                  </a:lnTo>
                  <a:close/>
                  <a:moveTo>
                    <a:pt x="2424" y="1900"/>
                  </a:moveTo>
                  <a:lnTo>
                    <a:pt x="2300" y="1900"/>
                  </a:lnTo>
                  <a:lnTo>
                    <a:pt x="2300" y="1974"/>
                  </a:lnTo>
                  <a:lnTo>
                    <a:pt x="2200" y="2000"/>
                  </a:lnTo>
                  <a:lnTo>
                    <a:pt x="2200" y="2074"/>
                  </a:lnTo>
                  <a:lnTo>
                    <a:pt x="2100" y="2100"/>
                  </a:lnTo>
                  <a:lnTo>
                    <a:pt x="2074" y="2200"/>
                  </a:lnTo>
                  <a:lnTo>
                    <a:pt x="2000" y="2200"/>
                  </a:lnTo>
                  <a:lnTo>
                    <a:pt x="2000" y="2324"/>
                  </a:lnTo>
                  <a:lnTo>
                    <a:pt x="2124" y="2324"/>
                  </a:lnTo>
                  <a:lnTo>
                    <a:pt x="2124" y="2250"/>
                  </a:lnTo>
                  <a:lnTo>
                    <a:pt x="2224" y="2224"/>
                  </a:lnTo>
                  <a:lnTo>
                    <a:pt x="2224" y="2150"/>
                  </a:lnTo>
                  <a:lnTo>
                    <a:pt x="2324" y="2124"/>
                  </a:lnTo>
                  <a:lnTo>
                    <a:pt x="2350" y="2024"/>
                  </a:lnTo>
                  <a:lnTo>
                    <a:pt x="2424" y="2024"/>
                  </a:lnTo>
                  <a:close/>
                  <a:moveTo>
                    <a:pt x="900" y="1900"/>
                  </a:moveTo>
                  <a:lnTo>
                    <a:pt x="900" y="2024"/>
                  </a:lnTo>
                  <a:lnTo>
                    <a:pt x="1024" y="2024"/>
                  </a:lnTo>
                  <a:lnTo>
                    <a:pt x="1024" y="1900"/>
                  </a:lnTo>
                  <a:close/>
                  <a:moveTo>
                    <a:pt x="3800" y="1800"/>
                  </a:moveTo>
                  <a:lnTo>
                    <a:pt x="3800" y="2124"/>
                  </a:lnTo>
                  <a:lnTo>
                    <a:pt x="3900" y="2150"/>
                  </a:lnTo>
                  <a:lnTo>
                    <a:pt x="3900" y="4224"/>
                  </a:lnTo>
                  <a:lnTo>
                    <a:pt x="4024" y="4224"/>
                  </a:lnTo>
                  <a:lnTo>
                    <a:pt x="4024" y="2100"/>
                  </a:lnTo>
                  <a:lnTo>
                    <a:pt x="3924" y="2074"/>
                  </a:lnTo>
                  <a:lnTo>
                    <a:pt x="3924" y="1800"/>
                  </a:lnTo>
                  <a:close/>
                  <a:moveTo>
                    <a:pt x="2600" y="1800"/>
                  </a:moveTo>
                  <a:lnTo>
                    <a:pt x="2600" y="1924"/>
                  </a:lnTo>
                  <a:lnTo>
                    <a:pt x="2674" y="1924"/>
                  </a:lnTo>
                  <a:lnTo>
                    <a:pt x="2700" y="2024"/>
                  </a:lnTo>
                  <a:lnTo>
                    <a:pt x="2800" y="2050"/>
                  </a:lnTo>
                  <a:lnTo>
                    <a:pt x="2800" y="2124"/>
                  </a:lnTo>
                  <a:lnTo>
                    <a:pt x="2924" y="2124"/>
                  </a:lnTo>
                  <a:lnTo>
                    <a:pt x="2924" y="2000"/>
                  </a:lnTo>
                  <a:lnTo>
                    <a:pt x="2850" y="2000"/>
                  </a:lnTo>
                  <a:lnTo>
                    <a:pt x="2824" y="1900"/>
                  </a:lnTo>
                  <a:lnTo>
                    <a:pt x="2724" y="1874"/>
                  </a:lnTo>
                  <a:lnTo>
                    <a:pt x="2724" y="1800"/>
                  </a:lnTo>
                  <a:close/>
                  <a:moveTo>
                    <a:pt x="1900" y="1800"/>
                  </a:moveTo>
                  <a:lnTo>
                    <a:pt x="1900" y="1924"/>
                  </a:lnTo>
                  <a:lnTo>
                    <a:pt x="2024" y="1924"/>
                  </a:lnTo>
                  <a:lnTo>
                    <a:pt x="2024" y="1800"/>
                  </a:lnTo>
                  <a:close/>
                  <a:moveTo>
                    <a:pt x="2400" y="1700"/>
                  </a:moveTo>
                  <a:lnTo>
                    <a:pt x="2400" y="1824"/>
                  </a:lnTo>
                  <a:lnTo>
                    <a:pt x="2524" y="1824"/>
                  </a:lnTo>
                  <a:lnTo>
                    <a:pt x="2524" y="1700"/>
                  </a:lnTo>
                  <a:close/>
                  <a:moveTo>
                    <a:pt x="1300" y="1500"/>
                  </a:moveTo>
                  <a:lnTo>
                    <a:pt x="1300" y="1624"/>
                  </a:lnTo>
                  <a:lnTo>
                    <a:pt x="1424" y="1624"/>
                  </a:lnTo>
                  <a:lnTo>
                    <a:pt x="1424" y="1500"/>
                  </a:lnTo>
                  <a:close/>
                  <a:moveTo>
                    <a:pt x="900" y="1400"/>
                  </a:moveTo>
                  <a:lnTo>
                    <a:pt x="900" y="1524"/>
                  </a:lnTo>
                  <a:lnTo>
                    <a:pt x="1024" y="1524"/>
                  </a:lnTo>
                  <a:lnTo>
                    <a:pt x="1024" y="1400"/>
                  </a:lnTo>
                  <a:close/>
                  <a:moveTo>
                    <a:pt x="1400" y="1300"/>
                  </a:moveTo>
                  <a:lnTo>
                    <a:pt x="1400" y="1424"/>
                  </a:lnTo>
                  <a:lnTo>
                    <a:pt x="1524" y="1424"/>
                  </a:lnTo>
                  <a:lnTo>
                    <a:pt x="1524" y="1300"/>
                  </a:lnTo>
                  <a:close/>
                  <a:moveTo>
                    <a:pt x="3600" y="1200"/>
                  </a:moveTo>
                  <a:lnTo>
                    <a:pt x="3600" y="1324"/>
                  </a:lnTo>
                  <a:lnTo>
                    <a:pt x="3700" y="1350"/>
                  </a:lnTo>
                  <a:lnTo>
                    <a:pt x="3700" y="1524"/>
                  </a:lnTo>
                  <a:lnTo>
                    <a:pt x="3774" y="1524"/>
                  </a:lnTo>
                  <a:lnTo>
                    <a:pt x="3800" y="1624"/>
                  </a:lnTo>
                  <a:lnTo>
                    <a:pt x="3924" y="1624"/>
                  </a:lnTo>
                  <a:lnTo>
                    <a:pt x="3924" y="1500"/>
                  </a:lnTo>
                  <a:lnTo>
                    <a:pt x="3824" y="1474"/>
                  </a:lnTo>
                  <a:lnTo>
                    <a:pt x="3824" y="1200"/>
                  </a:lnTo>
                  <a:close/>
                  <a:moveTo>
                    <a:pt x="900" y="1200"/>
                  </a:moveTo>
                  <a:lnTo>
                    <a:pt x="900" y="1324"/>
                  </a:lnTo>
                  <a:lnTo>
                    <a:pt x="1024" y="1324"/>
                  </a:lnTo>
                  <a:lnTo>
                    <a:pt x="1024" y="1200"/>
                  </a:lnTo>
                  <a:close/>
                  <a:moveTo>
                    <a:pt x="900" y="900"/>
                  </a:moveTo>
                  <a:lnTo>
                    <a:pt x="900" y="1124"/>
                  </a:lnTo>
                  <a:lnTo>
                    <a:pt x="1024" y="1124"/>
                  </a:lnTo>
                  <a:lnTo>
                    <a:pt x="1024" y="900"/>
                  </a:lnTo>
                  <a:close/>
                  <a:moveTo>
                    <a:pt x="2900" y="800"/>
                  </a:moveTo>
                  <a:lnTo>
                    <a:pt x="2900" y="924"/>
                  </a:lnTo>
                  <a:lnTo>
                    <a:pt x="3124" y="924"/>
                  </a:lnTo>
                  <a:lnTo>
                    <a:pt x="3124" y="800"/>
                  </a:lnTo>
                  <a:close/>
                  <a:moveTo>
                    <a:pt x="2400" y="800"/>
                  </a:moveTo>
                  <a:lnTo>
                    <a:pt x="2400" y="924"/>
                  </a:lnTo>
                  <a:lnTo>
                    <a:pt x="2524" y="924"/>
                  </a:lnTo>
                  <a:lnTo>
                    <a:pt x="2524" y="800"/>
                  </a:lnTo>
                  <a:close/>
                  <a:moveTo>
                    <a:pt x="624" y="800"/>
                  </a:moveTo>
                  <a:lnTo>
                    <a:pt x="500" y="800"/>
                  </a:lnTo>
                  <a:lnTo>
                    <a:pt x="500" y="974"/>
                  </a:lnTo>
                  <a:lnTo>
                    <a:pt x="400" y="1000"/>
                  </a:lnTo>
                  <a:lnTo>
                    <a:pt x="400" y="1174"/>
                  </a:lnTo>
                  <a:lnTo>
                    <a:pt x="300" y="1200"/>
                  </a:lnTo>
                  <a:lnTo>
                    <a:pt x="300" y="1374"/>
                  </a:lnTo>
                  <a:lnTo>
                    <a:pt x="200" y="1400"/>
                  </a:lnTo>
                  <a:lnTo>
                    <a:pt x="200" y="1824"/>
                  </a:lnTo>
                  <a:lnTo>
                    <a:pt x="324" y="1824"/>
                  </a:lnTo>
                  <a:lnTo>
                    <a:pt x="324" y="1550"/>
                  </a:lnTo>
                  <a:lnTo>
                    <a:pt x="424" y="1524"/>
                  </a:lnTo>
                  <a:lnTo>
                    <a:pt x="424" y="1250"/>
                  </a:lnTo>
                  <a:lnTo>
                    <a:pt x="524" y="1224"/>
                  </a:lnTo>
                  <a:lnTo>
                    <a:pt x="524" y="1050"/>
                  </a:lnTo>
                  <a:lnTo>
                    <a:pt x="624" y="1024"/>
                  </a:lnTo>
                  <a:close/>
                  <a:moveTo>
                    <a:pt x="700" y="600"/>
                  </a:moveTo>
                  <a:lnTo>
                    <a:pt x="700" y="724"/>
                  </a:lnTo>
                  <a:lnTo>
                    <a:pt x="824" y="724"/>
                  </a:lnTo>
                  <a:lnTo>
                    <a:pt x="824" y="600"/>
                  </a:lnTo>
                  <a:close/>
                  <a:moveTo>
                    <a:pt x="3200" y="500"/>
                  </a:moveTo>
                  <a:lnTo>
                    <a:pt x="3200" y="624"/>
                  </a:lnTo>
                  <a:lnTo>
                    <a:pt x="3274" y="624"/>
                  </a:lnTo>
                  <a:lnTo>
                    <a:pt x="3300" y="724"/>
                  </a:lnTo>
                  <a:lnTo>
                    <a:pt x="3374" y="724"/>
                  </a:lnTo>
                  <a:lnTo>
                    <a:pt x="3400" y="824"/>
                  </a:lnTo>
                  <a:lnTo>
                    <a:pt x="3500" y="850"/>
                  </a:lnTo>
                  <a:lnTo>
                    <a:pt x="3500" y="1024"/>
                  </a:lnTo>
                  <a:lnTo>
                    <a:pt x="3574" y="1024"/>
                  </a:lnTo>
                  <a:lnTo>
                    <a:pt x="3600" y="1124"/>
                  </a:lnTo>
                  <a:lnTo>
                    <a:pt x="3724" y="1124"/>
                  </a:lnTo>
                  <a:lnTo>
                    <a:pt x="3724" y="1000"/>
                  </a:lnTo>
                  <a:lnTo>
                    <a:pt x="3624" y="974"/>
                  </a:lnTo>
                  <a:lnTo>
                    <a:pt x="3624" y="800"/>
                  </a:lnTo>
                  <a:lnTo>
                    <a:pt x="3550" y="800"/>
                  </a:lnTo>
                  <a:lnTo>
                    <a:pt x="3524" y="700"/>
                  </a:lnTo>
                  <a:lnTo>
                    <a:pt x="3450" y="700"/>
                  </a:lnTo>
                  <a:lnTo>
                    <a:pt x="3424" y="600"/>
                  </a:lnTo>
                  <a:lnTo>
                    <a:pt x="3324" y="574"/>
                  </a:lnTo>
                  <a:lnTo>
                    <a:pt x="3324" y="500"/>
                  </a:lnTo>
                  <a:close/>
                  <a:moveTo>
                    <a:pt x="2600" y="100"/>
                  </a:moveTo>
                  <a:lnTo>
                    <a:pt x="2600" y="224"/>
                  </a:lnTo>
                  <a:lnTo>
                    <a:pt x="2674" y="224"/>
                  </a:lnTo>
                  <a:lnTo>
                    <a:pt x="2700" y="324"/>
                  </a:lnTo>
                  <a:lnTo>
                    <a:pt x="2974" y="324"/>
                  </a:lnTo>
                  <a:lnTo>
                    <a:pt x="3000" y="424"/>
                  </a:lnTo>
                  <a:lnTo>
                    <a:pt x="3124" y="424"/>
                  </a:lnTo>
                  <a:lnTo>
                    <a:pt x="3124" y="300"/>
                  </a:lnTo>
                  <a:lnTo>
                    <a:pt x="3050" y="300"/>
                  </a:lnTo>
                  <a:lnTo>
                    <a:pt x="3024" y="200"/>
                  </a:lnTo>
                  <a:lnTo>
                    <a:pt x="2750" y="200"/>
                  </a:lnTo>
                  <a:lnTo>
                    <a:pt x="2724" y="100"/>
                  </a:lnTo>
                  <a:close/>
                  <a:moveTo>
                    <a:pt x="1624" y="100"/>
                  </a:moveTo>
                  <a:lnTo>
                    <a:pt x="1500" y="100"/>
                  </a:lnTo>
                  <a:lnTo>
                    <a:pt x="1474" y="200"/>
                  </a:lnTo>
                  <a:lnTo>
                    <a:pt x="1100" y="200"/>
                  </a:lnTo>
                  <a:lnTo>
                    <a:pt x="1100" y="274"/>
                  </a:lnTo>
                  <a:lnTo>
                    <a:pt x="1000" y="300"/>
                  </a:lnTo>
                  <a:lnTo>
                    <a:pt x="974" y="400"/>
                  </a:lnTo>
                  <a:lnTo>
                    <a:pt x="900" y="400"/>
                  </a:lnTo>
                  <a:lnTo>
                    <a:pt x="900" y="524"/>
                  </a:lnTo>
                  <a:lnTo>
                    <a:pt x="1124" y="524"/>
                  </a:lnTo>
                  <a:lnTo>
                    <a:pt x="1150" y="424"/>
                  </a:lnTo>
                  <a:lnTo>
                    <a:pt x="1324" y="424"/>
                  </a:lnTo>
                  <a:lnTo>
                    <a:pt x="1350" y="324"/>
                  </a:lnTo>
                  <a:lnTo>
                    <a:pt x="1524" y="324"/>
                  </a:lnTo>
                  <a:lnTo>
                    <a:pt x="1524" y="250"/>
                  </a:lnTo>
                  <a:lnTo>
                    <a:pt x="1624" y="224"/>
                  </a:lnTo>
                  <a:close/>
                  <a:moveTo>
                    <a:pt x="1700" y="100"/>
                  </a:moveTo>
                  <a:lnTo>
                    <a:pt x="1700" y="224"/>
                  </a:lnTo>
                  <a:lnTo>
                    <a:pt x="1924" y="224"/>
                  </a:lnTo>
                  <a:lnTo>
                    <a:pt x="1950" y="124"/>
                  </a:lnTo>
                  <a:lnTo>
                    <a:pt x="2074" y="124"/>
                  </a:lnTo>
                  <a:lnTo>
                    <a:pt x="2100" y="224"/>
                  </a:lnTo>
                  <a:lnTo>
                    <a:pt x="2524" y="224"/>
                  </a:lnTo>
                  <a:lnTo>
                    <a:pt x="2524" y="100"/>
                  </a:lnTo>
                  <a:lnTo>
                    <a:pt x="2450" y="100"/>
                  </a:lnTo>
                  <a:lnTo>
                    <a:pt x="2424" y="0"/>
                  </a:lnTo>
                  <a:lnTo>
                    <a:pt x="1800" y="0"/>
                  </a:lnTo>
                  <a:lnTo>
                    <a:pt x="1800" y="74"/>
                  </a:lnTo>
                  <a:close/>
                </a:path>
              </a:pathLst>
            </a:custGeom>
            <a:solidFill>
              <a:srgbClr val="2B302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0" name="Efficiency reward illustration color 2"/>
            <p:cNvSpPr/>
            <p:nvPr/>
          </p:nvSpPr>
          <p:spPr>
            <a:xfrm>
              <a:off x="14012083" y="7657003"/>
              <a:ext cx="38771" cy="285659"/>
            </a:xfrm>
            <a:custGeom>
              <a:avLst/>
              <a:gdLst/>
              <a:ahLst/>
              <a:cxnLst/>
              <a:rect l="l" t="t" r="r" b="b"/>
              <a:pathLst>
                <a:path w="424" h="3124">
                  <a:moveTo>
                    <a:pt x="0" y="2700"/>
                  </a:moveTo>
                  <a:lnTo>
                    <a:pt x="0" y="3024"/>
                  </a:lnTo>
                  <a:lnTo>
                    <a:pt x="74" y="3024"/>
                  </a:lnTo>
                  <a:lnTo>
                    <a:pt x="100" y="3124"/>
                  </a:lnTo>
                  <a:lnTo>
                    <a:pt x="324" y="3124"/>
                  </a:lnTo>
                  <a:lnTo>
                    <a:pt x="324" y="3050"/>
                  </a:lnTo>
                  <a:lnTo>
                    <a:pt x="424" y="3024"/>
                  </a:lnTo>
                  <a:lnTo>
                    <a:pt x="424" y="2800"/>
                  </a:lnTo>
                  <a:lnTo>
                    <a:pt x="350" y="2800"/>
                  </a:lnTo>
                  <a:lnTo>
                    <a:pt x="324" y="2700"/>
                  </a:lnTo>
                  <a:close/>
                  <a:moveTo>
                    <a:pt x="0" y="0"/>
                  </a:moveTo>
                  <a:lnTo>
                    <a:pt x="0" y="324"/>
                  </a:lnTo>
                  <a:lnTo>
                    <a:pt x="74" y="324"/>
                  </a:lnTo>
                  <a:lnTo>
                    <a:pt x="100" y="424"/>
                  </a:lnTo>
                  <a:lnTo>
                    <a:pt x="324" y="424"/>
                  </a:lnTo>
                  <a:lnTo>
                    <a:pt x="324" y="350"/>
                  </a:lnTo>
                  <a:lnTo>
                    <a:pt x="424" y="324"/>
                  </a:lnTo>
                  <a:lnTo>
                    <a:pt x="424" y="100"/>
                  </a:lnTo>
                  <a:lnTo>
                    <a:pt x="350" y="100"/>
                  </a:lnTo>
                  <a:lnTo>
                    <a:pt x="324" y="0"/>
                  </a:lnTo>
                  <a:close/>
                </a:path>
              </a:pathLst>
            </a:custGeom>
            <a:solidFill>
              <a:srgbClr val="F8B22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1" name="Efficiency reward illustration color 3"/>
            <p:cNvSpPr/>
            <p:nvPr/>
          </p:nvSpPr>
          <p:spPr>
            <a:xfrm>
              <a:off x="13966363" y="7611283"/>
              <a:ext cx="194219" cy="422819"/>
            </a:xfrm>
            <a:custGeom>
              <a:avLst/>
              <a:gdLst/>
              <a:ahLst/>
              <a:cxnLst/>
              <a:rect l="l" t="t" r="r" b="b"/>
              <a:pathLst>
                <a:path w="2124" h="4624">
                  <a:moveTo>
                    <a:pt x="600" y="4300"/>
                  </a:moveTo>
                  <a:lnTo>
                    <a:pt x="600" y="4424"/>
                  </a:lnTo>
                  <a:lnTo>
                    <a:pt x="724" y="4424"/>
                  </a:lnTo>
                  <a:lnTo>
                    <a:pt x="724" y="4300"/>
                  </a:lnTo>
                  <a:close/>
                  <a:moveTo>
                    <a:pt x="600" y="3800"/>
                  </a:moveTo>
                  <a:lnTo>
                    <a:pt x="600" y="3924"/>
                  </a:lnTo>
                  <a:lnTo>
                    <a:pt x="824" y="3924"/>
                  </a:lnTo>
                  <a:lnTo>
                    <a:pt x="824" y="3800"/>
                  </a:lnTo>
                  <a:close/>
                  <a:moveTo>
                    <a:pt x="1324" y="3600"/>
                  </a:moveTo>
                  <a:lnTo>
                    <a:pt x="1200" y="3600"/>
                  </a:lnTo>
                  <a:lnTo>
                    <a:pt x="1200" y="3674"/>
                  </a:lnTo>
                  <a:lnTo>
                    <a:pt x="1100" y="3700"/>
                  </a:lnTo>
                  <a:lnTo>
                    <a:pt x="1074" y="3800"/>
                  </a:lnTo>
                  <a:lnTo>
                    <a:pt x="1000" y="3800"/>
                  </a:lnTo>
                  <a:lnTo>
                    <a:pt x="1000" y="3924"/>
                  </a:lnTo>
                  <a:lnTo>
                    <a:pt x="1124" y="3924"/>
                  </a:lnTo>
                  <a:lnTo>
                    <a:pt x="1124" y="3850"/>
                  </a:lnTo>
                  <a:lnTo>
                    <a:pt x="1224" y="3824"/>
                  </a:lnTo>
                  <a:lnTo>
                    <a:pt x="1250" y="3724"/>
                  </a:lnTo>
                  <a:lnTo>
                    <a:pt x="1324" y="3724"/>
                  </a:lnTo>
                  <a:close/>
                  <a:moveTo>
                    <a:pt x="1700" y="3500"/>
                  </a:moveTo>
                  <a:lnTo>
                    <a:pt x="1700" y="3624"/>
                  </a:lnTo>
                  <a:lnTo>
                    <a:pt x="1774" y="3624"/>
                  </a:lnTo>
                  <a:lnTo>
                    <a:pt x="1800" y="3724"/>
                  </a:lnTo>
                  <a:lnTo>
                    <a:pt x="1924" y="3724"/>
                  </a:lnTo>
                  <a:lnTo>
                    <a:pt x="1924" y="3600"/>
                  </a:lnTo>
                  <a:lnTo>
                    <a:pt x="1850" y="3600"/>
                  </a:lnTo>
                  <a:lnTo>
                    <a:pt x="1824" y="3500"/>
                  </a:lnTo>
                  <a:close/>
                  <a:moveTo>
                    <a:pt x="1100" y="3400"/>
                  </a:moveTo>
                  <a:lnTo>
                    <a:pt x="1100" y="3524"/>
                  </a:lnTo>
                  <a:lnTo>
                    <a:pt x="1224" y="3524"/>
                  </a:lnTo>
                  <a:lnTo>
                    <a:pt x="1224" y="3400"/>
                  </a:lnTo>
                  <a:close/>
                  <a:moveTo>
                    <a:pt x="1500" y="3300"/>
                  </a:moveTo>
                  <a:lnTo>
                    <a:pt x="1500" y="3424"/>
                  </a:lnTo>
                  <a:lnTo>
                    <a:pt x="1624" y="3424"/>
                  </a:lnTo>
                  <a:lnTo>
                    <a:pt x="1624" y="3300"/>
                  </a:lnTo>
                  <a:close/>
                  <a:moveTo>
                    <a:pt x="1100" y="3200"/>
                  </a:moveTo>
                  <a:lnTo>
                    <a:pt x="1100" y="3324"/>
                  </a:lnTo>
                  <a:lnTo>
                    <a:pt x="1224" y="3324"/>
                  </a:lnTo>
                  <a:lnTo>
                    <a:pt x="1224" y="3200"/>
                  </a:lnTo>
                  <a:close/>
                  <a:moveTo>
                    <a:pt x="200" y="3200"/>
                  </a:moveTo>
                  <a:lnTo>
                    <a:pt x="200" y="3524"/>
                  </a:lnTo>
                  <a:lnTo>
                    <a:pt x="324" y="3524"/>
                  </a:lnTo>
                  <a:lnTo>
                    <a:pt x="324" y="3200"/>
                  </a:lnTo>
                  <a:close/>
                  <a:moveTo>
                    <a:pt x="800" y="2900"/>
                  </a:moveTo>
                  <a:lnTo>
                    <a:pt x="800" y="3024"/>
                  </a:lnTo>
                  <a:lnTo>
                    <a:pt x="924" y="3024"/>
                  </a:lnTo>
                  <a:lnTo>
                    <a:pt x="924" y="2900"/>
                  </a:lnTo>
                  <a:close/>
                  <a:moveTo>
                    <a:pt x="500" y="2900"/>
                  </a:moveTo>
                  <a:lnTo>
                    <a:pt x="500" y="3024"/>
                  </a:lnTo>
                  <a:lnTo>
                    <a:pt x="624" y="3024"/>
                  </a:lnTo>
                  <a:lnTo>
                    <a:pt x="624" y="2900"/>
                  </a:lnTo>
                  <a:close/>
                  <a:moveTo>
                    <a:pt x="1200" y="2700"/>
                  </a:moveTo>
                  <a:lnTo>
                    <a:pt x="1200" y="2824"/>
                  </a:lnTo>
                  <a:lnTo>
                    <a:pt x="2024" y="2824"/>
                  </a:lnTo>
                  <a:lnTo>
                    <a:pt x="2024" y="2700"/>
                  </a:lnTo>
                  <a:close/>
                  <a:moveTo>
                    <a:pt x="1124" y="2700"/>
                  </a:moveTo>
                  <a:lnTo>
                    <a:pt x="100" y="2700"/>
                  </a:lnTo>
                  <a:lnTo>
                    <a:pt x="100" y="2774"/>
                  </a:lnTo>
                  <a:lnTo>
                    <a:pt x="0" y="2800"/>
                  </a:lnTo>
                  <a:lnTo>
                    <a:pt x="0" y="4624"/>
                  </a:lnTo>
                  <a:lnTo>
                    <a:pt x="124" y="4624"/>
                  </a:lnTo>
                  <a:lnTo>
                    <a:pt x="124" y="2850"/>
                  </a:lnTo>
                  <a:lnTo>
                    <a:pt x="150" y="2824"/>
                  </a:lnTo>
                  <a:lnTo>
                    <a:pt x="1124" y="2824"/>
                  </a:lnTo>
                  <a:close/>
                  <a:moveTo>
                    <a:pt x="824" y="1500"/>
                  </a:moveTo>
                  <a:lnTo>
                    <a:pt x="700" y="1500"/>
                  </a:lnTo>
                  <a:lnTo>
                    <a:pt x="700" y="1574"/>
                  </a:lnTo>
                  <a:lnTo>
                    <a:pt x="600" y="1600"/>
                  </a:lnTo>
                  <a:lnTo>
                    <a:pt x="600" y="1724"/>
                  </a:lnTo>
                  <a:lnTo>
                    <a:pt x="724" y="1724"/>
                  </a:lnTo>
                  <a:lnTo>
                    <a:pt x="724" y="1650"/>
                  </a:lnTo>
                  <a:lnTo>
                    <a:pt x="824" y="1624"/>
                  </a:lnTo>
                  <a:close/>
                  <a:moveTo>
                    <a:pt x="600" y="1100"/>
                  </a:moveTo>
                  <a:lnTo>
                    <a:pt x="600" y="1224"/>
                  </a:lnTo>
                  <a:lnTo>
                    <a:pt x="824" y="1224"/>
                  </a:lnTo>
                  <a:lnTo>
                    <a:pt x="824" y="1100"/>
                  </a:lnTo>
                  <a:close/>
                  <a:moveTo>
                    <a:pt x="1100" y="1000"/>
                  </a:moveTo>
                  <a:lnTo>
                    <a:pt x="1100" y="1124"/>
                  </a:lnTo>
                  <a:lnTo>
                    <a:pt x="1224" y="1124"/>
                  </a:lnTo>
                  <a:lnTo>
                    <a:pt x="1224" y="1000"/>
                  </a:lnTo>
                  <a:close/>
                  <a:moveTo>
                    <a:pt x="900" y="1000"/>
                  </a:moveTo>
                  <a:lnTo>
                    <a:pt x="900" y="1124"/>
                  </a:lnTo>
                  <a:lnTo>
                    <a:pt x="1024" y="1124"/>
                  </a:lnTo>
                  <a:lnTo>
                    <a:pt x="1024" y="1000"/>
                  </a:lnTo>
                  <a:close/>
                  <a:moveTo>
                    <a:pt x="300" y="900"/>
                  </a:moveTo>
                  <a:lnTo>
                    <a:pt x="300" y="1024"/>
                  </a:lnTo>
                  <a:lnTo>
                    <a:pt x="374" y="1024"/>
                  </a:lnTo>
                  <a:lnTo>
                    <a:pt x="400" y="1124"/>
                  </a:lnTo>
                  <a:lnTo>
                    <a:pt x="524" y="1124"/>
                  </a:lnTo>
                  <a:lnTo>
                    <a:pt x="524" y="1000"/>
                  </a:lnTo>
                  <a:lnTo>
                    <a:pt x="450" y="1000"/>
                  </a:lnTo>
                  <a:lnTo>
                    <a:pt x="424" y="900"/>
                  </a:lnTo>
                  <a:close/>
                  <a:moveTo>
                    <a:pt x="1700" y="800"/>
                  </a:moveTo>
                  <a:lnTo>
                    <a:pt x="1700" y="924"/>
                  </a:lnTo>
                  <a:lnTo>
                    <a:pt x="1824" y="924"/>
                  </a:lnTo>
                  <a:lnTo>
                    <a:pt x="1824" y="800"/>
                  </a:lnTo>
                  <a:close/>
                  <a:moveTo>
                    <a:pt x="1100" y="800"/>
                  </a:moveTo>
                  <a:lnTo>
                    <a:pt x="1100" y="924"/>
                  </a:lnTo>
                  <a:lnTo>
                    <a:pt x="1224" y="924"/>
                  </a:lnTo>
                  <a:lnTo>
                    <a:pt x="1224" y="800"/>
                  </a:lnTo>
                  <a:close/>
                  <a:moveTo>
                    <a:pt x="1500" y="600"/>
                  </a:moveTo>
                  <a:lnTo>
                    <a:pt x="1500" y="724"/>
                  </a:lnTo>
                  <a:lnTo>
                    <a:pt x="1624" y="724"/>
                  </a:lnTo>
                  <a:lnTo>
                    <a:pt x="1624" y="600"/>
                  </a:lnTo>
                  <a:close/>
                  <a:moveTo>
                    <a:pt x="200" y="600"/>
                  </a:moveTo>
                  <a:lnTo>
                    <a:pt x="200" y="824"/>
                  </a:lnTo>
                  <a:lnTo>
                    <a:pt x="324" y="824"/>
                  </a:lnTo>
                  <a:lnTo>
                    <a:pt x="324" y="600"/>
                  </a:lnTo>
                  <a:close/>
                  <a:moveTo>
                    <a:pt x="1100" y="500"/>
                  </a:moveTo>
                  <a:lnTo>
                    <a:pt x="1100" y="624"/>
                  </a:lnTo>
                  <a:lnTo>
                    <a:pt x="1224" y="624"/>
                  </a:lnTo>
                  <a:lnTo>
                    <a:pt x="1224" y="500"/>
                  </a:lnTo>
                  <a:close/>
                  <a:moveTo>
                    <a:pt x="2000" y="300"/>
                  </a:moveTo>
                  <a:lnTo>
                    <a:pt x="2000" y="424"/>
                  </a:lnTo>
                  <a:lnTo>
                    <a:pt x="2124" y="424"/>
                  </a:lnTo>
                  <a:lnTo>
                    <a:pt x="2124" y="300"/>
                  </a:lnTo>
                  <a:close/>
                  <a:moveTo>
                    <a:pt x="800" y="200"/>
                  </a:moveTo>
                  <a:lnTo>
                    <a:pt x="800" y="324"/>
                  </a:lnTo>
                  <a:lnTo>
                    <a:pt x="924" y="324"/>
                  </a:lnTo>
                  <a:lnTo>
                    <a:pt x="924" y="200"/>
                  </a:lnTo>
                  <a:close/>
                  <a:moveTo>
                    <a:pt x="500" y="200"/>
                  </a:moveTo>
                  <a:lnTo>
                    <a:pt x="500" y="324"/>
                  </a:lnTo>
                  <a:lnTo>
                    <a:pt x="624" y="324"/>
                  </a:lnTo>
                  <a:lnTo>
                    <a:pt x="624" y="200"/>
                  </a:lnTo>
                  <a:close/>
                  <a:moveTo>
                    <a:pt x="1900" y="0"/>
                  </a:moveTo>
                  <a:lnTo>
                    <a:pt x="1900" y="124"/>
                  </a:lnTo>
                  <a:lnTo>
                    <a:pt x="2024" y="124"/>
                  </a:lnTo>
                  <a:lnTo>
                    <a:pt x="2024" y="0"/>
                  </a:lnTo>
                  <a:close/>
                  <a:moveTo>
                    <a:pt x="1824" y="0"/>
                  </a:moveTo>
                  <a:lnTo>
                    <a:pt x="100" y="0"/>
                  </a:lnTo>
                  <a:lnTo>
                    <a:pt x="100" y="74"/>
                  </a:lnTo>
                  <a:lnTo>
                    <a:pt x="0" y="100"/>
                  </a:lnTo>
                  <a:lnTo>
                    <a:pt x="0" y="1924"/>
                  </a:lnTo>
                  <a:lnTo>
                    <a:pt x="124" y="1924"/>
                  </a:lnTo>
                  <a:lnTo>
                    <a:pt x="124" y="150"/>
                  </a:lnTo>
                  <a:lnTo>
                    <a:pt x="150" y="124"/>
                  </a:lnTo>
                  <a:lnTo>
                    <a:pt x="1824" y="124"/>
                  </a:lnTo>
                  <a:close/>
                </a:path>
              </a:pathLst>
            </a:custGeom>
            <a:solidFill>
              <a:srgbClr val="7DA4A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2" name="Efficiency reward illustration color 4"/>
            <p:cNvSpPr/>
            <p:nvPr/>
          </p:nvSpPr>
          <p:spPr>
            <a:xfrm>
              <a:off x="14002939" y="7647859"/>
              <a:ext cx="57059" cy="303947"/>
            </a:xfrm>
            <a:custGeom>
              <a:avLst/>
              <a:gdLst/>
              <a:ahLst/>
              <a:cxnLst/>
              <a:rect l="l" t="t" r="r" b="b"/>
              <a:pathLst>
                <a:path w="624" h="3324">
                  <a:moveTo>
                    <a:pt x="200" y="3200"/>
                  </a:moveTo>
                  <a:lnTo>
                    <a:pt x="200" y="3324"/>
                  </a:lnTo>
                  <a:lnTo>
                    <a:pt x="424" y="3324"/>
                  </a:lnTo>
                  <a:lnTo>
                    <a:pt x="424" y="3200"/>
                  </a:lnTo>
                  <a:close/>
                  <a:moveTo>
                    <a:pt x="400" y="2700"/>
                  </a:moveTo>
                  <a:lnTo>
                    <a:pt x="400" y="2824"/>
                  </a:lnTo>
                  <a:lnTo>
                    <a:pt x="474" y="2824"/>
                  </a:lnTo>
                  <a:lnTo>
                    <a:pt x="500" y="2924"/>
                  </a:lnTo>
                  <a:lnTo>
                    <a:pt x="624" y="2924"/>
                  </a:lnTo>
                  <a:lnTo>
                    <a:pt x="624" y="2800"/>
                  </a:lnTo>
                  <a:lnTo>
                    <a:pt x="550" y="2800"/>
                  </a:lnTo>
                  <a:lnTo>
                    <a:pt x="524" y="2700"/>
                  </a:lnTo>
                  <a:close/>
                  <a:moveTo>
                    <a:pt x="224" y="2700"/>
                  </a:moveTo>
                  <a:lnTo>
                    <a:pt x="100" y="2700"/>
                  </a:lnTo>
                  <a:lnTo>
                    <a:pt x="100" y="2774"/>
                  </a:lnTo>
                  <a:lnTo>
                    <a:pt x="0" y="2800"/>
                  </a:lnTo>
                  <a:lnTo>
                    <a:pt x="0" y="2924"/>
                  </a:lnTo>
                  <a:lnTo>
                    <a:pt x="124" y="2924"/>
                  </a:lnTo>
                  <a:lnTo>
                    <a:pt x="124" y="2850"/>
                  </a:lnTo>
                  <a:lnTo>
                    <a:pt x="224" y="2824"/>
                  </a:lnTo>
                  <a:close/>
                  <a:moveTo>
                    <a:pt x="200" y="500"/>
                  </a:moveTo>
                  <a:lnTo>
                    <a:pt x="200" y="624"/>
                  </a:lnTo>
                  <a:lnTo>
                    <a:pt x="424" y="624"/>
                  </a:lnTo>
                  <a:lnTo>
                    <a:pt x="424" y="500"/>
                  </a:lnTo>
                  <a:close/>
                  <a:moveTo>
                    <a:pt x="0" y="30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0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474" y="124"/>
                  </a:lnTo>
                  <a:lnTo>
                    <a:pt x="500" y="224"/>
                  </a:lnTo>
                  <a:lnTo>
                    <a:pt x="624" y="224"/>
                  </a:lnTo>
                  <a:lnTo>
                    <a:pt x="624" y="100"/>
                  </a:lnTo>
                  <a:lnTo>
                    <a:pt x="550" y="100"/>
                  </a:lnTo>
                  <a:lnTo>
                    <a:pt x="524" y="0"/>
                  </a:lnTo>
                  <a:close/>
                  <a:moveTo>
                    <a:pt x="100" y="0"/>
                  </a:moveTo>
                  <a:lnTo>
                    <a:pt x="100" y="124"/>
                  </a:lnTo>
                  <a:lnTo>
                    <a:pt x="224" y="124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8F76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3" name="Efficiency reward illustration color 5"/>
            <p:cNvSpPr/>
            <p:nvPr/>
          </p:nvSpPr>
          <p:spPr>
            <a:xfrm>
              <a:off x="14368699" y="7638715"/>
              <a:ext cx="47915" cy="349667"/>
            </a:xfrm>
            <a:custGeom>
              <a:avLst/>
              <a:gdLst/>
              <a:ahLst/>
              <a:cxnLst/>
              <a:rect l="l" t="t" r="r" b="b"/>
              <a:pathLst>
                <a:path w="524" h="3824">
                  <a:moveTo>
                    <a:pt x="200" y="3500"/>
                  </a:moveTo>
                  <a:lnTo>
                    <a:pt x="200" y="3724"/>
                  </a:lnTo>
                  <a:lnTo>
                    <a:pt x="274" y="3724"/>
                  </a:lnTo>
                  <a:lnTo>
                    <a:pt x="300" y="3824"/>
                  </a:lnTo>
                  <a:lnTo>
                    <a:pt x="424" y="3824"/>
                  </a:lnTo>
                  <a:lnTo>
                    <a:pt x="424" y="3500"/>
                  </a:lnTo>
                  <a:close/>
                  <a:moveTo>
                    <a:pt x="0" y="0"/>
                  </a:moveTo>
                  <a:lnTo>
                    <a:pt x="0" y="424"/>
                  </a:lnTo>
                  <a:lnTo>
                    <a:pt x="524" y="424"/>
                  </a:lnTo>
                  <a:lnTo>
                    <a:pt x="524" y="100"/>
                  </a:lnTo>
                  <a:lnTo>
                    <a:pt x="450" y="100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EED8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4" name="Efficiency reward illustration color 6"/>
            <p:cNvSpPr/>
            <p:nvPr/>
          </p:nvSpPr>
          <p:spPr>
            <a:xfrm>
              <a:off x="13966363" y="7611283"/>
              <a:ext cx="194219" cy="431963"/>
            </a:xfrm>
            <a:custGeom>
              <a:avLst/>
              <a:gdLst/>
              <a:ahLst/>
              <a:cxnLst/>
              <a:rect l="l" t="t" r="r" b="b"/>
              <a:pathLst>
                <a:path w="2124" h="4724">
                  <a:moveTo>
                    <a:pt x="400" y="4600"/>
                  </a:moveTo>
                  <a:lnTo>
                    <a:pt x="400" y="4724"/>
                  </a:lnTo>
                  <a:lnTo>
                    <a:pt x="524" y="4724"/>
                  </a:lnTo>
                  <a:lnTo>
                    <a:pt x="524" y="4600"/>
                  </a:lnTo>
                  <a:close/>
                  <a:moveTo>
                    <a:pt x="1024" y="4300"/>
                  </a:moveTo>
                  <a:lnTo>
                    <a:pt x="900" y="4300"/>
                  </a:lnTo>
                  <a:lnTo>
                    <a:pt x="900" y="4374"/>
                  </a:lnTo>
                  <a:lnTo>
                    <a:pt x="800" y="4400"/>
                  </a:lnTo>
                  <a:lnTo>
                    <a:pt x="800" y="4524"/>
                  </a:lnTo>
                  <a:lnTo>
                    <a:pt x="924" y="4524"/>
                  </a:lnTo>
                  <a:lnTo>
                    <a:pt x="924" y="4450"/>
                  </a:lnTo>
                  <a:lnTo>
                    <a:pt x="1024" y="4424"/>
                  </a:lnTo>
                  <a:close/>
                  <a:moveTo>
                    <a:pt x="1800" y="4000"/>
                  </a:moveTo>
                  <a:lnTo>
                    <a:pt x="1800" y="4124"/>
                  </a:lnTo>
                  <a:lnTo>
                    <a:pt x="1924" y="4124"/>
                  </a:lnTo>
                  <a:lnTo>
                    <a:pt x="1924" y="4000"/>
                  </a:lnTo>
                  <a:close/>
                  <a:moveTo>
                    <a:pt x="1400" y="3700"/>
                  </a:moveTo>
                  <a:lnTo>
                    <a:pt x="1400" y="3824"/>
                  </a:lnTo>
                  <a:lnTo>
                    <a:pt x="1524" y="3824"/>
                  </a:lnTo>
                  <a:lnTo>
                    <a:pt x="1524" y="3700"/>
                  </a:lnTo>
                  <a:close/>
                  <a:moveTo>
                    <a:pt x="1400" y="3400"/>
                  </a:moveTo>
                  <a:lnTo>
                    <a:pt x="1400" y="3524"/>
                  </a:lnTo>
                  <a:lnTo>
                    <a:pt x="1524" y="3524"/>
                  </a:lnTo>
                  <a:lnTo>
                    <a:pt x="1524" y="3400"/>
                  </a:lnTo>
                  <a:close/>
                  <a:moveTo>
                    <a:pt x="900" y="3000"/>
                  </a:moveTo>
                  <a:lnTo>
                    <a:pt x="900" y="3124"/>
                  </a:lnTo>
                  <a:lnTo>
                    <a:pt x="1024" y="3124"/>
                  </a:lnTo>
                  <a:lnTo>
                    <a:pt x="1024" y="3000"/>
                  </a:lnTo>
                  <a:close/>
                  <a:moveTo>
                    <a:pt x="524" y="3000"/>
                  </a:moveTo>
                  <a:lnTo>
                    <a:pt x="400" y="3000"/>
                  </a:lnTo>
                  <a:lnTo>
                    <a:pt x="400" y="3074"/>
                  </a:lnTo>
                  <a:lnTo>
                    <a:pt x="300" y="3100"/>
                  </a:lnTo>
                  <a:lnTo>
                    <a:pt x="300" y="3224"/>
                  </a:lnTo>
                  <a:lnTo>
                    <a:pt x="424" y="3224"/>
                  </a:lnTo>
                  <a:lnTo>
                    <a:pt x="424" y="3150"/>
                  </a:lnTo>
                  <a:lnTo>
                    <a:pt x="524" y="3124"/>
                  </a:lnTo>
                  <a:close/>
                  <a:moveTo>
                    <a:pt x="2000" y="1800"/>
                  </a:moveTo>
                  <a:lnTo>
                    <a:pt x="2000" y="1924"/>
                  </a:lnTo>
                  <a:lnTo>
                    <a:pt x="2124" y="1924"/>
                  </a:lnTo>
                  <a:lnTo>
                    <a:pt x="2124" y="1800"/>
                  </a:lnTo>
                  <a:close/>
                  <a:moveTo>
                    <a:pt x="1024" y="1600"/>
                  </a:moveTo>
                  <a:lnTo>
                    <a:pt x="900" y="1600"/>
                  </a:lnTo>
                  <a:lnTo>
                    <a:pt x="900" y="1674"/>
                  </a:lnTo>
                  <a:lnTo>
                    <a:pt x="800" y="1700"/>
                  </a:lnTo>
                  <a:lnTo>
                    <a:pt x="800" y="1824"/>
                  </a:lnTo>
                  <a:lnTo>
                    <a:pt x="924" y="1824"/>
                  </a:lnTo>
                  <a:lnTo>
                    <a:pt x="924" y="1750"/>
                  </a:lnTo>
                  <a:lnTo>
                    <a:pt x="1024" y="1724"/>
                  </a:lnTo>
                  <a:close/>
                  <a:moveTo>
                    <a:pt x="1800" y="1300"/>
                  </a:moveTo>
                  <a:lnTo>
                    <a:pt x="1800" y="1424"/>
                  </a:lnTo>
                  <a:lnTo>
                    <a:pt x="1924" y="1424"/>
                  </a:lnTo>
                  <a:lnTo>
                    <a:pt x="1924" y="1300"/>
                  </a:lnTo>
                  <a:close/>
                  <a:moveTo>
                    <a:pt x="900" y="1300"/>
                  </a:moveTo>
                  <a:lnTo>
                    <a:pt x="900" y="1424"/>
                  </a:lnTo>
                  <a:lnTo>
                    <a:pt x="1024" y="1424"/>
                  </a:lnTo>
                  <a:lnTo>
                    <a:pt x="1024" y="1300"/>
                  </a:lnTo>
                  <a:close/>
                  <a:moveTo>
                    <a:pt x="1300" y="1100"/>
                  </a:moveTo>
                  <a:lnTo>
                    <a:pt x="1300" y="1224"/>
                  </a:lnTo>
                  <a:lnTo>
                    <a:pt x="1424" y="1224"/>
                  </a:lnTo>
                  <a:lnTo>
                    <a:pt x="1424" y="1100"/>
                  </a:lnTo>
                  <a:close/>
                  <a:moveTo>
                    <a:pt x="300" y="400"/>
                  </a:moveTo>
                  <a:lnTo>
                    <a:pt x="300" y="524"/>
                  </a:lnTo>
                  <a:lnTo>
                    <a:pt x="424" y="524"/>
                  </a:lnTo>
                  <a:lnTo>
                    <a:pt x="424" y="400"/>
                  </a:lnTo>
                  <a:close/>
                  <a:moveTo>
                    <a:pt x="900" y="300"/>
                  </a:moveTo>
                  <a:lnTo>
                    <a:pt x="900" y="424"/>
                  </a:lnTo>
                  <a:lnTo>
                    <a:pt x="1024" y="424"/>
                  </a:lnTo>
                  <a:lnTo>
                    <a:pt x="1024" y="300"/>
                  </a:lnTo>
                  <a:close/>
                  <a:moveTo>
                    <a:pt x="2000" y="0"/>
                  </a:moveTo>
                  <a:lnTo>
                    <a:pt x="2000" y="124"/>
                  </a:lnTo>
                  <a:lnTo>
                    <a:pt x="2124" y="124"/>
                  </a:lnTo>
                  <a:lnTo>
                    <a:pt x="2124" y="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506F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5" name="Efficiency reward illustration color 7"/>
            <p:cNvSpPr/>
            <p:nvPr/>
          </p:nvSpPr>
          <p:spPr>
            <a:xfrm>
              <a:off x="13975507" y="7620427"/>
              <a:ext cx="587411" cy="514259"/>
            </a:xfrm>
            <a:custGeom>
              <a:avLst/>
              <a:gdLst/>
              <a:ahLst/>
              <a:cxnLst/>
              <a:rect l="l" t="t" r="r" b="b"/>
              <a:pathLst>
                <a:path w="6424" h="5624">
                  <a:moveTo>
                    <a:pt x="5600" y="4600"/>
                  </a:moveTo>
                  <a:lnTo>
                    <a:pt x="5600" y="4674"/>
                  </a:lnTo>
                  <a:lnTo>
                    <a:pt x="5500" y="4700"/>
                  </a:lnTo>
                  <a:lnTo>
                    <a:pt x="5500" y="4824"/>
                  </a:lnTo>
                  <a:lnTo>
                    <a:pt x="5600" y="4850"/>
                  </a:lnTo>
                  <a:lnTo>
                    <a:pt x="5600" y="5274"/>
                  </a:lnTo>
                  <a:lnTo>
                    <a:pt x="5500" y="5300"/>
                  </a:lnTo>
                  <a:lnTo>
                    <a:pt x="5474" y="5400"/>
                  </a:lnTo>
                  <a:lnTo>
                    <a:pt x="5300" y="5400"/>
                  </a:lnTo>
                  <a:lnTo>
                    <a:pt x="5300" y="5524"/>
                  </a:lnTo>
                  <a:lnTo>
                    <a:pt x="5374" y="5524"/>
                  </a:lnTo>
                  <a:lnTo>
                    <a:pt x="5400" y="5624"/>
                  </a:lnTo>
                  <a:lnTo>
                    <a:pt x="5524" y="5624"/>
                  </a:lnTo>
                  <a:lnTo>
                    <a:pt x="5550" y="5524"/>
                  </a:lnTo>
                  <a:lnTo>
                    <a:pt x="5674" y="5524"/>
                  </a:lnTo>
                  <a:lnTo>
                    <a:pt x="5700" y="5624"/>
                  </a:lnTo>
                  <a:lnTo>
                    <a:pt x="6024" y="5624"/>
                  </a:lnTo>
                  <a:lnTo>
                    <a:pt x="6024" y="5500"/>
                  </a:lnTo>
                  <a:lnTo>
                    <a:pt x="5950" y="5500"/>
                  </a:lnTo>
                  <a:lnTo>
                    <a:pt x="5924" y="5450"/>
                  </a:lnTo>
                  <a:lnTo>
                    <a:pt x="5950" y="5424"/>
                  </a:lnTo>
                  <a:lnTo>
                    <a:pt x="6124" y="5424"/>
                  </a:lnTo>
                  <a:lnTo>
                    <a:pt x="6124" y="5350"/>
                  </a:lnTo>
                  <a:lnTo>
                    <a:pt x="6224" y="5324"/>
                  </a:lnTo>
                  <a:lnTo>
                    <a:pt x="6224" y="5150"/>
                  </a:lnTo>
                  <a:lnTo>
                    <a:pt x="6324" y="5124"/>
                  </a:lnTo>
                  <a:lnTo>
                    <a:pt x="6324" y="4900"/>
                  </a:lnTo>
                  <a:lnTo>
                    <a:pt x="6100" y="4900"/>
                  </a:lnTo>
                  <a:lnTo>
                    <a:pt x="6100" y="4974"/>
                  </a:lnTo>
                  <a:lnTo>
                    <a:pt x="6050" y="5000"/>
                  </a:lnTo>
                  <a:lnTo>
                    <a:pt x="6024" y="4974"/>
                  </a:lnTo>
                  <a:lnTo>
                    <a:pt x="6024" y="4700"/>
                  </a:lnTo>
                  <a:lnTo>
                    <a:pt x="5950" y="4700"/>
                  </a:lnTo>
                  <a:lnTo>
                    <a:pt x="5924" y="4600"/>
                  </a:lnTo>
                  <a:close/>
                  <a:moveTo>
                    <a:pt x="5924" y="5050"/>
                  </a:moveTo>
                  <a:lnTo>
                    <a:pt x="5974" y="5024"/>
                  </a:lnTo>
                  <a:lnTo>
                    <a:pt x="6000" y="5074"/>
                  </a:lnTo>
                  <a:lnTo>
                    <a:pt x="5950" y="5100"/>
                  </a:lnTo>
                  <a:close/>
                  <a:moveTo>
                    <a:pt x="1124" y="3500"/>
                  </a:moveTo>
                  <a:lnTo>
                    <a:pt x="1000" y="3500"/>
                  </a:lnTo>
                  <a:lnTo>
                    <a:pt x="1000" y="3574"/>
                  </a:lnTo>
                  <a:lnTo>
                    <a:pt x="900" y="3600"/>
                  </a:lnTo>
                  <a:lnTo>
                    <a:pt x="900" y="3724"/>
                  </a:lnTo>
                  <a:lnTo>
                    <a:pt x="1024" y="3724"/>
                  </a:lnTo>
                  <a:lnTo>
                    <a:pt x="1024" y="3650"/>
                  </a:lnTo>
                  <a:lnTo>
                    <a:pt x="1124" y="3624"/>
                  </a:lnTo>
                  <a:close/>
                  <a:moveTo>
                    <a:pt x="800" y="2700"/>
                  </a:moveTo>
                  <a:lnTo>
                    <a:pt x="800" y="2824"/>
                  </a:lnTo>
                  <a:lnTo>
                    <a:pt x="874" y="2824"/>
                  </a:lnTo>
                  <a:lnTo>
                    <a:pt x="900" y="2924"/>
                  </a:lnTo>
                  <a:lnTo>
                    <a:pt x="974" y="2924"/>
                  </a:lnTo>
                  <a:lnTo>
                    <a:pt x="1000" y="3024"/>
                  </a:lnTo>
                  <a:lnTo>
                    <a:pt x="1074" y="3024"/>
                  </a:lnTo>
                  <a:lnTo>
                    <a:pt x="1100" y="3124"/>
                  </a:lnTo>
                  <a:lnTo>
                    <a:pt x="1200" y="3150"/>
                  </a:lnTo>
                  <a:lnTo>
                    <a:pt x="1200" y="3274"/>
                  </a:lnTo>
                  <a:lnTo>
                    <a:pt x="1100" y="3300"/>
                  </a:lnTo>
                  <a:lnTo>
                    <a:pt x="1100" y="3424"/>
                  </a:lnTo>
                  <a:lnTo>
                    <a:pt x="1224" y="3424"/>
                  </a:lnTo>
                  <a:lnTo>
                    <a:pt x="1224" y="3350"/>
                  </a:lnTo>
                  <a:lnTo>
                    <a:pt x="1324" y="3324"/>
                  </a:lnTo>
                  <a:lnTo>
                    <a:pt x="1324" y="3250"/>
                  </a:lnTo>
                  <a:lnTo>
                    <a:pt x="1424" y="3224"/>
                  </a:lnTo>
                  <a:lnTo>
                    <a:pt x="1424" y="3150"/>
                  </a:lnTo>
                  <a:lnTo>
                    <a:pt x="1524" y="3124"/>
                  </a:lnTo>
                  <a:lnTo>
                    <a:pt x="1550" y="3024"/>
                  </a:lnTo>
                  <a:lnTo>
                    <a:pt x="1600" y="3050"/>
                  </a:lnTo>
                  <a:lnTo>
                    <a:pt x="1600" y="3324"/>
                  </a:lnTo>
                  <a:lnTo>
                    <a:pt x="1700" y="3350"/>
                  </a:lnTo>
                  <a:lnTo>
                    <a:pt x="1700" y="3524"/>
                  </a:lnTo>
                  <a:lnTo>
                    <a:pt x="1824" y="3524"/>
                  </a:lnTo>
                  <a:lnTo>
                    <a:pt x="1824" y="3450"/>
                  </a:lnTo>
                  <a:lnTo>
                    <a:pt x="1924" y="3424"/>
                  </a:lnTo>
                  <a:lnTo>
                    <a:pt x="1924" y="3200"/>
                  </a:lnTo>
                  <a:lnTo>
                    <a:pt x="1800" y="3200"/>
                  </a:lnTo>
                  <a:lnTo>
                    <a:pt x="1800" y="3274"/>
                  </a:lnTo>
                  <a:lnTo>
                    <a:pt x="1774" y="3300"/>
                  </a:lnTo>
                  <a:lnTo>
                    <a:pt x="1724" y="3274"/>
                  </a:lnTo>
                  <a:lnTo>
                    <a:pt x="1724" y="3150"/>
                  </a:lnTo>
                  <a:lnTo>
                    <a:pt x="1824" y="3124"/>
                  </a:lnTo>
                  <a:lnTo>
                    <a:pt x="1824" y="2850"/>
                  </a:lnTo>
                  <a:lnTo>
                    <a:pt x="1924" y="2824"/>
                  </a:lnTo>
                  <a:lnTo>
                    <a:pt x="1924" y="2700"/>
                  </a:lnTo>
                  <a:lnTo>
                    <a:pt x="1700" y="2700"/>
                  </a:lnTo>
                  <a:lnTo>
                    <a:pt x="1700" y="2774"/>
                  </a:lnTo>
                  <a:lnTo>
                    <a:pt x="1600" y="2800"/>
                  </a:lnTo>
                  <a:lnTo>
                    <a:pt x="1574" y="2900"/>
                  </a:lnTo>
                  <a:lnTo>
                    <a:pt x="1400" y="2900"/>
                  </a:lnTo>
                  <a:lnTo>
                    <a:pt x="1400" y="3074"/>
                  </a:lnTo>
                  <a:lnTo>
                    <a:pt x="1374" y="3100"/>
                  </a:lnTo>
                  <a:lnTo>
                    <a:pt x="1324" y="3074"/>
                  </a:lnTo>
                  <a:lnTo>
                    <a:pt x="1324" y="2900"/>
                  </a:lnTo>
                  <a:lnTo>
                    <a:pt x="1250" y="2900"/>
                  </a:lnTo>
                  <a:lnTo>
                    <a:pt x="1224" y="2850"/>
                  </a:lnTo>
                  <a:lnTo>
                    <a:pt x="1250" y="2824"/>
                  </a:lnTo>
                  <a:lnTo>
                    <a:pt x="1524" y="2824"/>
                  </a:lnTo>
                  <a:lnTo>
                    <a:pt x="1524" y="2700"/>
                  </a:lnTo>
                  <a:lnTo>
                    <a:pt x="1000" y="2700"/>
                  </a:lnTo>
                  <a:lnTo>
                    <a:pt x="974" y="2800"/>
                  </a:lnTo>
                  <a:lnTo>
                    <a:pt x="924" y="2774"/>
                  </a:lnTo>
                  <a:lnTo>
                    <a:pt x="924" y="2700"/>
                  </a:lnTo>
                  <a:close/>
                  <a:moveTo>
                    <a:pt x="1124" y="2950"/>
                  </a:moveTo>
                  <a:lnTo>
                    <a:pt x="1174" y="2924"/>
                  </a:lnTo>
                  <a:lnTo>
                    <a:pt x="1200" y="2974"/>
                  </a:lnTo>
                  <a:lnTo>
                    <a:pt x="1150" y="3000"/>
                  </a:lnTo>
                  <a:close/>
                  <a:moveTo>
                    <a:pt x="1024" y="2850"/>
                  </a:moveTo>
                  <a:lnTo>
                    <a:pt x="1074" y="2824"/>
                  </a:lnTo>
                  <a:lnTo>
                    <a:pt x="1100" y="2874"/>
                  </a:lnTo>
                  <a:lnTo>
                    <a:pt x="1050" y="2900"/>
                  </a:lnTo>
                  <a:close/>
                  <a:moveTo>
                    <a:pt x="100" y="2700"/>
                  </a:moveTo>
                  <a:lnTo>
                    <a:pt x="100" y="2774"/>
                  </a:lnTo>
                  <a:lnTo>
                    <a:pt x="0" y="2800"/>
                  </a:lnTo>
                  <a:lnTo>
                    <a:pt x="0" y="3524"/>
                  </a:lnTo>
                  <a:lnTo>
                    <a:pt x="100" y="3550"/>
                  </a:lnTo>
                  <a:lnTo>
                    <a:pt x="74" y="3600"/>
                  </a:lnTo>
                  <a:lnTo>
                    <a:pt x="0" y="3600"/>
                  </a:lnTo>
                  <a:lnTo>
                    <a:pt x="0" y="3824"/>
                  </a:lnTo>
                  <a:lnTo>
                    <a:pt x="74" y="3824"/>
                  </a:lnTo>
                  <a:lnTo>
                    <a:pt x="100" y="3924"/>
                  </a:lnTo>
                  <a:lnTo>
                    <a:pt x="174" y="3924"/>
                  </a:lnTo>
                  <a:lnTo>
                    <a:pt x="200" y="3974"/>
                  </a:lnTo>
                  <a:lnTo>
                    <a:pt x="174" y="4000"/>
                  </a:lnTo>
                  <a:lnTo>
                    <a:pt x="0" y="4000"/>
                  </a:lnTo>
                  <a:lnTo>
                    <a:pt x="0" y="4124"/>
                  </a:lnTo>
                  <a:lnTo>
                    <a:pt x="100" y="4150"/>
                  </a:lnTo>
                  <a:lnTo>
                    <a:pt x="100" y="4424"/>
                  </a:lnTo>
                  <a:lnTo>
                    <a:pt x="424" y="4424"/>
                  </a:lnTo>
                  <a:lnTo>
                    <a:pt x="424" y="4250"/>
                  </a:lnTo>
                  <a:lnTo>
                    <a:pt x="524" y="4224"/>
                  </a:lnTo>
                  <a:lnTo>
                    <a:pt x="524" y="4150"/>
                  </a:lnTo>
                  <a:lnTo>
                    <a:pt x="624" y="4124"/>
                  </a:lnTo>
                  <a:lnTo>
                    <a:pt x="624" y="4050"/>
                  </a:lnTo>
                  <a:lnTo>
                    <a:pt x="724" y="4024"/>
                  </a:lnTo>
                  <a:lnTo>
                    <a:pt x="750" y="3924"/>
                  </a:lnTo>
                  <a:lnTo>
                    <a:pt x="824" y="3924"/>
                  </a:lnTo>
                  <a:lnTo>
                    <a:pt x="824" y="3800"/>
                  </a:lnTo>
                  <a:lnTo>
                    <a:pt x="600" y="3800"/>
                  </a:lnTo>
                  <a:lnTo>
                    <a:pt x="600" y="3974"/>
                  </a:lnTo>
                  <a:lnTo>
                    <a:pt x="550" y="4000"/>
                  </a:lnTo>
                  <a:lnTo>
                    <a:pt x="524" y="3974"/>
                  </a:lnTo>
                  <a:lnTo>
                    <a:pt x="524" y="3800"/>
                  </a:lnTo>
                  <a:lnTo>
                    <a:pt x="450" y="3800"/>
                  </a:lnTo>
                  <a:lnTo>
                    <a:pt x="424" y="3700"/>
                  </a:lnTo>
                  <a:lnTo>
                    <a:pt x="350" y="3700"/>
                  </a:lnTo>
                  <a:lnTo>
                    <a:pt x="324" y="3600"/>
                  </a:lnTo>
                  <a:lnTo>
                    <a:pt x="250" y="3600"/>
                  </a:lnTo>
                  <a:lnTo>
                    <a:pt x="224" y="3500"/>
                  </a:lnTo>
                  <a:lnTo>
                    <a:pt x="124" y="3474"/>
                  </a:lnTo>
                  <a:lnTo>
                    <a:pt x="124" y="3150"/>
                  </a:lnTo>
                  <a:lnTo>
                    <a:pt x="224" y="3124"/>
                  </a:lnTo>
                  <a:lnTo>
                    <a:pt x="224" y="2950"/>
                  </a:lnTo>
                  <a:lnTo>
                    <a:pt x="324" y="2924"/>
                  </a:lnTo>
                  <a:lnTo>
                    <a:pt x="350" y="2824"/>
                  </a:lnTo>
                  <a:lnTo>
                    <a:pt x="724" y="2824"/>
                  </a:lnTo>
                  <a:lnTo>
                    <a:pt x="724" y="2700"/>
                  </a:lnTo>
                  <a:close/>
                  <a:moveTo>
                    <a:pt x="224" y="4250"/>
                  </a:moveTo>
                  <a:lnTo>
                    <a:pt x="274" y="4224"/>
                  </a:lnTo>
                  <a:lnTo>
                    <a:pt x="300" y="4274"/>
                  </a:lnTo>
                  <a:lnTo>
                    <a:pt x="250" y="4300"/>
                  </a:lnTo>
                  <a:close/>
                  <a:moveTo>
                    <a:pt x="424" y="4050"/>
                  </a:moveTo>
                  <a:lnTo>
                    <a:pt x="474" y="4024"/>
                  </a:lnTo>
                  <a:lnTo>
                    <a:pt x="500" y="4074"/>
                  </a:lnTo>
                  <a:lnTo>
                    <a:pt x="450" y="4100"/>
                  </a:lnTo>
                  <a:close/>
                  <a:moveTo>
                    <a:pt x="224" y="4050"/>
                  </a:moveTo>
                  <a:lnTo>
                    <a:pt x="274" y="4024"/>
                  </a:lnTo>
                  <a:lnTo>
                    <a:pt x="300" y="4074"/>
                  </a:lnTo>
                  <a:lnTo>
                    <a:pt x="250" y="4100"/>
                  </a:lnTo>
                  <a:close/>
                  <a:moveTo>
                    <a:pt x="124" y="3750"/>
                  </a:moveTo>
                  <a:lnTo>
                    <a:pt x="150" y="3724"/>
                  </a:lnTo>
                  <a:lnTo>
                    <a:pt x="274" y="3724"/>
                  </a:lnTo>
                  <a:lnTo>
                    <a:pt x="300" y="3774"/>
                  </a:lnTo>
                  <a:lnTo>
                    <a:pt x="274" y="3800"/>
                  </a:lnTo>
                  <a:lnTo>
                    <a:pt x="150" y="3800"/>
                  </a:lnTo>
                  <a:close/>
                  <a:moveTo>
                    <a:pt x="0" y="1700"/>
                  </a:moveTo>
                  <a:lnTo>
                    <a:pt x="0" y="1824"/>
                  </a:lnTo>
                  <a:lnTo>
                    <a:pt x="124" y="1824"/>
                  </a:lnTo>
                  <a:lnTo>
                    <a:pt x="124" y="1700"/>
                  </a:lnTo>
                  <a:close/>
                  <a:moveTo>
                    <a:pt x="600" y="1300"/>
                  </a:moveTo>
                  <a:lnTo>
                    <a:pt x="600" y="1424"/>
                  </a:lnTo>
                  <a:lnTo>
                    <a:pt x="724" y="1424"/>
                  </a:lnTo>
                  <a:lnTo>
                    <a:pt x="724" y="1300"/>
                  </a:lnTo>
                  <a:close/>
                  <a:moveTo>
                    <a:pt x="4700" y="1900"/>
                  </a:moveTo>
                  <a:lnTo>
                    <a:pt x="4700" y="2024"/>
                  </a:lnTo>
                  <a:lnTo>
                    <a:pt x="5074" y="2024"/>
                  </a:lnTo>
                  <a:lnTo>
                    <a:pt x="5100" y="2124"/>
                  </a:lnTo>
                  <a:lnTo>
                    <a:pt x="5200" y="2150"/>
                  </a:lnTo>
                  <a:lnTo>
                    <a:pt x="5200" y="2224"/>
                  </a:lnTo>
                  <a:lnTo>
                    <a:pt x="5724" y="2224"/>
                  </a:lnTo>
                  <a:lnTo>
                    <a:pt x="5750" y="2124"/>
                  </a:lnTo>
                  <a:lnTo>
                    <a:pt x="6324" y="2124"/>
                  </a:lnTo>
                  <a:lnTo>
                    <a:pt x="6324" y="2050"/>
                  </a:lnTo>
                  <a:lnTo>
                    <a:pt x="6424" y="2024"/>
                  </a:lnTo>
                  <a:lnTo>
                    <a:pt x="6424" y="1900"/>
                  </a:lnTo>
                  <a:lnTo>
                    <a:pt x="6324" y="1874"/>
                  </a:lnTo>
                  <a:lnTo>
                    <a:pt x="6350" y="1824"/>
                  </a:lnTo>
                  <a:lnTo>
                    <a:pt x="6424" y="1824"/>
                  </a:lnTo>
                  <a:lnTo>
                    <a:pt x="6424" y="1400"/>
                  </a:lnTo>
                  <a:lnTo>
                    <a:pt x="6250" y="1400"/>
                  </a:lnTo>
                  <a:lnTo>
                    <a:pt x="6224" y="1300"/>
                  </a:lnTo>
                  <a:lnTo>
                    <a:pt x="5950" y="1300"/>
                  </a:lnTo>
                  <a:lnTo>
                    <a:pt x="5924" y="1200"/>
                  </a:lnTo>
                  <a:lnTo>
                    <a:pt x="5824" y="1174"/>
                  </a:lnTo>
                  <a:lnTo>
                    <a:pt x="5824" y="1100"/>
                  </a:lnTo>
                  <a:lnTo>
                    <a:pt x="5500" y="1100"/>
                  </a:lnTo>
                  <a:lnTo>
                    <a:pt x="5500" y="1174"/>
                  </a:lnTo>
                  <a:lnTo>
                    <a:pt x="5400" y="1200"/>
                  </a:lnTo>
                  <a:lnTo>
                    <a:pt x="5374" y="1300"/>
                  </a:lnTo>
                  <a:lnTo>
                    <a:pt x="5300" y="1300"/>
                  </a:lnTo>
                  <a:lnTo>
                    <a:pt x="5300" y="1424"/>
                  </a:lnTo>
                  <a:lnTo>
                    <a:pt x="5474" y="1424"/>
                  </a:lnTo>
                  <a:lnTo>
                    <a:pt x="5500" y="1474"/>
                  </a:lnTo>
                  <a:lnTo>
                    <a:pt x="5474" y="1500"/>
                  </a:lnTo>
                  <a:lnTo>
                    <a:pt x="5100" y="1500"/>
                  </a:lnTo>
                  <a:lnTo>
                    <a:pt x="5100" y="1624"/>
                  </a:lnTo>
                  <a:lnTo>
                    <a:pt x="5174" y="1624"/>
                  </a:lnTo>
                  <a:lnTo>
                    <a:pt x="5200" y="1674"/>
                  </a:lnTo>
                  <a:lnTo>
                    <a:pt x="5174" y="1700"/>
                  </a:lnTo>
                  <a:lnTo>
                    <a:pt x="4900" y="1700"/>
                  </a:lnTo>
                  <a:lnTo>
                    <a:pt x="4900" y="1774"/>
                  </a:lnTo>
                  <a:lnTo>
                    <a:pt x="4800" y="1800"/>
                  </a:lnTo>
                  <a:lnTo>
                    <a:pt x="4774" y="1900"/>
                  </a:lnTo>
                  <a:close/>
                  <a:moveTo>
                    <a:pt x="6024" y="1450"/>
                  </a:moveTo>
                  <a:lnTo>
                    <a:pt x="6050" y="1424"/>
                  </a:lnTo>
                  <a:lnTo>
                    <a:pt x="6174" y="1424"/>
                  </a:lnTo>
                  <a:lnTo>
                    <a:pt x="6200" y="1474"/>
                  </a:lnTo>
                  <a:lnTo>
                    <a:pt x="6174" y="1500"/>
                  </a:lnTo>
                  <a:lnTo>
                    <a:pt x="6050" y="1500"/>
                  </a:lnTo>
                  <a:close/>
                  <a:moveTo>
                    <a:pt x="624" y="1100"/>
                  </a:moveTo>
                  <a:lnTo>
                    <a:pt x="300" y="1100"/>
                  </a:lnTo>
                  <a:lnTo>
                    <a:pt x="300" y="1274"/>
                  </a:lnTo>
                  <a:lnTo>
                    <a:pt x="200" y="1300"/>
                  </a:lnTo>
                  <a:lnTo>
                    <a:pt x="174" y="1400"/>
                  </a:lnTo>
                  <a:lnTo>
                    <a:pt x="0" y="1400"/>
                  </a:lnTo>
                  <a:lnTo>
                    <a:pt x="0" y="1524"/>
                  </a:lnTo>
                  <a:lnTo>
                    <a:pt x="74" y="1524"/>
                  </a:lnTo>
                  <a:lnTo>
                    <a:pt x="100" y="1624"/>
                  </a:lnTo>
                  <a:lnTo>
                    <a:pt x="274" y="1624"/>
                  </a:lnTo>
                  <a:lnTo>
                    <a:pt x="300" y="1724"/>
                  </a:lnTo>
                  <a:lnTo>
                    <a:pt x="424" y="1724"/>
                  </a:lnTo>
                  <a:lnTo>
                    <a:pt x="424" y="1600"/>
                  </a:lnTo>
                  <a:lnTo>
                    <a:pt x="350" y="1600"/>
                  </a:lnTo>
                  <a:lnTo>
                    <a:pt x="324" y="1550"/>
                  </a:lnTo>
                  <a:lnTo>
                    <a:pt x="350" y="1524"/>
                  </a:lnTo>
                  <a:lnTo>
                    <a:pt x="524" y="1524"/>
                  </a:lnTo>
                  <a:lnTo>
                    <a:pt x="524" y="1400"/>
                  </a:lnTo>
                  <a:lnTo>
                    <a:pt x="424" y="1374"/>
                  </a:lnTo>
                  <a:lnTo>
                    <a:pt x="424" y="1250"/>
                  </a:lnTo>
                  <a:lnTo>
                    <a:pt x="450" y="1224"/>
                  </a:lnTo>
                  <a:lnTo>
                    <a:pt x="624" y="1224"/>
                  </a:lnTo>
                  <a:close/>
                  <a:moveTo>
                    <a:pt x="224" y="1450"/>
                  </a:moveTo>
                  <a:lnTo>
                    <a:pt x="274" y="1424"/>
                  </a:lnTo>
                  <a:lnTo>
                    <a:pt x="300" y="1474"/>
                  </a:lnTo>
                  <a:lnTo>
                    <a:pt x="250" y="1500"/>
                  </a:lnTo>
                  <a:close/>
                  <a:moveTo>
                    <a:pt x="924" y="1000"/>
                  </a:moveTo>
                  <a:lnTo>
                    <a:pt x="800" y="1000"/>
                  </a:lnTo>
                  <a:lnTo>
                    <a:pt x="800" y="1074"/>
                  </a:lnTo>
                  <a:lnTo>
                    <a:pt x="700" y="1100"/>
                  </a:lnTo>
                  <a:lnTo>
                    <a:pt x="700" y="1224"/>
                  </a:lnTo>
                  <a:lnTo>
                    <a:pt x="824" y="1224"/>
                  </a:lnTo>
                  <a:lnTo>
                    <a:pt x="824" y="1150"/>
                  </a:lnTo>
                  <a:lnTo>
                    <a:pt x="924" y="1124"/>
                  </a:lnTo>
                  <a:close/>
                  <a:moveTo>
                    <a:pt x="1000" y="800"/>
                  </a:moveTo>
                  <a:lnTo>
                    <a:pt x="1000" y="924"/>
                  </a:lnTo>
                  <a:lnTo>
                    <a:pt x="1124" y="924"/>
                  </a:lnTo>
                  <a:lnTo>
                    <a:pt x="1124" y="800"/>
                  </a:lnTo>
                  <a:close/>
                  <a:moveTo>
                    <a:pt x="0" y="700"/>
                  </a:moveTo>
                  <a:lnTo>
                    <a:pt x="0" y="824"/>
                  </a:lnTo>
                  <a:lnTo>
                    <a:pt x="100" y="850"/>
                  </a:lnTo>
                  <a:lnTo>
                    <a:pt x="100" y="1074"/>
                  </a:lnTo>
                  <a:lnTo>
                    <a:pt x="0" y="1100"/>
                  </a:lnTo>
                  <a:lnTo>
                    <a:pt x="0" y="1224"/>
                  </a:lnTo>
                  <a:lnTo>
                    <a:pt x="124" y="1224"/>
                  </a:lnTo>
                  <a:lnTo>
                    <a:pt x="124" y="1150"/>
                  </a:lnTo>
                  <a:lnTo>
                    <a:pt x="224" y="1124"/>
                  </a:lnTo>
                  <a:lnTo>
                    <a:pt x="250" y="1024"/>
                  </a:lnTo>
                  <a:lnTo>
                    <a:pt x="324" y="1024"/>
                  </a:lnTo>
                  <a:lnTo>
                    <a:pt x="324" y="900"/>
                  </a:lnTo>
                  <a:lnTo>
                    <a:pt x="250" y="900"/>
                  </a:lnTo>
                  <a:lnTo>
                    <a:pt x="224" y="800"/>
                  </a:lnTo>
                  <a:lnTo>
                    <a:pt x="124" y="774"/>
                  </a:lnTo>
                  <a:lnTo>
                    <a:pt x="124" y="700"/>
                  </a:lnTo>
                  <a:close/>
                  <a:moveTo>
                    <a:pt x="800" y="0"/>
                  </a:moveTo>
                  <a:lnTo>
                    <a:pt x="800" y="124"/>
                  </a:lnTo>
                  <a:lnTo>
                    <a:pt x="874" y="124"/>
                  </a:lnTo>
                  <a:lnTo>
                    <a:pt x="900" y="224"/>
                  </a:lnTo>
                  <a:lnTo>
                    <a:pt x="974" y="224"/>
                  </a:lnTo>
                  <a:lnTo>
                    <a:pt x="1000" y="324"/>
                  </a:lnTo>
                  <a:lnTo>
                    <a:pt x="1074" y="324"/>
                  </a:lnTo>
                  <a:lnTo>
                    <a:pt x="1100" y="424"/>
                  </a:lnTo>
                  <a:lnTo>
                    <a:pt x="1200" y="450"/>
                  </a:lnTo>
                  <a:lnTo>
                    <a:pt x="1174" y="500"/>
                  </a:lnTo>
                  <a:lnTo>
                    <a:pt x="1100" y="500"/>
                  </a:lnTo>
                  <a:lnTo>
                    <a:pt x="1100" y="624"/>
                  </a:lnTo>
                  <a:lnTo>
                    <a:pt x="1324" y="624"/>
                  </a:lnTo>
                  <a:lnTo>
                    <a:pt x="1324" y="550"/>
                  </a:lnTo>
                  <a:lnTo>
                    <a:pt x="1424" y="524"/>
                  </a:lnTo>
                  <a:lnTo>
                    <a:pt x="1450" y="424"/>
                  </a:lnTo>
                  <a:lnTo>
                    <a:pt x="1500" y="450"/>
                  </a:lnTo>
                  <a:lnTo>
                    <a:pt x="1500" y="524"/>
                  </a:lnTo>
                  <a:lnTo>
                    <a:pt x="1624" y="524"/>
                  </a:lnTo>
                  <a:lnTo>
                    <a:pt x="1624" y="450"/>
                  </a:lnTo>
                  <a:lnTo>
                    <a:pt x="1674" y="424"/>
                  </a:lnTo>
                  <a:lnTo>
                    <a:pt x="1700" y="450"/>
                  </a:lnTo>
                  <a:lnTo>
                    <a:pt x="1700" y="574"/>
                  </a:lnTo>
                  <a:lnTo>
                    <a:pt x="1600" y="600"/>
                  </a:lnTo>
                  <a:lnTo>
                    <a:pt x="1600" y="724"/>
                  </a:lnTo>
                  <a:lnTo>
                    <a:pt x="1724" y="724"/>
                  </a:lnTo>
                  <a:lnTo>
                    <a:pt x="1750" y="624"/>
                  </a:lnTo>
                  <a:lnTo>
                    <a:pt x="1800" y="650"/>
                  </a:lnTo>
                  <a:lnTo>
                    <a:pt x="1800" y="724"/>
                  </a:lnTo>
                  <a:lnTo>
                    <a:pt x="1924" y="724"/>
                  </a:lnTo>
                  <a:lnTo>
                    <a:pt x="1924" y="600"/>
                  </a:lnTo>
                  <a:lnTo>
                    <a:pt x="1824" y="574"/>
                  </a:lnTo>
                  <a:lnTo>
                    <a:pt x="1824" y="0"/>
                  </a:lnTo>
                  <a:lnTo>
                    <a:pt x="1600" y="0"/>
                  </a:lnTo>
                  <a:lnTo>
                    <a:pt x="1574" y="100"/>
                  </a:lnTo>
                  <a:lnTo>
                    <a:pt x="1350" y="100"/>
                  </a:lnTo>
                  <a:lnTo>
                    <a:pt x="1324" y="0"/>
                  </a:lnTo>
                  <a:lnTo>
                    <a:pt x="1200" y="0"/>
                  </a:lnTo>
                  <a:lnTo>
                    <a:pt x="1200" y="174"/>
                  </a:lnTo>
                  <a:lnTo>
                    <a:pt x="1174" y="200"/>
                  </a:lnTo>
                  <a:lnTo>
                    <a:pt x="1124" y="174"/>
                  </a:lnTo>
                  <a:lnTo>
                    <a:pt x="1124" y="100"/>
                  </a:lnTo>
                  <a:lnTo>
                    <a:pt x="1024" y="74"/>
                  </a:lnTo>
                  <a:lnTo>
                    <a:pt x="1024" y="0"/>
                  </a:lnTo>
                  <a:close/>
                  <a:moveTo>
                    <a:pt x="1524" y="350"/>
                  </a:moveTo>
                  <a:lnTo>
                    <a:pt x="1574" y="324"/>
                  </a:lnTo>
                  <a:lnTo>
                    <a:pt x="1600" y="374"/>
                  </a:lnTo>
                  <a:lnTo>
                    <a:pt x="1550" y="400"/>
                  </a:lnTo>
                  <a:close/>
                  <a:moveTo>
                    <a:pt x="1224" y="350"/>
                  </a:moveTo>
                  <a:lnTo>
                    <a:pt x="1274" y="324"/>
                  </a:lnTo>
                  <a:lnTo>
                    <a:pt x="1300" y="374"/>
                  </a:lnTo>
                  <a:lnTo>
                    <a:pt x="1250" y="400"/>
                  </a:lnTo>
                  <a:close/>
                  <a:moveTo>
                    <a:pt x="1424" y="250"/>
                  </a:moveTo>
                  <a:lnTo>
                    <a:pt x="1474" y="224"/>
                  </a:lnTo>
                  <a:lnTo>
                    <a:pt x="1500" y="274"/>
                  </a:lnTo>
                  <a:lnTo>
                    <a:pt x="1450" y="300"/>
                  </a:lnTo>
                  <a:close/>
                  <a:moveTo>
                    <a:pt x="1650" y="124"/>
                  </a:moveTo>
                  <a:lnTo>
                    <a:pt x="1700" y="150"/>
                  </a:lnTo>
                  <a:lnTo>
                    <a:pt x="1700" y="274"/>
                  </a:lnTo>
                  <a:lnTo>
                    <a:pt x="1674" y="300"/>
                  </a:lnTo>
                  <a:lnTo>
                    <a:pt x="1624" y="274"/>
                  </a:lnTo>
                  <a:lnTo>
                    <a:pt x="1624" y="150"/>
                  </a:lnTo>
                  <a:close/>
                  <a:moveTo>
                    <a:pt x="600" y="0"/>
                  </a:moveTo>
                  <a:lnTo>
                    <a:pt x="600" y="124"/>
                  </a:lnTo>
                  <a:lnTo>
                    <a:pt x="724" y="124"/>
                  </a:lnTo>
                  <a:lnTo>
                    <a:pt x="724" y="0"/>
                  </a:lnTo>
                  <a:close/>
                  <a:moveTo>
                    <a:pt x="400" y="0"/>
                  </a:moveTo>
                  <a:lnTo>
                    <a:pt x="400" y="124"/>
                  </a:lnTo>
                  <a:lnTo>
                    <a:pt x="524" y="124"/>
                  </a:lnTo>
                  <a:lnTo>
                    <a:pt x="524" y="0"/>
                  </a:lnTo>
                  <a:close/>
                  <a:moveTo>
                    <a:pt x="224" y="0"/>
                  </a:moveTo>
                  <a:lnTo>
                    <a:pt x="100" y="0"/>
                  </a:lnTo>
                  <a:lnTo>
                    <a:pt x="100" y="74"/>
                  </a:lnTo>
                  <a:lnTo>
                    <a:pt x="0" y="100"/>
                  </a:lnTo>
                  <a:lnTo>
                    <a:pt x="0" y="524"/>
                  </a:lnTo>
                  <a:lnTo>
                    <a:pt x="124" y="524"/>
                  </a:lnTo>
                  <a:lnTo>
                    <a:pt x="124" y="450"/>
                  </a:lnTo>
                  <a:lnTo>
                    <a:pt x="224" y="424"/>
                  </a:lnTo>
                  <a:lnTo>
                    <a:pt x="224" y="250"/>
                  </a:lnTo>
                  <a:lnTo>
                    <a:pt x="324" y="224"/>
                  </a:lnTo>
                  <a:lnTo>
                    <a:pt x="324" y="100"/>
                  </a:lnTo>
                  <a:lnTo>
                    <a:pt x="250" y="100"/>
                  </a:lnTo>
                  <a:close/>
                  <a:moveTo>
                    <a:pt x="124" y="150"/>
                  </a:moveTo>
                  <a:lnTo>
                    <a:pt x="174" y="124"/>
                  </a:lnTo>
                  <a:lnTo>
                    <a:pt x="200" y="174"/>
                  </a:lnTo>
                  <a:lnTo>
                    <a:pt x="150" y="200"/>
                  </a:lnTo>
                  <a:close/>
                </a:path>
              </a:pathLst>
            </a:custGeom>
            <a:solidFill>
              <a:srgbClr val="A7CBC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6" name="Efficiency reward illustration color 8"/>
            <p:cNvSpPr/>
            <p:nvPr/>
          </p:nvSpPr>
          <p:spPr>
            <a:xfrm>
              <a:off x="14002939" y="7657003"/>
              <a:ext cx="57059" cy="294803"/>
            </a:xfrm>
            <a:custGeom>
              <a:avLst/>
              <a:gdLst/>
              <a:ahLst/>
              <a:cxnLst/>
              <a:rect l="l" t="t" r="r" b="b"/>
              <a:pathLst>
                <a:path w="624" h="3224">
                  <a:moveTo>
                    <a:pt x="624" y="3000"/>
                  </a:moveTo>
                  <a:lnTo>
                    <a:pt x="500" y="3000"/>
                  </a:lnTo>
                  <a:lnTo>
                    <a:pt x="500" y="3074"/>
                  </a:lnTo>
                  <a:lnTo>
                    <a:pt x="400" y="3100"/>
                  </a:lnTo>
                  <a:lnTo>
                    <a:pt x="400" y="3224"/>
                  </a:lnTo>
                  <a:lnTo>
                    <a:pt x="524" y="3224"/>
                  </a:lnTo>
                  <a:lnTo>
                    <a:pt x="524" y="3150"/>
                  </a:lnTo>
                  <a:lnTo>
                    <a:pt x="624" y="3124"/>
                  </a:lnTo>
                  <a:close/>
                  <a:moveTo>
                    <a:pt x="0" y="3000"/>
                  </a:moveTo>
                  <a:lnTo>
                    <a:pt x="0" y="3124"/>
                  </a:lnTo>
                  <a:lnTo>
                    <a:pt x="74" y="3124"/>
                  </a:lnTo>
                  <a:lnTo>
                    <a:pt x="100" y="3224"/>
                  </a:lnTo>
                  <a:lnTo>
                    <a:pt x="224" y="3224"/>
                  </a:lnTo>
                  <a:lnTo>
                    <a:pt x="224" y="3100"/>
                  </a:lnTo>
                  <a:lnTo>
                    <a:pt x="150" y="3100"/>
                  </a:lnTo>
                  <a:lnTo>
                    <a:pt x="124" y="3000"/>
                  </a:lnTo>
                  <a:close/>
                  <a:moveTo>
                    <a:pt x="624" y="300"/>
                  </a:moveTo>
                  <a:lnTo>
                    <a:pt x="500" y="300"/>
                  </a:lnTo>
                  <a:lnTo>
                    <a:pt x="500" y="374"/>
                  </a:lnTo>
                  <a:lnTo>
                    <a:pt x="400" y="400"/>
                  </a:lnTo>
                  <a:lnTo>
                    <a:pt x="400" y="524"/>
                  </a:lnTo>
                  <a:lnTo>
                    <a:pt x="524" y="524"/>
                  </a:lnTo>
                  <a:lnTo>
                    <a:pt x="524" y="450"/>
                  </a:lnTo>
                  <a:lnTo>
                    <a:pt x="624" y="424"/>
                  </a:lnTo>
                  <a:close/>
                  <a:moveTo>
                    <a:pt x="0" y="30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0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6251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7" name="Efficiency reward illustration color 9"/>
            <p:cNvSpPr/>
            <p:nvPr/>
          </p:nvSpPr>
          <p:spPr>
            <a:xfrm>
              <a:off x="14002939" y="7647859"/>
              <a:ext cx="57059" cy="294803"/>
            </a:xfrm>
            <a:custGeom>
              <a:avLst/>
              <a:gdLst/>
              <a:ahLst/>
              <a:cxnLst/>
              <a:rect l="l" t="t" r="r" b="b"/>
              <a:pathLst>
                <a:path w="624" h="3224">
                  <a:moveTo>
                    <a:pt x="500" y="2900"/>
                  </a:moveTo>
                  <a:lnTo>
                    <a:pt x="500" y="3124"/>
                  </a:lnTo>
                  <a:lnTo>
                    <a:pt x="624" y="3124"/>
                  </a:lnTo>
                  <a:lnTo>
                    <a:pt x="624" y="2900"/>
                  </a:lnTo>
                  <a:close/>
                  <a:moveTo>
                    <a:pt x="0" y="2900"/>
                  </a:moveTo>
                  <a:lnTo>
                    <a:pt x="0" y="3124"/>
                  </a:lnTo>
                  <a:lnTo>
                    <a:pt x="74" y="3124"/>
                  </a:lnTo>
                  <a:lnTo>
                    <a:pt x="100" y="3224"/>
                  </a:lnTo>
                  <a:lnTo>
                    <a:pt x="224" y="3224"/>
                  </a:lnTo>
                  <a:lnTo>
                    <a:pt x="224" y="3100"/>
                  </a:lnTo>
                  <a:lnTo>
                    <a:pt x="124" y="3074"/>
                  </a:lnTo>
                  <a:lnTo>
                    <a:pt x="124" y="2900"/>
                  </a:lnTo>
                  <a:close/>
                  <a:moveTo>
                    <a:pt x="200" y="2700"/>
                  </a:moveTo>
                  <a:lnTo>
                    <a:pt x="200" y="2824"/>
                  </a:lnTo>
                  <a:lnTo>
                    <a:pt x="424" y="2824"/>
                  </a:lnTo>
                  <a:lnTo>
                    <a:pt x="424" y="2700"/>
                  </a:lnTo>
                  <a:close/>
                  <a:moveTo>
                    <a:pt x="100" y="400"/>
                  </a:moveTo>
                  <a:lnTo>
                    <a:pt x="100" y="524"/>
                  </a:lnTo>
                  <a:lnTo>
                    <a:pt x="224" y="524"/>
                  </a:lnTo>
                  <a:lnTo>
                    <a:pt x="224" y="400"/>
                  </a:lnTo>
                  <a:close/>
                  <a:moveTo>
                    <a:pt x="500" y="200"/>
                  </a:moveTo>
                  <a:lnTo>
                    <a:pt x="500" y="424"/>
                  </a:lnTo>
                  <a:lnTo>
                    <a:pt x="624" y="424"/>
                  </a:lnTo>
                  <a:lnTo>
                    <a:pt x="624" y="200"/>
                  </a:lnTo>
                  <a:close/>
                  <a:moveTo>
                    <a:pt x="0" y="200"/>
                  </a:moveTo>
                  <a:lnTo>
                    <a:pt x="0" y="324"/>
                  </a:lnTo>
                  <a:lnTo>
                    <a:pt x="124" y="324"/>
                  </a:lnTo>
                  <a:lnTo>
                    <a:pt x="124" y="200"/>
                  </a:lnTo>
                  <a:close/>
                  <a:moveTo>
                    <a:pt x="200" y="0"/>
                  </a:moveTo>
                  <a:lnTo>
                    <a:pt x="200" y="124"/>
                  </a:lnTo>
                  <a:lnTo>
                    <a:pt x="424" y="124"/>
                  </a:lnTo>
                  <a:lnTo>
                    <a:pt x="424" y="0"/>
                  </a:lnTo>
                  <a:close/>
                </a:path>
              </a:pathLst>
            </a:custGeom>
            <a:solidFill>
              <a:srgbClr val="C290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8" name="Efficiency reward illustration color 10"/>
            <p:cNvSpPr/>
            <p:nvPr/>
          </p:nvSpPr>
          <p:spPr>
            <a:xfrm>
              <a:off x="13865779" y="7519843"/>
              <a:ext cx="715427" cy="642275"/>
            </a:xfrm>
            <a:custGeom>
              <a:avLst/>
              <a:gdLst/>
              <a:ahLst/>
              <a:cxnLst/>
              <a:rect l="l" t="t" r="r" b="b"/>
              <a:pathLst>
                <a:path w="7824" h="7024">
                  <a:moveTo>
                    <a:pt x="6000" y="6900"/>
                  </a:moveTo>
                  <a:lnTo>
                    <a:pt x="6000" y="7024"/>
                  </a:lnTo>
                  <a:lnTo>
                    <a:pt x="6724" y="7024"/>
                  </a:lnTo>
                  <a:lnTo>
                    <a:pt x="6724" y="6900"/>
                  </a:lnTo>
                  <a:close/>
                  <a:moveTo>
                    <a:pt x="1700" y="6700"/>
                  </a:moveTo>
                  <a:lnTo>
                    <a:pt x="1700" y="6824"/>
                  </a:lnTo>
                  <a:lnTo>
                    <a:pt x="1824" y="6824"/>
                  </a:lnTo>
                  <a:lnTo>
                    <a:pt x="1824" y="6700"/>
                  </a:lnTo>
                  <a:close/>
                  <a:moveTo>
                    <a:pt x="7724" y="6600"/>
                  </a:moveTo>
                  <a:lnTo>
                    <a:pt x="7600" y="6600"/>
                  </a:lnTo>
                  <a:lnTo>
                    <a:pt x="7600" y="6774"/>
                  </a:lnTo>
                  <a:lnTo>
                    <a:pt x="7574" y="6800"/>
                  </a:lnTo>
                  <a:lnTo>
                    <a:pt x="7300" y="6800"/>
                  </a:lnTo>
                  <a:lnTo>
                    <a:pt x="7300" y="6924"/>
                  </a:lnTo>
                  <a:lnTo>
                    <a:pt x="7624" y="6924"/>
                  </a:lnTo>
                  <a:lnTo>
                    <a:pt x="7624" y="6850"/>
                  </a:lnTo>
                  <a:lnTo>
                    <a:pt x="7724" y="6824"/>
                  </a:lnTo>
                  <a:close/>
                  <a:moveTo>
                    <a:pt x="2800" y="6600"/>
                  </a:moveTo>
                  <a:lnTo>
                    <a:pt x="2800" y="6724"/>
                  </a:lnTo>
                  <a:lnTo>
                    <a:pt x="2924" y="6724"/>
                  </a:lnTo>
                  <a:lnTo>
                    <a:pt x="2924" y="6600"/>
                  </a:lnTo>
                  <a:close/>
                  <a:moveTo>
                    <a:pt x="3000" y="6500"/>
                  </a:moveTo>
                  <a:lnTo>
                    <a:pt x="3000" y="6624"/>
                  </a:lnTo>
                  <a:lnTo>
                    <a:pt x="3124" y="6624"/>
                  </a:lnTo>
                  <a:lnTo>
                    <a:pt x="3124" y="6500"/>
                  </a:lnTo>
                  <a:close/>
                  <a:moveTo>
                    <a:pt x="1100" y="6500"/>
                  </a:moveTo>
                  <a:lnTo>
                    <a:pt x="1100" y="6624"/>
                  </a:lnTo>
                  <a:lnTo>
                    <a:pt x="1224" y="6624"/>
                  </a:lnTo>
                  <a:lnTo>
                    <a:pt x="1224" y="6500"/>
                  </a:lnTo>
                  <a:close/>
                  <a:moveTo>
                    <a:pt x="2500" y="6300"/>
                  </a:moveTo>
                  <a:lnTo>
                    <a:pt x="2500" y="6424"/>
                  </a:lnTo>
                  <a:lnTo>
                    <a:pt x="2624" y="6424"/>
                  </a:lnTo>
                  <a:lnTo>
                    <a:pt x="2624" y="6300"/>
                  </a:lnTo>
                  <a:close/>
                  <a:moveTo>
                    <a:pt x="1600" y="6300"/>
                  </a:moveTo>
                  <a:lnTo>
                    <a:pt x="1600" y="6424"/>
                  </a:lnTo>
                  <a:lnTo>
                    <a:pt x="1724" y="6424"/>
                  </a:lnTo>
                  <a:lnTo>
                    <a:pt x="1724" y="6300"/>
                  </a:lnTo>
                  <a:close/>
                  <a:moveTo>
                    <a:pt x="3524" y="6200"/>
                  </a:moveTo>
                  <a:lnTo>
                    <a:pt x="3400" y="6200"/>
                  </a:lnTo>
                  <a:lnTo>
                    <a:pt x="3400" y="6274"/>
                  </a:lnTo>
                  <a:lnTo>
                    <a:pt x="3300" y="6300"/>
                  </a:lnTo>
                  <a:lnTo>
                    <a:pt x="3300" y="6424"/>
                  </a:lnTo>
                  <a:lnTo>
                    <a:pt x="3424" y="6424"/>
                  </a:lnTo>
                  <a:lnTo>
                    <a:pt x="3424" y="6350"/>
                  </a:lnTo>
                  <a:lnTo>
                    <a:pt x="3524" y="6324"/>
                  </a:lnTo>
                  <a:close/>
                  <a:moveTo>
                    <a:pt x="2800" y="6200"/>
                  </a:moveTo>
                  <a:lnTo>
                    <a:pt x="2800" y="6324"/>
                  </a:lnTo>
                  <a:lnTo>
                    <a:pt x="2924" y="6324"/>
                  </a:lnTo>
                  <a:lnTo>
                    <a:pt x="2924" y="6200"/>
                  </a:lnTo>
                  <a:close/>
                  <a:moveTo>
                    <a:pt x="600" y="6100"/>
                  </a:moveTo>
                  <a:lnTo>
                    <a:pt x="600" y="6224"/>
                  </a:lnTo>
                  <a:lnTo>
                    <a:pt x="674" y="6224"/>
                  </a:lnTo>
                  <a:lnTo>
                    <a:pt x="700" y="6324"/>
                  </a:lnTo>
                  <a:lnTo>
                    <a:pt x="800" y="6350"/>
                  </a:lnTo>
                  <a:lnTo>
                    <a:pt x="800" y="6424"/>
                  </a:lnTo>
                  <a:lnTo>
                    <a:pt x="924" y="6424"/>
                  </a:lnTo>
                  <a:lnTo>
                    <a:pt x="924" y="6300"/>
                  </a:lnTo>
                  <a:lnTo>
                    <a:pt x="850" y="6300"/>
                  </a:lnTo>
                  <a:lnTo>
                    <a:pt x="824" y="6200"/>
                  </a:lnTo>
                  <a:lnTo>
                    <a:pt x="724" y="6174"/>
                  </a:lnTo>
                  <a:lnTo>
                    <a:pt x="724" y="6100"/>
                  </a:lnTo>
                  <a:close/>
                  <a:moveTo>
                    <a:pt x="2900" y="5900"/>
                  </a:moveTo>
                  <a:lnTo>
                    <a:pt x="2900" y="6024"/>
                  </a:lnTo>
                  <a:lnTo>
                    <a:pt x="3124" y="6024"/>
                  </a:lnTo>
                  <a:lnTo>
                    <a:pt x="3124" y="5900"/>
                  </a:lnTo>
                  <a:close/>
                  <a:moveTo>
                    <a:pt x="1200" y="5900"/>
                  </a:moveTo>
                  <a:lnTo>
                    <a:pt x="1200" y="6024"/>
                  </a:lnTo>
                  <a:lnTo>
                    <a:pt x="2824" y="6024"/>
                  </a:lnTo>
                  <a:lnTo>
                    <a:pt x="2824" y="5900"/>
                  </a:lnTo>
                  <a:close/>
                  <a:moveTo>
                    <a:pt x="900" y="5900"/>
                  </a:moveTo>
                  <a:lnTo>
                    <a:pt x="900" y="6024"/>
                  </a:lnTo>
                  <a:lnTo>
                    <a:pt x="1024" y="6024"/>
                  </a:lnTo>
                  <a:lnTo>
                    <a:pt x="1024" y="5900"/>
                  </a:lnTo>
                  <a:close/>
                  <a:moveTo>
                    <a:pt x="3700" y="5800"/>
                  </a:moveTo>
                  <a:lnTo>
                    <a:pt x="3700" y="5924"/>
                  </a:lnTo>
                  <a:lnTo>
                    <a:pt x="3824" y="5924"/>
                  </a:lnTo>
                  <a:lnTo>
                    <a:pt x="3824" y="5800"/>
                  </a:lnTo>
                  <a:close/>
                  <a:moveTo>
                    <a:pt x="3200" y="5800"/>
                  </a:moveTo>
                  <a:lnTo>
                    <a:pt x="3200" y="5924"/>
                  </a:lnTo>
                  <a:lnTo>
                    <a:pt x="3324" y="5924"/>
                  </a:lnTo>
                  <a:lnTo>
                    <a:pt x="3324" y="5800"/>
                  </a:lnTo>
                  <a:close/>
                  <a:moveTo>
                    <a:pt x="200" y="5400"/>
                  </a:moveTo>
                  <a:lnTo>
                    <a:pt x="200" y="5524"/>
                  </a:lnTo>
                  <a:lnTo>
                    <a:pt x="324" y="5524"/>
                  </a:lnTo>
                  <a:lnTo>
                    <a:pt x="324" y="5400"/>
                  </a:lnTo>
                  <a:close/>
                  <a:moveTo>
                    <a:pt x="3700" y="4900"/>
                  </a:moveTo>
                  <a:lnTo>
                    <a:pt x="3700" y="5024"/>
                  </a:lnTo>
                  <a:lnTo>
                    <a:pt x="3824" y="5024"/>
                  </a:lnTo>
                  <a:lnTo>
                    <a:pt x="3824" y="4900"/>
                  </a:lnTo>
                  <a:close/>
                  <a:moveTo>
                    <a:pt x="400" y="4800"/>
                  </a:moveTo>
                  <a:lnTo>
                    <a:pt x="400" y="4924"/>
                  </a:lnTo>
                  <a:lnTo>
                    <a:pt x="524" y="4924"/>
                  </a:lnTo>
                  <a:lnTo>
                    <a:pt x="524" y="4800"/>
                  </a:lnTo>
                  <a:close/>
                  <a:moveTo>
                    <a:pt x="4100" y="4500"/>
                  </a:moveTo>
                  <a:lnTo>
                    <a:pt x="4100" y="4724"/>
                  </a:lnTo>
                  <a:lnTo>
                    <a:pt x="4224" y="4724"/>
                  </a:lnTo>
                  <a:lnTo>
                    <a:pt x="4224" y="4500"/>
                  </a:lnTo>
                  <a:close/>
                  <a:moveTo>
                    <a:pt x="3800" y="4300"/>
                  </a:moveTo>
                  <a:lnTo>
                    <a:pt x="3800" y="4424"/>
                  </a:lnTo>
                  <a:lnTo>
                    <a:pt x="3924" y="4424"/>
                  </a:lnTo>
                  <a:lnTo>
                    <a:pt x="3924" y="4300"/>
                  </a:lnTo>
                  <a:close/>
                  <a:moveTo>
                    <a:pt x="4600" y="4100"/>
                  </a:moveTo>
                  <a:lnTo>
                    <a:pt x="4600" y="6724"/>
                  </a:lnTo>
                  <a:lnTo>
                    <a:pt x="4674" y="6724"/>
                  </a:lnTo>
                  <a:lnTo>
                    <a:pt x="4700" y="6824"/>
                  </a:lnTo>
                  <a:lnTo>
                    <a:pt x="4800" y="6850"/>
                  </a:lnTo>
                  <a:lnTo>
                    <a:pt x="4800" y="6924"/>
                  </a:lnTo>
                  <a:lnTo>
                    <a:pt x="5674" y="6924"/>
                  </a:lnTo>
                  <a:lnTo>
                    <a:pt x="5700" y="7024"/>
                  </a:lnTo>
                  <a:lnTo>
                    <a:pt x="5924" y="7024"/>
                  </a:lnTo>
                  <a:lnTo>
                    <a:pt x="5924" y="6900"/>
                  </a:lnTo>
                  <a:lnTo>
                    <a:pt x="5750" y="6900"/>
                  </a:lnTo>
                  <a:lnTo>
                    <a:pt x="5724" y="6800"/>
                  </a:lnTo>
                  <a:lnTo>
                    <a:pt x="4850" y="6800"/>
                  </a:lnTo>
                  <a:lnTo>
                    <a:pt x="4824" y="6700"/>
                  </a:lnTo>
                  <a:lnTo>
                    <a:pt x="4724" y="6674"/>
                  </a:lnTo>
                  <a:lnTo>
                    <a:pt x="4724" y="6350"/>
                  </a:lnTo>
                  <a:lnTo>
                    <a:pt x="4750" y="6324"/>
                  </a:lnTo>
                  <a:lnTo>
                    <a:pt x="4800" y="6350"/>
                  </a:lnTo>
                  <a:lnTo>
                    <a:pt x="4800" y="6524"/>
                  </a:lnTo>
                  <a:lnTo>
                    <a:pt x="4874" y="6524"/>
                  </a:lnTo>
                  <a:lnTo>
                    <a:pt x="4900" y="6624"/>
                  </a:lnTo>
                  <a:lnTo>
                    <a:pt x="5424" y="6624"/>
                  </a:lnTo>
                  <a:lnTo>
                    <a:pt x="5424" y="6550"/>
                  </a:lnTo>
                  <a:lnTo>
                    <a:pt x="5524" y="6524"/>
                  </a:lnTo>
                  <a:lnTo>
                    <a:pt x="5524" y="6450"/>
                  </a:lnTo>
                  <a:lnTo>
                    <a:pt x="5624" y="6424"/>
                  </a:lnTo>
                  <a:lnTo>
                    <a:pt x="5624" y="6350"/>
                  </a:lnTo>
                  <a:lnTo>
                    <a:pt x="5724" y="6324"/>
                  </a:lnTo>
                  <a:lnTo>
                    <a:pt x="5724" y="6250"/>
                  </a:lnTo>
                  <a:lnTo>
                    <a:pt x="5824" y="6224"/>
                  </a:lnTo>
                  <a:lnTo>
                    <a:pt x="5824" y="6150"/>
                  </a:lnTo>
                  <a:lnTo>
                    <a:pt x="5924" y="6124"/>
                  </a:lnTo>
                  <a:lnTo>
                    <a:pt x="5924" y="6050"/>
                  </a:lnTo>
                  <a:lnTo>
                    <a:pt x="6024" y="6024"/>
                  </a:lnTo>
                  <a:lnTo>
                    <a:pt x="6024" y="5950"/>
                  </a:lnTo>
                  <a:lnTo>
                    <a:pt x="6124" y="5924"/>
                  </a:lnTo>
                  <a:lnTo>
                    <a:pt x="6124" y="5850"/>
                  </a:lnTo>
                  <a:lnTo>
                    <a:pt x="6224" y="5824"/>
                  </a:lnTo>
                  <a:lnTo>
                    <a:pt x="6250" y="5724"/>
                  </a:lnTo>
                  <a:lnTo>
                    <a:pt x="6324" y="5724"/>
                  </a:lnTo>
                  <a:lnTo>
                    <a:pt x="6324" y="5550"/>
                  </a:lnTo>
                  <a:lnTo>
                    <a:pt x="6424" y="5524"/>
                  </a:lnTo>
                  <a:lnTo>
                    <a:pt x="6450" y="5424"/>
                  </a:lnTo>
                  <a:lnTo>
                    <a:pt x="6624" y="5424"/>
                  </a:lnTo>
                  <a:lnTo>
                    <a:pt x="6624" y="5350"/>
                  </a:lnTo>
                  <a:lnTo>
                    <a:pt x="6724" y="5324"/>
                  </a:lnTo>
                  <a:lnTo>
                    <a:pt x="6750" y="5224"/>
                  </a:lnTo>
                  <a:lnTo>
                    <a:pt x="7074" y="5224"/>
                  </a:lnTo>
                  <a:lnTo>
                    <a:pt x="7100" y="5324"/>
                  </a:lnTo>
                  <a:lnTo>
                    <a:pt x="7274" y="5324"/>
                  </a:lnTo>
                  <a:lnTo>
                    <a:pt x="7300" y="5424"/>
                  </a:lnTo>
                  <a:lnTo>
                    <a:pt x="7424" y="5424"/>
                  </a:lnTo>
                  <a:lnTo>
                    <a:pt x="7424" y="5350"/>
                  </a:lnTo>
                  <a:lnTo>
                    <a:pt x="7524" y="5324"/>
                  </a:lnTo>
                  <a:lnTo>
                    <a:pt x="7524" y="5150"/>
                  </a:lnTo>
                  <a:lnTo>
                    <a:pt x="7624" y="5124"/>
                  </a:lnTo>
                  <a:lnTo>
                    <a:pt x="7650" y="5024"/>
                  </a:lnTo>
                  <a:lnTo>
                    <a:pt x="7700" y="5050"/>
                  </a:lnTo>
                  <a:lnTo>
                    <a:pt x="7700" y="6524"/>
                  </a:lnTo>
                  <a:lnTo>
                    <a:pt x="7824" y="6524"/>
                  </a:lnTo>
                  <a:lnTo>
                    <a:pt x="7824" y="4200"/>
                  </a:lnTo>
                  <a:lnTo>
                    <a:pt x="7724" y="4174"/>
                  </a:lnTo>
                  <a:lnTo>
                    <a:pt x="7724" y="4000"/>
                  </a:lnTo>
                  <a:lnTo>
                    <a:pt x="7550" y="4000"/>
                  </a:lnTo>
                  <a:lnTo>
                    <a:pt x="7524" y="3900"/>
                  </a:lnTo>
                  <a:lnTo>
                    <a:pt x="4900" y="3900"/>
                  </a:lnTo>
                  <a:lnTo>
                    <a:pt x="4900" y="4024"/>
                  </a:lnTo>
                  <a:lnTo>
                    <a:pt x="7474" y="4024"/>
                  </a:lnTo>
                  <a:lnTo>
                    <a:pt x="7500" y="4124"/>
                  </a:lnTo>
                  <a:lnTo>
                    <a:pt x="7574" y="4124"/>
                  </a:lnTo>
                  <a:lnTo>
                    <a:pt x="7600" y="4224"/>
                  </a:lnTo>
                  <a:lnTo>
                    <a:pt x="7700" y="4250"/>
                  </a:lnTo>
                  <a:lnTo>
                    <a:pt x="7700" y="4674"/>
                  </a:lnTo>
                  <a:lnTo>
                    <a:pt x="7674" y="4700"/>
                  </a:lnTo>
                  <a:lnTo>
                    <a:pt x="7624" y="4674"/>
                  </a:lnTo>
                  <a:lnTo>
                    <a:pt x="7624" y="4500"/>
                  </a:lnTo>
                  <a:lnTo>
                    <a:pt x="7524" y="4474"/>
                  </a:lnTo>
                  <a:lnTo>
                    <a:pt x="7524" y="4300"/>
                  </a:lnTo>
                  <a:lnTo>
                    <a:pt x="7450" y="4300"/>
                  </a:lnTo>
                  <a:lnTo>
                    <a:pt x="7424" y="4200"/>
                  </a:lnTo>
                  <a:lnTo>
                    <a:pt x="6750" y="4200"/>
                  </a:lnTo>
                  <a:lnTo>
                    <a:pt x="6724" y="4100"/>
                  </a:lnTo>
                  <a:lnTo>
                    <a:pt x="6600" y="4100"/>
                  </a:lnTo>
                  <a:lnTo>
                    <a:pt x="6574" y="4200"/>
                  </a:lnTo>
                  <a:lnTo>
                    <a:pt x="5450" y="4200"/>
                  </a:lnTo>
                  <a:lnTo>
                    <a:pt x="5424" y="4100"/>
                  </a:lnTo>
                  <a:lnTo>
                    <a:pt x="5100" y="4100"/>
                  </a:lnTo>
                  <a:lnTo>
                    <a:pt x="5074" y="4200"/>
                  </a:lnTo>
                  <a:lnTo>
                    <a:pt x="4900" y="4200"/>
                  </a:lnTo>
                  <a:lnTo>
                    <a:pt x="4900" y="4274"/>
                  </a:lnTo>
                  <a:lnTo>
                    <a:pt x="4800" y="4300"/>
                  </a:lnTo>
                  <a:lnTo>
                    <a:pt x="4800" y="4374"/>
                  </a:lnTo>
                  <a:lnTo>
                    <a:pt x="4750" y="4400"/>
                  </a:lnTo>
                  <a:lnTo>
                    <a:pt x="4724" y="4374"/>
                  </a:lnTo>
                  <a:lnTo>
                    <a:pt x="4724" y="4150"/>
                  </a:lnTo>
                  <a:lnTo>
                    <a:pt x="4824" y="4124"/>
                  </a:lnTo>
                  <a:lnTo>
                    <a:pt x="4824" y="4000"/>
                  </a:lnTo>
                  <a:lnTo>
                    <a:pt x="4700" y="4000"/>
                  </a:lnTo>
                  <a:lnTo>
                    <a:pt x="4700" y="4074"/>
                  </a:lnTo>
                  <a:close/>
                  <a:moveTo>
                    <a:pt x="5124" y="4850"/>
                  </a:moveTo>
                  <a:lnTo>
                    <a:pt x="5174" y="4824"/>
                  </a:lnTo>
                  <a:lnTo>
                    <a:pt x="5200" y="4874"/>
                  </a:lnTo>
                  <a:lnTo>
                    <a:pt x="5150" y="4900"/>
                  </a:lnTo>
                  <a:close/>
                  <a:moveTo>
                    <a:pt x="5650" y="4524"/>
                  </a:moveTo>
                  <a:lnTo>
                    <a:pt x="5874" y="4524"/>
                  </a:lnTo>
                  <a:lnTo>
                    <a:pt x="5900" y="4624"/>
                  </a:lnTo>
                  <a:lnTo>
                    <a:pt x="6074" y="4624"/>
                  </a:lnTo>
                  <a:lnTo>
                    <a:pt x="6100" y="4724"/>
                  </a:lnTo>
                  <a:lnTo>
                    <a:pt x="6200" y="4750"/>
                  </a:lnTo>
                  <a:lnTo>
                    <a:pt x="6200" y="5074"/>
                  </a:lnTo>
                  <a:lnTo>
                    <a:pt x="6100" y="5100"/>
                  </a:lnTo>
                  <a:lnTo>
                    <a:pt x="6100" y="5274"/>
                  </a:lnTo>
                  <a:lnTo>
                    <a:pt x="6074" y="5300"/>
                  </a:lnTo>
                  <a:lnTo>
                    <a:pt x="5550" y="5300"/>
                  </a:lnTo>
                  <a:lnTo>
                    <a:pt x="5524" y="5200"/>
                  </a:lnTo>
                  <a:lnTo>
                    <a:pt x="5424" y="5174"/>
                  </a:lnTo>
                  <a:lnTo>
                    <a:pt x="5424" y="4750"/>
                  </a:lnTo>
                  <a:lnTo>
                    <a:pt x="5524" y="4724"/>
                  </a:lnTo>
                  <a:lnTo>
                    <a:pt x="5524" y="4650"/>
                  </a:lnTo>
                  <a:lnTo>
                    <a:pt x="5624" y="4624"/>
                  </a:lnTo>
                  <a:close/>
                  <a:moveTo>
                    <a:pt x="300" y="3900"/>
                  </a:moveTo>
                  <a:lnTo>
                    <a:pt x="300" y="4124"/>
                  </a:lnTo>
                  <a:lnTo>
                    <a:pt x="424" y="4124"/>
                  </a:lnTo>
                  <a:lnTo>
                    <a:pt x="424" y="3900"/>
                  </a:lnTo>
                  <a:close/>
                  <a:moveTo>
                    <a:pt x="3200" y="3500"/>
                  </a:moveTo>
                  <a:lnTo>
                    <a:pt x="3200" y="3624"/>
                  </a:lnTo>
                  <a:lnTo>
                    <a:pt x="3274" y="3624"/>
                  </a:lnTo>
                  <a:lnTo>
                    <a:pt x="3300" y="3724"/>
                  </a:lnTo>
                  <a:lnTo>
                    <a:pt x="3424" y="3724"/>
                  </a:lnTo>
                  <a:lnTo>
                    <a:pt x="3424" y="3600"/>
                  </a:lnTo>
                  <a:lnTo>
                    <a:pt x="3350" y="3600"/>
                  </a:lnTo>
                  <a:lnTo>
                    <a:pt x="3324" y="3500"/>
                  </a:lnTo>
                  <a:close/>
                  <a:moveTo>
                    <a:pt x="1500" y="3400"/>
                  </a:moveTo>
                  <a:lnTo>
                    <a:pt x="1500" y="3524"/>
                  </a:lnTo>
                  <a:lnTo>
                    <a:pt x="1624" y="3524"/>
                  </a:lnTo>
                  <a:lnTo>
                    <a:pt x="1624" y="3400"/>
                  </a:lnTo>
                  <a:close/>
                  <a:moveTo>
                    <a:pt x="7300" y="3300"/>
                  </a:moveTo>
                  <a:lnTo>
                    <a:pt x="7300" y="3424"/>
                  </a:lnTo>
                  <a:lnTo>
                    <a:pt x="7524" y="3424"/>
                  </a:lnTo>
                  <a:lnTo>
                    <a:pt x="7524" y="3300"/>
                  </a:lnTo>
                  <a:close/>
                  <a:moveTo>
                    <a:pt x="7600" y="3200"/>
                  </a:moveTo>
                  <a:lnTo>
                    <a:pt x="7600" y="3324"/>
                  </a:lnTo>
                  <a:lnTo>
                    <a:pt x="7724" y="3324"/>
                  </a:lnTo>
                  <a:lnTo>
                    <a:pt x="7724" y="3200"/>
                  </a:lnTo>
                  <a:close/>
                  <a:moveTo>
                    <a:pt x="1100" y="3200"/>
                  </a:moveTo>
                  <a:lnTo>
                    <a:pt x="1100" y="3324"/>
                  </a:lnTo>
                  <a:lnTo>
                    <a:pt x="1224" y="3324"/>
                  </a:lnTo>
                  <a:lnTo>
                    <a:pt x="1224" y="3200"/>
                  </a:lnTo>
                  <a:close/>
                  <a:moveTo>
                    <a:pt x="4600" y="3100"/>
                  </a:moveTo>
                  <a:lnTo>
                    <a:pt x="4600" y="3324"/>
                  </a:lnTo>
                  <a:lnTo>
                    <a:pt x="4774" y="3324"/>
                  </a:lnTo>
                  <a:lnTo>
                    <a:pt x="4800" y="3424"/>
                  </a:lnTo>
                  <a:lnTo>
                    <a:pt x="5424" y="3424"/>
                  </a:lnTo>
                  <a:lnTo>
                    <a:pt x="5424" y="3300"/>
                  </a:lnTo>
                  <a:lnTo>
                    <a:pt x="4850" y="3300"/>
                  </a:lnTo>
                  <a:lnTo>
                    <a:pt x="4824" y="3200"/>
                  </a:lnTo>
                  <a:lnTo>
                    <a:pt x="4724" y="3174"/>
                  </a:lnTo>
                  <a:lnTo>
                    <a:pt x="4724" y="3100"/>
                  </a:lnTo>
                  <a:close/>
                  <a:moveTo>
                    <a:pt x="3300" y="3000"/>
                  </a:moveTo>
                  <a:lnTo>
                    <a:pt x="3300" y="3124"/>
                  </a:lnTo>
                  <a:lnTo>
                    <a:pt x="3424" y="3124"/>
                  </a:lnTo>
                  <a:lnTo>
                    <a:pt x="3424" y="3000"/>
                  </a:lnTo>
                  <a:close/>
                  <a:moveTo>
                    <a:pt x="300" y="2900"/>
                  </a:moveTo>
                  <a:lnTo>
                    <a:pt x="300" y="3124"/>
                  </a:lnTo>
                  <a:lnTo>
                    <a:pt x="424" y="3124"/>
                  </a:lnTo>
                  <a:lnTo>
                    <a:pt x="424" y="2900"/>
                  </a:lnTo>
                  <a:close/>
                  <a:moveTo>
                    <a:pt x="0" y="2500"/>
                  </a:moveTo>
                  <a:lnTo>
                    <a:pt x="0" y="2624"/>
                  </a:lnTo>
                  <a:lnTo>
                    <a:pt x="124" y="2624"/>
                  </a:lnTo>
                  <a:lnTo>
                    <a:pt x="124" y="2500"/>
                  </a:lnTo>
                  <a:close/>
                  <a:moveTo>
                    <a:pt x="3800" y="2200"/>
                  </a:moveTo>
                  <a:lnTo>
                    <a:pt x="3800" y="2424"/>
                  </a:lnTo>
                  <a:lnTo>
                    <a:pt x="3924" y="2424"/>
                  </a:lnTo>
                  <a:lnTo>
                    <a:pt x="3924" y="2200"/>
                  </a:lnTo>
                  <a:close/>
                  <a:moveTo>
                    <a:pt x="400" y="2100"/>
                  </a:moveTo>
                  <a:lnTo>
                    <a:pt x="400" y="2224"/>
                  </a:lnTo>
                  <a:lnTo>
                    <a:pt x="524" y="2224"/>
                  </a:lnTo>
                  <a:lnTo>
                    <a:pt x="524" y="2100"/>
                  </a:lnTo>
                  <a:close/>
                  <a:moveTo>
                    <a:pt x="4100" y="2000"/>
                  </a:moveTo>
                  <a:lnTo>
                    <a:pt x="4100" y="2124"/>
                  </a:lnTo>
                  <a:lnTo>
                    <a:pt x="4224" y="2124"/>
                  </a:lnTo>
                  <a:lnTo>
                    <a:pt x="4224" y="2000"/>
                  </a:lnTo>
                  <a:close/>
                  <a:moveTo>
                    <a:pt x="100" y="1800"/>
                  </a:moveTo>
                  <a:lnTo>
                    <a:pt x="100" y="1924"/>
                  </a:lnTo>
                  <a:lnTo>
                    <a:pt x="224" y="1924"/>
                  </a:lnTo>
                  <a:lnTo>
                    <a:pt x="224" y="1800"/>
                  </a:lnTo>
                  <a:close/>
                  <a:moveTo>
                    <a:pt x="3700" y="1700"/>
                  </a:moveTo>
                  <a:lnTo>
                    <a:pt x="3700" y="1824"/>
                  </a:lnTo>
                  <a:lnTo>
                    <a:pt x="3824" y="1824"/>
                  </a:lnTo>
                  <a:lnTo>
                    <a:pt x="3824" y="1700"/>
                  </a:lnTo>
                  <a:close/>
                  <a:moveTo>
                    <a:pt x="4000" y="1500"/>
                  </a:moveTo>
                  <a:lnTo>
                    <a:pt x="4000" y="1624"/>
                  </a:lnTo>
                  <a:lnTo>
                    <a:pt x="4124" y="1624"/>
                  </a:lnTo>
                  <a:lnTo>
                    <a:pt x="4124" y="1500"/>
                  </a:lnTo>
                  <a:close/>
                  <a:moveTo>
                    <a:pt x="3900" y="1200"/>
                  </a:moveTo>
                  <a:lnTo>
                    <a:pt x="3900" y="1324"/>
                  </a:lnTo>
                  <a:lnTo>
                    <a:pt x="4024" y="1324"/>
                  </a:lnTo>
                  <a:lnTo>
                    <a:pt x="4024" y="1200"/>
                  </a:lnTo>
                  <a:close/>
                  <a:moveTo>
                    <a:pt x="3700" y="800"/>
                  </a:moveTo>
                  <a:lnTo>
                    <a:pt x="3700" y="924"/>
                  </a:lnTo>
                  <a:lnTo>
                    <a:pt x="3824" y="924"/>
                  </a:lnTo>
                  <a:lnTo>
                    <a:pt x="3824" y="800"/>
                  </a:lnTo>
                  <a:close/>
                  <a:moveTo>
                    <a:pt x="500" y="800"/>
                  </a:moveTo>
                  <a:lnTo>
                    <a:pt x="500" y="924"/>
                  </a:lnTo>
                  <a:lnTo>
                    <a:pt x="624" y="924"/>
                  </a:lnTo>
                  <a:lnTo>
                    <a:pt x="624" y="800"/>
                  </a:lnTo>
                  <a:close/>
                  <a:moveTo>
                    <a:pt x="4500" y="3024"/>
                  </a:moveTo>
                  <a:lnTo>
                    <a:pt x="4624" y="3024"/>
                  </a:lnTo>
                  <a:lnTo>
                    <a:pt x="4624" y="1850"/>
                  </a:lnTo>
                  <a:lnTo>
                    <a:pt x="4724" y="1824"/>
                  </a:lnTo>
                  <a:lnTo>
                    <a:pt x="4750" y="1724"/>
                  </a:lnTo>
                  <a:lnTo>
                    <a:pt x="4800" y="1750"/>
                  </a:lnTo>
                  <a:lnTo>
                    <a:pt x="4800" y="2724"/>
                  </a:lnTo>
                  <a:lnTo>
                    <a:pt x="4874" y="2724"/>
                  </a:lnTo>
                  <a:lnTo>
                    <a:pt x="4900" y="2824"/>
                  </a:lnTo>
                  <a:lnTo>
                    <a:pt x="5224" y="2824"/>
                  </a:lnTo>
                  <a:lnTo>
                    <a:pt x="5250" y="2724"/>
                  </a:lnTo>
                  <a:lnTo>
                    <a:pt x="5424" y="2724"/>
                  </a:lnTo>
                  <a:lnTo>
                    <a:pt x="5424" y="2650"/>
                  </a:lnTo>
                  <a:lnTo>
                    <a:pt x="5524" y="2624"/>
                  </a:lnTo>
                  <a:lnTo>
                    <a:pt x="5550" y="2524"/>
                  </a:lnTo>
                  <a:lnTo>
                    <a:pt x="5724" y="2524"/>
                  </a:lnTo>
                  <a:lnTo>
                    <a:pt x="5750" y="2424"/>
                  </a:lnTo>
                  <a:lnTo>
                    <a:pt x="5924" y="2424"/>
                  </a:lnTo>
                  <a:lnTo>
                    <a:pt x="5950" y="2324"/>
                  </a:lnTo>
                  <a:lnTo>
                    <a:pt x="6124" y="2324"/>
                  </a:lnTo>
                  <a:lnTo>
                    <a:pt x="6124" y="2250"/>
                  </a:lnTo>
                  <a:lnTo>
                    <a:pt x="6224" y="2224"/>
                  </a:lnTo>
                  <a:lnTo>
                    <a:pt x="6224" y="2150"/>
                  </a:lnTo>
                  <a:lnTo>
                    <a:pt x="6324" y="2124"/>
                  </a:lnTo>
                  <a:lnTo>
                    <a:pt x="6324" y="2050"/>
                  </a:lnTo>
                  <a:lnTo>
                    <a:pt x="6424" y="2024"/>
                  </a:lnTo>
                  <a:lnTo>
                    <a:pt x="6450" y="1924"/>
                  </a:lnTo>
                  <a:lnTo>
                    <a:pt x="6624" y="1924"/>
                  </a:lnTo>
                  <a:lnTo>
                    <a:pt x="6650" y="1824"/>
                  </a:lnTo>
                  <a:lnTo>
                    <a:pt x="6974" y="1824"/>
                  </a:lnTo>
                  <a:lnTo>
                    <a:pt x="7000" y="1924"/>
                  </a:lnTo>
                  <a:lnTo>
                    <a:pt x="7174" y="1924"/>
                  </a:lnTo>
                  <a:lnTo>
                    <a:pt x="7200" y="2024"/>
                  </a:lnTo>
                  <a:lnTo>
                    <a:pt x="7424" y="2024"/>
                  </a:lnTo>
                  <a:lnTo>
                    <a:pt x="7424" y="1850"/>
                  </a:lnTo>
                  <a:lnTo>
                    <a:pt x="7524" y="1824"/>
                  </a:lnTo>
                  <a:lnTo>
                    <a:pt x="7524" y="800"/>
                  </a:lnTo>
                  <a:lnTo>
                    <a:pt x="7350" y="800"/>
                  </a:lnTo>
                  <a:lnTo>
                    <a:pt x="7324" y="700"/>
                  </a:lnTo>
                  <a:lnTo>
                    <a:pt x="4900" y="700"/>
                  </a:lnTo>
                  <a:lnTo>
                    <a:pt x="4900" y="774"/>
                  </a:lnTo>
                  <a:lnTo>
                    <a:pt x="4800" y="800"/>
                  </a:lnTo>
                  <a:lnTo>
                    <a:pt x="4774" y="900"/>
                  </a:lnTo>
                  <a:lnTo>
                    <a:pt x="4724" y="874"/>
                  </a:lnTo>
                  <a:lnTo>
                    <a:pt x="4724" y="800"/>
                  </a:lnTo>
                  <a:lnTo>
                    <a:pt x="4500" y="800"/>
                  </a:lnTo>
                  <a:close/>
                  <a:moveTo>
                    <a:pt x="5550" y="1124"/>
                  </a:moveTo>
                  <a:lnTo>
                    <a:pt x="5974" y="1124"/>
                  </a:lnTo>
                  <a:lnTo>
                    <a:pt x="6000" y="1224"/>
                  </a:lnTo>
                  <a:lnTo>
                    <a:pt x="6074" y="1224"/>
                  </a:lnTo>
                  <a:lnTo>
                    <a:pt x="6100" y="1324"/>
                  </a:lnTo>
                  <a:lnTo>
                    <a:pt x="6200" y="1350"/>
                  </a:lnTo>
                  <a:lnTo>
                    <a:pt x="6200" y="1674"/>
                  </a:lnTo>
                  <a:lnTo>
                    <a:pt x="6100" y="1700"/>
                  </a:lnTo>
                  <a:lnTo>
                    <a:pt x="6100" y="1874"/>
                  </a:lnTo>
                  <a:lnTo>
                    <a:pt x="6074" y="1900"/>
                  </a:lnTo>
                  <a:lnTo>
                    <a:pt x="5900" y="1900"/>
                  </a:lnTo>
                  <a:lnTo>
                    <a:pt x="5900" y="1974"/>
                  </a:lnTo>
                  <a:lnTo>
                    <a:pt x="5850" y="2000"/>
                  </a:lnTo>
                  <a:lnTo>
                    <a:pt x="5824" y="1900"/>
                  </a:lnTo>
                  <a:lnTo>
                    <a:pt x="5450" y="1900"/>
                  </a:lnTo>
                  <a:lnTo>
                    <a:pt x="5424" y="1874"/>
                  </a:lnTo>
                  <a:lnTo>
                    <a:pt x="5424" y="1700"/>
                  </a:lnTo>
                  <a:lnTo>
                    <a:pt x="5324" y="1674"/>
                  </a:lnTo>
                  <a:lnTo>
                    <a:pt x="5324" y="1350"/>
                  </a:lnTo>
                  <a:lnTo>
                    <a:pt x="5424" y="1324"/>
                  </a:lnTo>
                  <a:lnTo>
                    <a:pt x="5424" y="1250"/>
                  </a:lnTo>
                  <a:lnTo>
                    <a:pt x="5524" y="1224"/>
                  </a:lnTo>
                  <a:close/>
                  <a:moveTo>
                    <a:pt x="5424" y="950"/>
                  </a:moveTo>
                  <a:lnTo>
                    <a:pt x="5474" y="924"/>
                  </a:lnTo>
                  <a:lnTo>
                    <a:pt x="5500" y="974"/>
                  </a:lnTo>
                  <a:lnTo>
                    <a:pt x="5450" y="1000"/>
                  </a:lnTo>
                  <a:close/>
                  <a:moveTo>
                    <a:pt x="3200" y="700"/>
                  </a:moveTo>
                  <a:lnTo>
                    <a:pt x="3200" y="924"/>
                  </a:lnTo>
                  <a:lnTo>
                    <a:pt x="3324" y="924"/>
                  </a:lnTo>
                  <a:lnTo>
                    <a:pt x="3324" y="700"/>
                  </a:lnTo>
                  <a:close/>
                  <a:moveTo>
                    <a:pt x="1200" y="600"/>
                  </a:moveTo>
                  <a:lnTo>
                    <a:pt x="1200" y="724"/>
                  </a:lnTo>
                  <a:lnTo>
                    <a:pt x="1324" y="724"/>
                  </a:lnTo>
                  <a:lnTo>
                    <a:pt x="1324" y="600"/>
                  </a:lnTo>
                  <a:close/>
                  <a:moveTo>
                    <a:pt x="2900" y="500"/>
                  </a:moveTo>
                  <a:lnTo>
                    <a:pt x="2900" y="624"/>
                  </a:lnTo>
                  <a:lnTo>
                    <a:pt x="3024" y="624"/>
                  </a:lnTo>
                  <a:lnTo>
                    <a:pt x="3024" y="500"/>
                  </a:lnTo>
                  <a:close/>
                  <a:moveTo>
                    <a:pt x="7500" y="400"/>
                  </a:moveTo>
                  <a:lnTo>
                    <a:pt x="7500" y="524"/>
                  </a:lnTo>
                  <a:lnTo>
                    <a:pt x="7574" y="524"/>
                  </a:lnTo>
                  <a:lnTo>
                    <a:pt x="7600" y="624"/>
                  </a:lnTo>
                  <a:lnTo>
                    <a:pt x="7700" y="650"/>
                  </a:lnTo>
                  <a:lnTo>
                    <a:pt x="7700" y="3124"/>
                  </a:lnTo>
                  <a:lnTo>
                    <a:pt x="7824" y="3124"/>
                  </a:lnTo>
                  <a:lnTo>
                    <a:pt x="7824" y="600"/>
                  </a:lnTo>
                  <a:lnTo>
                    <a:pt x="7750" y="600"/>
                  </a:lnTo>
                  <a:lnTo>
                    <a:pt x="7724" y="500"/>
                  </a:lnTo>
                  <a:lnTo>
                    <a:pt x="7624" y="474"/>
                  </a:lnTo>
                  <a:lnTo>
                    <a:pt x="7624" y="400"/>
                  </a:lnTo>
                  <a:close/>
                  <a:moveTo>
                    <a:pt x="4924" y="400"/>
                  </a:moveTo>
                  <a:lnTo>
                    <a:pt x="4700" y="400"/>
                  </a:lnTo>
                  <a:lnTo>
                    <a:pt x="4700" y="474"/>
                  </a:lnTo>
                  <a:lnTo>
                    <a:pt x="4600" y="500"/>
                  </a:lnTo>
                  <a:lnTo>
                    <a:pt x="4600" y="724"/>
                  </a:lnTo>
                  <a:lnTo>
                    <a:pt x="4724" y="724"/>
                  </a:lnTo>
                  <a:lnTo>
                    <a:pt x="4724" y="550"/>
                  </a:lnTo>
                  <a:lnTo>
                    <a:pt x="4750" y="524"/>
                  </a:lnTo>
                  <a:lnTo>
                    <a:pt x="4924" y="524"/>
                  </a:lnTo>
                  <a:close/>
                  <a:moveTo>
                    <a:pt x="2600" y="400"/>
                  </a:moveTo>
                  <a:lnTo>
                    <a:pt x="2600" y="524"/>
                  </a:lnTo>
                  <a:lnTo>
                    <a:pt x="2724" y="524"/>
                  </a:lnTo>
                  <a:lnTo>
                    <a:pt x="2724" y="400"/>
                  </a:lnTo>
                  <a:close/>
                  <a:moveTo>
                    <a:pt x="1000" y="300"/>
                  </a:moveTo>
                  <a:lnTo>
                    <a:pt x="1000" y="424"/>
                  </a:lnTo>
                  <a:lnTo>
                    <a:pt x="1124" y="424"/>
                  </a:lnTo>
                  <a:lnTo>
                    <a:pt x="1124" y="300"/>
                  </a:lnTo>
                  <a:close/>
                  <a:moveTo>
                    <a:pt x="1800" y="0"/>
                  </a:moveTo>
                  <a:lnTo>
                    <a:pt x="1800" y="124"/>
                  </a:lnTo>
                  <a:lnTo>
                    <a:pt x="1924" y="124"/>
                  </a:lnTo>
                  <a:lnTo>
                    <a:pt x="1924" y="0"/>
                  </a:lnTo>
                  <a:close/>
                </a:path>
              </a:pathLst>
            </a:custGeom>
            <a:solidFill>
              <a:srgbClr val="D9DFD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9" name="Efficiency reward illustration color 11"/>
            <p:cNvSpPr/>
            <p:nvPr/>
          </p:nvSpPr>
          <p:spPr>
            <a:xfrm>
              <a:off x="13865779" y="7538131"/>
              <a:ext cx="386243" cy="596555"/>
            </a:xfrm>
            <a:custGeom>
              <a:avLst/>
              <a:gdLst/>
              <a:ahLst/>
              <a:cxnLst/>
              <a:rect l="l" t="t" r="r" b="b"/>
              <a:pathLst>
                <a:path w="4224" h="6524">
                  <a:moveTo>
                    <a:pt x="1500" y="6400"/>
                  </a:moveTo>
                  <a:lnTo>
                    <a:pt x="1500" y="6524"/>
                  </a:lnTo>
                  <a:lnTo>
                    <a:pt x="1624" y="6524"/>
                  </a:lnTo>
                  <a:lnTo>
                    <a:pt x="1624" y="6400"/>
                  </a:lnTo>
                  <a:close/>
                  <a:moveTo>
                    <a:pt x="2900" y="6300"/>
                  </a:moveTo>
                  <a:lnTo>
                    <a:pt x="2900" y="6424"/>
                  </a:lnTo>
                  <a:lnTo>
                    <a:pt x="3024" y="6424"/>
                  </a:lnTo>
                  <a:lnTo>
                    <a:pt x="3024" y="6300"/>
                  </a:lnTo>
                  <a:close/>
                  <a:moveTo>
                    <a:pt x="2300" y="6200"/>
                  </a:moveTo>
                  <a:lnTo>
                    <a:pt x="2300" y="6324"/>
                  </a:lnTo>
                  <a:lnTo>
                    <a:pt x="2424" y="6324"/>
                  </a:lnTo>
                  <a:lnTo>
                    <a:pt x="2424" y="6200"/>
                  </a:lnTo>
                  <a:close/>
                  <a:moveTo>
                    <a:pt x="1900" y="6200"/>
                  </a:moveTo>
                  <a:lnTo>
                    <a:pt x="1900" y="6324"/>
                  </a:lnTo>
                  <a:lnTo>
                    <a:pt x="2124" y="6324"/>
                  </a:lnTo>
                  <a:lnTo>
                    <a:pt x="2124" y="6200"/>
                  </a:lnTo>
                  <a:close/>
                  <a:moveTo>
                    <a:pt x="2700" y="6100"/>
                  </a:moveTo>
                  <a:lnTo>
                    <a:pt x="2700" y="6224"/>
                  </a:lnTo>
                  <a:lnTo>
                    <a:pt x="2824" y="6224"/>
                  </a:lnTo>
                  <a:lnTo>
                    <a:pt x="2824" y="6100"/>
                  </a:lnTo>
                  <a:close/>
                  <a:moveTo>
                    <a:pt x="3424" y="5700"/>
                  </a:moveTo>
                  <a:lnTo>
                    <a:pt x="3300" y="5700"/>
                  </a:lnTo>
                  <a:lnTo>
                    <a:pt x="3300" y="5774"/>
                  </a:lnTo>
                  <a:lnTo>
                    <a:pt x="3200" y="5800"/>
                  </a:lnTo>
                  <a:lnTo>
                    <a:pt x="3200" y="5924"/>
                  </a:lnTo>
                  <a:lnTo>
                    <a:pt x="3324" y="5924"/>
                  </a:lnTo>
                  <a:lnTo>
                    <a:pt x="3324" y="5850"/>
                  </a:lnTo>
                  <a:lnTo>
                    <a:pt x="3424" y="5824"/>
                  </a:lnTo>
                  <a:close/>
                  <a:moveTo>
                    <a:pt x="3700" y="5500"/>
                  </a:moveTo>
                  <a:lnTo>
                    <a:pt x="3700" y="5624"/>
                  </a:lnTo>
                  <a:lnTo>
                    <a:pt x="3824" y="5624"/>
                  </a:lnTo>
                  <a:lnTo>
                    <a:pt x="3824" y="5500"/>
                  </a:lnTo>
                  <a:close/>
                  <a:moveTo>
                    <a:pt x="3500" y="5400"/>
                  </a:moveTo>
                  <a:lnTo>
                    <a:pt x="3500" y="5524"/>
                  </a:lnTo>
                  <a:lnTo>
                    <a:pt x="3624" y="5524"/>
                  </a:lnTo>
                  <a:lnTo>
                    <a:pt x="3624" y="5400"/>
                  </a:lnTo>
                  <a:close/>
                  <a:moveTo>
                    <a:pt x="1100" y="5400"/>
                  </a:moveTo>
                  <a:lnTo>
                    <a:pt x="1100" y="5524"/>
                  </a:lnTo>
                  <a:lnTo>
                    <a:pt x="1224" y="5524"/>
                  </a:lnTo>
                  <a:lnTo>
                    <a:pt x="1224" y="5400"/>
                  </a:lnTo>
                  <a:close/>
                  <a:moveTo>
                    <a:pt x="3800" y="5300"/>
                  </a:moveTo>
                  <a:lnTo>
                    <a:pt x="3800" y="5424"/>
                  </a:lnTo>
                  <a:lnTo>
                    <a:pt x="3924" y="5424"/>
                  </a:lnTo>
                  <a:lnTo>
                    <a:pt x="3924" y="5300"/>
                  </a:lnTo>
                  <a:close/>
                  <a:moveTo>
                    <a:pt x="3600" y="5200"/>
                  </a:moveTo>
                  <a:lnTo>
                    <a:pt x="3600" y="5324"/>
                  </a:lnTo>
                  <a:lnTo>
                    <a:pt x="3724" y="5324"/>
                  </a:lnTo>
                  <a:lnTo>
                    <a:pt x="3724" y="5200"/>
                  </a:lnTo>
                  <a:close/>
                  <a:moveTo>
                    <a:pt x="3900" y="5000"/>
                  </a:moveTo>
                  <a:lnTo>
                    <a:pt x="3900" y="5124"/>
                  </a:lnTo>
                  <a:lnTo>
                    <a:pt x="4024" y="5124"/>
                  </a:lnTo>
                  <a:lnTo>
                    <a:pt x="4024" y="5000"/>
                  </a:lnTo>
                  <a:close/>
                  <a:moveTo>
                    <a:pt x="1800" y="5000"/>
                  </a:moveTo>
                  <a:lnTo>
                    <a:pt x="1800" y="5124"/>
                  </a:lnTo>
                  <a:lnTo>
                    <a:pt x="1924" y="5124"/>
                  </a:lnTo>
                  <a:lnTo>
                    <a:pt x="1924" y="5000"/>
                  </a:lnTo>
                  <a:close/>
                  <a:moveTo>
                    <a:pt x="4000" y="4600"/>
                  </a:moveTo>
                  <a:lnTo>
                    <a:pt x="4000" y="4724"/>
                  </a:lnTo>
                  <a:lnTo>
                    <a:pt x="4124" y="4724"/>
                  </a:lnTo>
                  <a:lnTo>
                    <a:pt x="4124" y="4600"/>
                  </a:lnTo>
                  <a:close/>
                  <a:moveTo>
                    <a:pt x="100" y="4600"/>
                  </a:moveTo>
                  <a:lnTo>
                    <a:pt x="100" y="4724"/>
                  </a:lnTo>
                  <a:lnTo>
                    <a:pt x="224" y="4724"/>
                  </a:lnTo>
                  <a:lnTo>
                    <a:pt x="224" y="4600"/>
                  </a:lnTo>
                  <a:close/>
                  <a:moveTo>
                    <a:pt x="3800" y="4500"/>
                  </a:moveTo>
                  <a:lnTo>
                    <a:pt x="3800" y="4624"/>
                  </a:lnTo>
                  <a:lnTo>
                    <a:pt x="3924" y="4624"/>
                  </a:lnTo>
                  <a:lnTo>
                    <a:pt x="3924" y="4500"/>
                  </a:lnTo>
                  <a:close/>
                  <a:moveTo>
                    <a:pt x="2000" y="4500"/>
                  </a:moveTo>
                  <a:lnTo>
                    <a:pt x="2000" y="4624"/>
                  </a:lnTo>
                  <a:lnTo>
                    <a:pt x="2124" y="4624"/>
                  </a:lnTo>
                  <a:lnTo>
                    <a:pt x="2124" y="4500"/>
                  </a:lnTo>
                  <a:close/>
                  <a:moveTo>
                    <a:pt x="1400" y="4400"/>
                  </a:moveTo>
                  <a:lnTo>
                    <a:pt x="1400" y="4524"/>
                  </a:lnTo>
                  <a:lnTo>
                    <a:pt x="1524" y="4524"/>
                  </a:lnTo>
                  <a:lnTo>
                    <a:pt x="1524" y="4400"/>
                  </a:lnTo>
                  <a:close/>
                  <a:moveTo>
                    <a:pt x="300" y="4400"/>
                  </a:moveTo>
                  <a:lnTo>
                    <a:pt x="300" y="4524"/>
                  </a:lnTo>
                  <a:lnTo>
                    <a:pt x="424" y="4524"/>
                  </a:lnTo>
                  <a:lnTo>
                    <a:pt x="424" y="4400"/>
                  </a:lnTo>
                  <a:close/>
                  <a:moveTo>
                    <a:pt x="3100" y="4200"/>
                  </a:moveTo>
                  <a:lnTo>
                    <a:pt x="3100" y="4324"/>
                  </a:lnTo>
                  <a:lnTo>
                    <a:pt x="3224" y="4324"/>
                  </a:lnTo>
                  <a:lnTo>
                    <a:pt x="3224" y="4200"/>
                  </a:lnTo>
                  <a:close/>
                  <a:moveTo>
                    <a:pt x="2700" y="4200"/>
                  </a:moveTo>
                  <a:lnTo>
                    <a:pt x="2700" y="4324"/>
                  </a:lnTo>
                  <a:lnTo>
                    <a:pt x="2824" y="4324"/>
                  </a:lnTo>
                  <a:lnTo>
                    <a:pt x="2824" y="4200"/>
                  </a:lnTo>
                  <a:close/>
                  <a:moveTo>
                    <a:pt x="3100" y="4000"/>
                  </a:moveTo>
                  <a:lnTo>
                    <a:pt x="3100" y="4124"/>
                  </a:lnTo>
                  <a:lnTo>
                    <a:pt x="3224" y="4124"/>
                  </a:lnTo>
                  <a:lnTo>
                    <a:pt x="3224" y="4000"/>
                  </a:lnTo>
                  <a:close/>
                  <a:moveTo>
                    <a:pt x="4100" y="3900"/>
                  </a:moveTo>
                  <a:lnTo>
                    <a:pt x="4100" y="4024"/>
                  </a:lnTo>
                  <a:lnTo>
                    <a:pt x="4224" y="4024"/>
                  </a:lnTo>
                  <a:lnTo>
                    <a:pt x="4224" y="3900"/>
                  </a:lnTo>
                  <a:close/>
                  <a:moveTo>
                    <a:pt x="3100" y="3800"/>
                  </a:moveTo>
                  <a:lnTo>
                    <a:pt x="3100" y="3924"/>
                  </a:lnTo>
                  <a:lnTo>
                    <a:pt x="3224" y="3924"/>
                  </a:lnTo>
                  <a:lnTo>
                    <a:pt x="3224" y="3800"/>
                  </a:lnTo>
                  <a:close/>
                  <a:moveTo>
                    <a:pt x="1800" y="3700"/>
                  </a:moveTo>
                  <a:lnTo>
                    <a:pt x="1800" y="3824"/>
                  </a:lnTo>
                  <a:lnTo>
                    <a:pt x="1924" y="3824"/>
                  </a:lnTo>
                  <a:lnTo>
                    <a:pt x="1924" y="3700"/>
                  </a:lnTo>
                  <a:close/>
                  <a:moveTo>
                    <a:pt x="3900" y="3600"/>
                  </a:moveTo>
                  <a:lnTo>
                    <a:pt x="3900" y="3724"/>
                  </a:lnTo>
                  <a:lnTo>
                    <a:pt x="4024" y="3724"/>
                  </a:lnTo>
                  <a:lnTo>
                    <a:pt x="4024" y="3600"/>
                  </a:lnTo>
                  <a:close/>
                  <a:moveTo>
                    <a:pt x="3100" y="3300"/>
                  </a:moveTo>
                  <a:lnTo>
                    <a:pt x="3100" y="3424"/>
                  </a:lnTo>
                  <a:lnTo>
                    <a:pt x="3224" y="3424"/>
                  </a:lnTo>
                  <a:lnTo>
                    <a:pt x="3224" y="3300"/>
                  </a:lnTo>
                  <a:close/>
                  <a:moveTo>
                    <a:pt x="0" y="2900"/>
                  </a:moveTo>
                  <a:lnTo>
                    <a:pt x="0" y="3624"/>
                  </a:lnTo>
                  <a:lnTo>
                    <a:pt x="124" y="3624"/>
                  </a:lnTo>
                  <a:lnTo>
                    <a:pt x="124" y="2900"/>
                  </a:lnTo>
                  <a:close/>
                  <a:moveTo>
                    <a:pt x="3000" y="2700"/>
                  </a:moveTo>
                  <a:lnTo>
                    <a:pt x="3000" y="2824"/>
                  </a:lnTo>
                  <a:lnTo>
                    <a:pt x="3124" y="2824"/>
                  </a:lnTo>
                  <a:lnTo>
                    <a:pt x="3124" y="2700"/>
                  </a:lnTo>
                  <a:close/>
                  <a:moveTo>
                    <a:pt x="1100" y="2700"/>
                  </a:moveTo>
                  <a:lnTo>
                    <a:pt x="1100" y="2824"/>
                  </a:lnTo>
                  <a:lnTo>
                    <a:pt x="1224" y="2824"/>
                  </a:lnTo>
                  <a:lnTo>
                    <a:pt x="1224" y="2700"/>
                  </a:lnTo>
                  <a:close/>
                  <a:moveTo>
                    <a:pt x="3900" y="2500"/>
                  </a:moveTo>
                  <a:lnTo>
                    <a:pt x="3900" y="2924"/>
                  </a:lnTo>
                  <a:lnTo>
                    <a:pt x="4024" y="2924"/>
                  </a:lnTo>
                  <a:lnTo>
                    <a:pt x="4024" y="2500"/>
                  </a:lnTo>
                  <a:close/>
                  <a:moveTo>
                    <a:pt x="4100" y="2200"/>
                  </a:moveTo>
                  <a:lnTo>
                    <a:pt x="4100" y="2324"/>
                  </a:lnTo>
                  <a:lnTo>
                    <a:pt x="4224" y="2324"/>
                  </a:lnTo>
                  <a:lnTo>
                    <a:pt x="4224" y="2200"/>
                  </a:lnTo>
                  <a:close/>
                  <a:moveTo>
                    <a:pt x="300" y="2200"/>
                  </a:moveTo>
                  <a:lnTo>
                    <a:pt x="300" y="2324"/>
                  </a:lnTo>
                  <a:lnTo>
                    <a:pt x="424" y="2324"/>
                  </a:lnTo>
                  <a:lnTo>
                    <a:pt x="424" y="2200"/>
                  </a:lnTo>
                  <a:close/>
                  <a:moveTo>
                    <a:pt x="3300" y="2100"/>
                  </a:moveTo>
                  <a:lnTo>
                    <a:pt x="3300" y="2224"/>
                  </a:lnTo>
                  <a:lnTo>
                    <a:pt x="3424" y="2224"/>
                  </a:lnTo>
                  <a:lnTo>
                    <a:pt x="3424" y="2100"/>
                  </a:lnTo>
                  <a:close/>
                  <a:moveTo>
                    <a:pt x="3100" y="1900"/>
                  </a:moveTo>
                  <a:lnTo>
                    <a:pt x="3100" y="2024"/>
                  </a:lnTo>
                  <a:lnTo>
                    <a:pt x="3224" y="2024"/>
                  </a:lnTo>
                  <a:lnTo>
                    <a:pt x="3224" y="1900"/>
                  </a:lnTo>
                  <a:close/>
                  <a:moveTo>
                    <a:pt x="100" y="1900"/>
                  </a:moveTo>
                  <a:lnTo>
                    <a:pt x="100" y="2024"/>
                  </a:lnTo>
                  <a:lnTo>
                    <a:pt x="224" y="2024"/>
                  </a:lnTo>
                  <a:lnTo>
                    <a:pt x="224" y="1900"/>
                  </a:lnTo>
                  <a:close/>
                  <a:moveTo>
                    <a:pt x="3800" y="1700"/>
                  </a:moveTo>
                  <a:lnTo>
                    <a:pt x="3800" y="1824"/>
                  </a:lnTo>
                  <a:lnTo>
                    <a:pt x="3924" y="1824"/>
                  </a:lnTo>
                  <a:lnTo>
                    <a:pt x="3924" y="1700"/>
                  </a:lnTo>
                  <a:close/>
                  <a:moveTo>
                    <a:pt x="4000" y="1500"/>
                  </a:moveTo>
                  <a:lnTo>
                    <a:pt x="4000" y="1624"/>
                  </a:lnTo>
                  <a:lnTo>
                    <a:pt x="4124" y="1624"/>
                  </a:lnTo>
                  <a:lnTo>
                    <a:pt x="4124" y="1500"/>
                  </a:lnTo>
                  <a:close/>
                  <a:moveTo>
                    <a:pt x="3100" y="1500"/>
                  </a:moveTo>
                  <a:lnTo>
                    <a:pt x="3100" y="1624"/>
                  </a:lnTo>
                  <a:lnTo>
                    <a:pt x="3224" y="1624"/>
                  </a:lnTo>
                  <a:lnTo>
                    <a:pt x="3224" y="1500"/>
                  </a:lnTo>
                  <a:close/>
                  <a:moveTo>
                    <a:pt x="2700" y="1500"/>
                  </a:moveTo>
                  <a:lnTo>
                    <a:pt x="2700" y="1624"/>
                  </a:lnTo>
                  <a:lnTo>
                    <a:pt x="2824" y="1624"/>
                  </a:lnTo>
                  <a:lnTo>
                    <a:pt x="2824" y="1500"/>
                  </a:lnTo>
                  <a:close/>
                  <a:moveTo>
                    <a:pt x="2200" y="1500"/>
                  </a:moveTo>
                  <a:lnTo>
                    <a:pt x="2200" y="1624"/>
                  </a:lnTo>
                  <a:lnTo>
                    <a:pt x="2324" y="1624"/>
                  </a:lnTo>
                  <a:lnTo>
                    <a:pt x="2324" y="1500"/>
                  </a:lnTo>
                  <a:close/>
                  <a:moveTo>
                    <a:pt x="500" y="1300"/>
                  </a:moveTo>
                  <a:lnTo>
                    <a:pt x="500" y="1424"/>
                  </a:lnTo>
                  <a:lnTo>
                    <a:pt x="624" y="1424"/>
                  </a:lnTo>
                  <a:lnTo>
                    <a:pt x="624" y="13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3600" y="1000"/>
                  </a:moveTo>
                  <a:lnTo>
                    <a:pt x="3600" y="1124"/>
                  </a:lnTo>
                  <a:lnTo>
                    <a:pt x="3724" y="1124"/>
                  </a:lnTo>
                  <a:lnTo>
                    <a:pt x="3724" y="1000"/>
                  </a:lnTo>
                  <a:close/>
                  <a:moveTo>
                    <a:pt x="1700" y="1000"/>
                  </a:moveTo>
                  <a:lnTo>
                    <a:pt x="1700" y="1124"/>
                  </a:lnTo>
                  <a:lnTo>
                    <a:pt x="1824" y="1124"/>
                  </a:lnTo>
                  <a:lnTo>
                    <a:pt x="1824" y="1000"/>
                  </a:lnTo>
                  <a:close/>
                  <a:moveTo>
                    <a:pt x="3300" y="900"/>
                  </a:moveTo>
                  <a:lnTo>
                    <a:pt x="3300" y="1924"/>
                  </a:lnTo>
                  <a:lnTo>
                    <a:pt x="3424" y="1924"/>
                  </a:lnTo>
                  <a:lnTo>
                    <a:pt x="3424" y="900"/>
                  </a:lnTo>
                  <a:close/>
                  <a:moveTo>
                    <a:pt x="3100" y="900"/>
                  </a:moveTo>
                  <a:lnTo>
                    <a:pt x="3100" y="1024"/>
                  </a:lnTo>
                  <a:lnTo>
                    <a:pt x="3224" y="1024"/>
                  </a:lnTo>
                  <a:lnTo>
                    <a:pt x="3224" y="900"/>
                  </a:lnTo>
                  <a:close/>
                  <a:moveTo>
                    <a:pt x="3500" y="800"/>
                  </a:moveTo>
                  <a:lnTo>
                    <a:pt x="3500" y="924"/>
                  </a:lnTo>
                  <a:lnTo>
                    <a:pt x="3624" y="924"/>
                  </a:lnTo>
                  <a:lnTo>
                    <a:pt x="3624" y="800"/>
                  </a:lnTo>
                  <a:close/>
                  <a:moveTo>
                    <a:pt x="900" y="800"/>
                  </a:moveTo>
                  <a:lnTo>
                    <a:pt x="900" y="924"/>
                  </a:lnTo>
                  <a:lnTo>
                    <a:pt x="1024" y="924"/>
                  </a:lnTo>
                  <a:lnTo>
                    <a:pt x="1024" y="800"/>
                  </a:lnTo>
                  <a:close/>
                  <a:moveTo>
                    <a:pt x="1100" y="600"/>
                  </a:moveTo>
                  <a:lnTo>
                    <a:pt x="1100" y="724"/>
                  </a:lnTo>
                  <a:lnTo>
                    <a:pt x="1224" y="724"/>
                  </a:lnTo>
                  <a:lnTo>
                    <a:pt x="1224" y="600"/>
                  </a:lnTo>
                  <a:close/>
                  <a:moveTo>
                    <a:pt x="1100" y="400"/>
                  </a:moveTo>
                  <a:lnTo>
                    <a:pt x="1100" y="524"/>
                  </a:lnTo>
                  <a:lnTo>
                    <a:pt x="1224" y="524"/>
                  </a:lnTo>
                  <a:lnTo>
                    <a:pt x="1224" y="400"/>
                  </a:lnTo>
                  <a:close/>
                  <a:moveTo>
                    <a:pt x="3400" y="300"/>
                  </a:moveTo>
                  <a:lnTo>
                    <a:pt x="3400" y="424"/>
                  </a:lnTo>
                  <a:lnTo>
                    <a:pt x="3474" y="424"/>
                  </a:lnTo>
                  <a:lnTo>
                    <a:pt x="3500" y="524"/>
                  </a:lnTo>
                  <a:lnTo>
                    <a:pt x="3624" y="524"/>
                  </a:lnTo>
                  <a:lnTo>
                    <a:pt x="3624" y="400"/>
                  </a:lnTo>
                  <a:lnTo>
                    <a:pt x="3550" y="400"/>
                  </a:lnTo>
                  <a:lnTo>
                    <a:pt x="3524" y="300"/>
                  </a:lnTo>
                  <a:close/>
                  <a:moveTo>
                    <a:pt x="3000" y="300"/>
                  </a:moveTo>
                  <a:lnTo>
                    <a:pt x="3000" y="424"/>
                  </a:lnTo>
                  <a:lnTo>
                    <a:pt x="3124" y="424"/>
                  </a:lnTo>
                  <a:lnTo>
                    <a:pt x="3124" y="300"/>
                  </a:lnTo>
                  <a:close/>
                  <a:moveTo>
                    <a:pt x="2800" y="200"/>
                  </a:moveTo>
                  <a:lnTo>
                    <a:pt x="2800" y="324"/>
                  </a:lnTo>
                  <a:lnTo>
                    <a:pt x="2924" y="324"/>
                  </a:lnTo>
                  <a:lnTo>
                    <a:pt x="2924" y="200"/>
                  </a:lnTo>
                  <a:close/>
                  <a:moveTo>
                    <a:pt x="2400" y="100"/>
                  </a:moveTo>
                  <a:lnTo>
                    <a:pt x="2400" y="224"/>
                  </a:lnTo>
                  <a:lnTo>
                    <a:pt x="2524" y="224"/>
                  </a:lnTo>
                  <a:lnTo>
                    <a:pt x="2524" y="100"/>
                  </a:lnTo>
                  <a:close/>
                  <a:moveTo>
                    <a:pt x="1100" y="100"/>
                  </a:moveTo>
                  <a:lnTo>
                    <a:pt x="1100" y="224"/>
                  </a:lnTo>
                  <a:lnTo>
                    <a:pt x="1224" y="224"/>
                  </a:lnTo>
                  <a:lnTo>
                    <a:pt x="1224" y="10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424" y="124"/>
                  </a:lnTo>
                  <a:lnTo>
                    <a:pt x="1424" y="0"/>
                  </a:lnTo>
                  <a:close/>
                </a:path>
              </a:pathLst>
            </a:custGeom>
            <a:solidFill>
              <a:srgbClr val="7E807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0" name="Efficiency reward illustration color 12"/>
            <p:cNvSpPr/>
            <p:nvPr/>
          </p:nvSpPr>
          <p:spPr>
            <a:xfrm>
              <a:off x="13874923" y="7528987"/>
              <a:ext cx="377099" cy="596555"/>
            </a:xfrm>
            <a:custGeom>
              <a:avLst/>
              <a:gdLst/>
              <a:ahLst/>
              <a:cxnLst/>
              <a:rect l="l" t="t" r="r" b="b"/>
              <a:pathLst>
                <a:path w="4124" h="6524">
                  <a:moveTo>
                    <a:pt x="2700" y="6400"/>
                  </a:moveTo>
                  <a:lnTo>
                    <a:pt x="2700" y="6524"/>
                  </a:lnTo>
                  <a:lnTo>
                    <a:pt x="2824" y="6524"/>
                  </a:lnTo>
                  <a:lnTo>
                    <a:pt x="2824" y="6400"/>
                  </a:lnTo>
                  <a:close/>
                  <a:moveTo>
                    <a:pt x="1200" y="6400"/>
                  </a:moveTo>
                  <a:lnTo>
                    <a:pt x="1200" y="6524"/>
                  </a:lnTo>
                  <a:lnTo>
                    <a:pt x="1324" y="6524"/>
                  </a:lnTo>
                  <a:lnTo>
                    <a:pt x="1324" y="6400"/>
                  </a:lnTo>
                  <a:close/>
                  <a:moveTo>
                    <a:pt x="2900" y="6300"/>
                  </a:moveTo>
                  <a:lnTo>
                    <a:pt x="2900" y="6424"/>
                  </a:lnTo>
                  <a:lnTo>
                    <a:pt x="3024" y="6424"/>
                  </a:lnTo>
                  <a:lnTo>
                    <a:pt x="3024" y="6300"/>
                  </a:lnTo>
                  <a:close/>
                  <a:moveTo>
                    <a:pt x="2400" y="6300"/>
                  </a:moveTo>
                  <a:lnTo>
                    <a:pt x="2400" y="6424"/>
                  </a:lnTo>
                  <a:lnTo>
                    <a:pt x="2524" y="6424"/>
                  </a:lnTo>
                  <a:lnTo>
                    <a:pt x="2524" y="6300"/>
                  </a:lnTo>
                  <a:close/>
                  <a:moveTo>
                    <a:pt x="1000" y="6300"/>
                  </a:moveTo>
                  <a:lnTo>
                    <a:pt x="1000" y="6424"/>
                  </a:lnTo>
                  <a:lnTo>
                    <a:pt x="1124" y="6424"/>
                  </a:lnTo>
                  <a:lnTo>
                    <a:pt x="1124" y="6300"/>
                  </a:lnTo>
                  <a:close/>
                  <a:moveTo>
                    <a:pt x="2700" y="6200"/>
                  </a:moveTo>
                  <a:lnTo>
                    <a:pt x="2700" y="6324"/>
                  </a:lnTo>
                  <a:lnTo>
                    <a:pt x="2824" y="6324"/>
                  </a:lnTo>
                  <a:lnTo>
                    <a:pt x="2824" y="6200"/>
                  </a:lnTo>
                  <a:close/>
                  <a:moveTo>
                    <a:pt x="2900" y="6100"/>
                  </a:moveTo>
                  <a:lnTo>
                    <a:pt x="2900" y="6224"/>
                  </a:lnTo>
                  <a:lnTo>
                    <a:pt x="3024" y="6224"/>
                  </a:lnTo>
                  <a:lnTo>
                    <a:pt x="3024" y="6100"/>
                  </a:lnTo>
                  <a:close/>
                  <a:moveTo>
                    <a:pt x="800" y="5900"/>
                  </a:moveTo>
                  <a:lnTo>
                    <a:pt x="800" y="6024"/>
                  </a:lnTo>
                  <a:lnTo>
                    <a:pt x="874" y="6024"/>
                  </a:lnTo>
                  <a:lnTo>
                    <a:pt x="900" y="6124"/>
                  </a:lnTo>
                  <a:lnTo>
                    <a:pt x="1024" y="6124"/>
                  </a:lnTo>
                  <a:lnTo>
                    <a:pt x="1024" y="6000"/>
                  </a:lnTo>
                  <a:lnTo>
                    <a:pt x="950" y="6000"/>
                  </a:lnTo>
                  <a:lnTo>
                    <a:pt x="924" y="5900"/>
                  </a:lnTo>
                  <a:close/>
                  <a:moveTo>
                    <a:pt x="600" y="5700"/>
                  </a:moveTo>
                  <a:lnTo>
                    <a:pt x="600" y="5824"/>
                  </a:lnTo>
                  <a:lnTo>
                    <a:pt x="724" y="5824"/>
                  </a:lnTo>
                  <a:lnTo>
                    <a:pt x="724" y="5700"/>
                  </a:lnTo>
                  <a:close/>
                  <a:moveTo>
                    <a:pt x="1100" y="5600"/>
                  </a:moveTo>
                  <a:lnTo>
                    <a:pt x="1100" y="5724"/>
                  </a:lnTo>
                  <a:lnTo>
                    <a:pt x="1174" y="5724"/>
                  </a:lnTo>
                  <a:lnTo>
                    <a:pt x="1200" y="5824"/>
                  </a:lnTo>
                  <a:lnTo>
                    <a:pt x="2924" y="5824"/>
                  </a:lnTo>
                  <a:lnTo>
                    <a:pt x="2924" y="5600"/>
                  </a:lnTo>
                  <a:lnTo>
                    <a:pt x="2700" y="5600"/>
                  </a:lnTo>
                  <a:lnTo>
                    <a:pt x="2674" y="5700"/>
                  </a:lnTo>
                  <a:lnTo>
                    <a:pt x="2550" y="5700"/>
                  </a:lnTo>
                  <a:lnTo>
                    <a:pt x="2524" y="5600"/>
                  </a:lnTo>
                  <a:lnTo>
                    <a:pt x="2400" y="5600"/>
                  </a:lnTo>
                  <a:lnTo>
                    <a:pt x="2374" y="5700"/>
                  </a:lnTo>
                  <a:lnTo>
                    <a:pt x="2250" y="5700"/>
                  </a:lnTo>
                  <a:lnTo>
                    <a:pt x="2224" y="5600"/>
                  </a:lnTo>
                  <a:lnTo>
                    <a:pt x="2000" y="5600"/>
                  </a:lnTo>
                  <a:lnTo>
                    <a:pt x="1974" y="5700"/>
                  </a:lnTo>
                  <a:lnTo>
                    <a:pt x="1450" y="5700"/>
                  </a:lnTo>
                  <a:lnTo>
                    <a:pt x="1424" y="5600"/>
                  </a:lnTo>
                  <a:close/>
                  <a:moveTo>
                    <a:pt x="3500" y="5400"/>
                  </a:moveTo>
                  <a:lnTo>
                    <a:pt x="3500" y="5524"/>
                  </a:lnTo>
                  <a:lnTo>
                    <a:pt x="3574" y="5524"/>
                  </a:lnTo>
                  <a:lnTo>
                    <a:pt x="3600" y="5624"/>
                  </a:lnTo>
                  <a:lnTo>
                    <a:pt x="3724" y="5624"/>
                  </a:lnTo>
                  <a:lnTo>
                    <a:pt x="3724" y="5500"/>
                  </a:lnTo>
                  <a:lnTo>
                    <a:pt x="3650" y="5500"/>
                  </a:lnTo>
                  <a:lnTo>
                    <a:pt x="3624" y="5400"/>
                  </a:lnTo>
                  <a:close/>
                  <a:moveTo>
                    <a:pt x="3000" y="5400"/>
                  </a:moveTo>
                  <a:lnTo>
                    <a:pt x="3000" y="5624"/>
                  </a:lnTo>
                  <a:lnTo>
                    <a:pt x="3124" y="5624"/>
                  </a:lnTo>
                  <a:lnTo>
                    <a:pt x="3124" y="5400"/>
                  </a:lnTo>
                  <a:close/>
                  <a:moveTo>
                    <a:pt x="3700" y="5300"/>
                  </a:moveTo>
                  <a:lnTo>
                    <a:pt x="3700" y="5424"/>
                  </a:lnTo>
                  <a:lnTo>
                    <a:pt x="3824" y="5424"/>
                  </a:lnTo>
                  <a:lnTo>
                    <a:pt x="3824" y="5300"/>
                  </a:lnTo>
                  <a:close/>
                  <a:moveTo>
                    <a:pt x="1824" y="5200"/>
                  </a:moveTo>
                  <a:lnTo>
                    <a:pt x="1700" y="5200"/>
                  </a:lnTo>
                  <a:lnTo>
                    <a:pt x="1700" y="5274"/>
                  </a:lnTo>
                  <a:lnTo>
                    <a:pt x="1600" y="5300"/>
                  </a:lnTo>
                  <a:lnTo>
                    <a:pt x="1600" y="5424"/>
                  </a:lnTo>
                  <a:lnTo>
                    <a:pt x="1700" y="5450"/>
                  </a:lnTo>
                  <a:lnTo>
                    <a:pt x="1674" y="5500"/>
                  </a:lnTo>
                  <a:lnTo>
                    <a:pt x="1600" y="5500"/>
                  </a:lnTo>
                  <a:lnTo>
                    <a:pt x="1600" y="5624"/>
                  </a:lnTo>
                  <a:lnTo>
                    <a:pt x="1724" y="5624"/>
                  </a:lnTo>
                  <a:lnTo>
                    <a:pt x="1724" y="5550"/>
                  </a:lnTo>
                  <a:lnTo>
                    <a:pt x="1824" y="5524"/>
                  </a:lnTo>
                  <a:lnTo>
                    <a:pt x="1824" y="5400"/>
                  </a:lnTo>
                  <a:lnTo>
                    <a:pt x="1724" y="5374"/>
                  </a:lnTo>
                  <a:lnTo>
                    <a:pt x="1750" y="5324"/>
                  </a:lnTo>
                  <a:lnTo>
                    <a:pt x="1824" y="5324"/>
                  </a:lnTo>
                  <a:close/>
                  <a:moveTo>
                    <a:pt x="3600" y="5100"/>
                  </a:moveTo>
                  <a:lnTo>
                    <a:pt x="3600" y="5224"/>
                  </a:lnTo>
                  <a:lnTo>
                    <a:pt x="3724" y="5224"/>
                  </a:lnTo>
                  <a:lnTo>
                    <a:pt x="3724" y="5100"/>
                  </a:lnTo>
                  <a:close/>
                  <a:moveTo>
                    <a:pt x="3000" y="5100"/>
                  </a:moveTo>
                  <a:lnTo>
                    <a:pt x="3000" y="5324"/>
                  </a:lnTo>
                  <a:lnTo>
                    <a:pt x="3124" y="5324"/>
                  </a:lnTo>
                  <a:lnTo>
                    <a:pt x="3124" y="5100"/>
                  </a:lnTo>
                  <a:close/>
                  <a:moveTo>
                    <a:pt x="300" y="5100"/>
                  </a:moveTo>
                  <a:lnTo>
                    <a:pt x="300" y="5224"/>
                  </a:lnTo>
                  <a:lnTo>
                    <a:pt x="424" y="5224"/>
                  </a:lnTo>
                  <a:lnTo>
                    <a:pt x="424" y="5100"/>
                  </a:lnTo>
                  <a:close/>
                  <a:moveTo>
                    <a:pt x="100" y="5000"/>
                  </a:moveTo>
                  <a:lnTo>
                    <a:pt x="100" y="5124"/>
                  </a:lnTo>
                  <a:lnTo>
                    <a:pt x="224" y="5124"/>
                  </a:lnTo>
                  <a:lnTo>
                    <a:pt x="224" y="5000"/>
                  </a:lnTo>
                  <a:close/>
                  <a:moveTo>
                    <a:pt x="3700" y="4800"/>
                  </a:moveTo>
                  <a:lnTo>
                    <a:pt x="3700" y="4924"/>
                  </a:lnTo>
                  <a:lnTo>
                    <a:pt x="3824" y="4924"/>
                  </a:lnTo>
                  <a:lnTo>
                    <a:pt x="3824" y="4800"/>
                  </a:lnTo>
                  <a:close/>
                  <a:moveTo>
                    <a:pt x="3000" y="4800"/>
                  </a:moveTo>
                  <a:lnTo>
                    <a:pt x="3000" y="4924"/>
                  </a:lnTo>
                  <a:lnTo>
                    <a:pt x="3124" y="4924"/>
                  </a:lnTo>
                  <a:lnTo>
                    <a:pt x="3124" y="4800"/>
                  </a:lnTo>
                  <a:close/>
                  <a:moveTo>
                    <a:pt x="2700" y="4700"/>
                  </a:moveTo>
                  <a:lnTo>
                    <a:pt x="2700" y="4824"/>
                  </a:lnTo>
                  <a:lnTo>
                    <a:pt x="2824" y="4824"/>
                  </a:lnTo>
                  <a:lnTo>
                    <a:pt x="2824" y="4700"/>
                  </a:lnTo>
                  <a:close/>
                  <a:moveTo>
                    <a:pt x="2224" y="4700"/>
                  </a:moveTo>
                  <a:lnTo>
                    <a:pt x="2100" y="4700"/>
                  </a:lnTo>
                  <a:lnTo>
                    <a:pt x="2100" y="4824"/>
                  </a:lnTo>
                  <a:lnTo>
                    <a:pt x="2174" y="4824"/>
                  </a:lnTo>
                  <a:lnTo>
                    <a:pt x="2200" y="4874"/>
                  </a:lnTo>
                  <a:lnTo>
                    <a:pt x="2100" y="4900"/>
                  </a:lnTo>
                  <a:lnTo>
                    <a:pt x="2074" y="5000"/>
                  </a:lnTo>
                  <a:lnTo>
                    <a:pt x="2000" y="5000"/>
                  </a:lnTo>
                  <a:lnTo>
                    <a:pt x="2000" y="5124"/>
                  </a:lnTo>
                  <a:lnTo>
                    <a:pt x="2124" y="5124"/>
                  </a:lnTo>
                  <a:lnTo>
                    <a:pt x="2124" y="5050"/>
                  </a:lnTo>
                  <a:lnTo>
                    <a:pt x="2224" y="5024"/>
                  </a:lnTo>
                  <a:lnTo>
                    <a:pt x="2250" y="4924"/>
                  </a:lnTo>
                  <a:lnTo>
                    <a:pt x="2324" y="4924"/>
                  </a:lnTo>
                  <a:lnTo>
                    <a:pt x="2324" y="4800"/>
                  </a:lnTo>
                  <a:lnTo>
                    <a:pt x="2250" y="4800"/>
                  </a:lnTo>
                  <a:close/>
                  <a:moveTo>
                    <a:pt x="200" y="4700"/>
                  </a:moveTo>
                  <a:lnTo>
                    <a:pt x="200" y="4924"/>
                  </a:lnTo>
                  <a:lnTo>
                    <a:pt x="324" y="4924"/>
                  </a:lnTo>
                  <a:lnTo>
                    <a:pt x="324" y="4700"/>
                  </a:lnTo>
                  <a:close/>
                  <a:moveTo>
                    <a:pt x="1800" y="4600"/>
                  </a:moveTo>
                  <a:lnTo>
                    <a:pt x="1800" y="4724"/>
                  </a:lnTo>
                  <a:lnTo>
                    <a:pt x="1924" y="4724"/>
                  </a:lnTo>
                  <a:lnTo>
                    <a:pt x="1924" y="4600"/>
                  </a:lnTo>
                  <a:close/>
                  <a:moveTo>
                    <a:pt x="1500" y="4600"/>
                  </a:moveTo>
                  <a:lnTo>
                    <a:pt x="1500" y="4724"/>
                  </a:lnTo>
                  <a:lnTo>
                    <a:pt x="1624" y="4724"/>
                  </a:lnTo>
                  <a:lnTo>
                    <a:pt x="1624" y="4600"/>
                  </a:lnTo>
                  <a:close/>
                  <a:moveTo>
                    <a:pt x="2700" y="4500"/>
                  </a:moveTo>
                  <a:lnTo>
                    <a:pt x="2700" y="4624"/>
                  </a:lnTo>
                  <a:lnTo>
                    <a:pt x="2824" y="4624"/>
                  </a:lnTo>
                  <a:lnTo>
                    <a:pt x="2824" y="4500"/>
                  </a:lnTo>
                  <a:close/>
                  <a:moveTo>
                    <a:pt x="0" y="4500"/>
                  </a:moveTo>
                  <a:lnTo>
                    <a:pt x="0" y="4624"/>
                  </a:lnTo>
                  <a:lnTo>
                    <a:pt x="124" y="4624"/>
                  </a:lnTo>
                  <a:lnTo>
                    <a:pt x="124" y="4500"/>
                  </a:lnTo>
                  <a:close/>
                  <a:moveTo>
                    <a:pt x="3900" y="4400"/>
                  </a:moveTo>
                  <a:lnTo>
                    <a:pt x="3900" y="4524"/>
                  </a:lnTo>
                  <a:lnTo>
                    <a:pt x="4024" y="4524"/>
                  </a:lnTo>
                  <a:lnTo>
                    <a:pt x="4024" y="4400"/>
                  </a:lnTo>
                  <a:close/>
                  <a:moveTo>
                    <a:pt x="2000" y="4400"/>
                  </a:moveTo>
                  <a:lnTo>
                    <a:pt x="2000" y="4524"/>
                  </a:lnTo>
                  <a:lnTo>
                    <a:pt x="2124" y="4524"/>
                  </a:lnTo>
                  <a:lnTo>
                    <a:pt x="2124" y="4400"/>
                  </a:lnTo>
                  <a:close/>
                  <a:moveTo>
                    <a:pt x="1300" y="4400"/>
                  </a:moveTo>
                  <a:lnTo>
                    <a:pt x="1300" y="4524"/>
                  </a:lnTo>
                  <a:lnTo>
                    <a:pt x="1424" y="4524"/>
                  </a:lnTo>
                  <a:lnTo>
                    <a:pt x="1424" y="4400"/>
                  </a:lnTo>
                  <a:close/>
                  <a:moveTo>
                    <a:pt x="3800" y="4100"/>
                  </a:moveTo>
                  <a:lnTo>
                    <a:pt x="3800" y="4224"/>
                  </a:lnTo>
                  <a:lnTo>
                    <a:pt x="3924" y="4224"/>
                  </a:lnTo>
                  <a:lnTo>
                    <a:pt x="3924" y="4100"/>
                  </a:lnTo>
                  <a:close/>
                  <a:moveTo>
                    <a:pt x="2000" y="4100"/>
                  </a:moveTo>
                  <a:lnTo>
                    <a:pt x="2000" y="4224"/>
                  </a:lnTo>
                  <a:lnTo>
                    <a:pt x="2124" y="4224"/>
                  </a:lnTo>
                  <a:lnTo>
                    <a:pt x="2124" y="4100"/>
                  </a:lnTo>
                  <a:close/>
                  <a:moveTo>
                    <a:pt x="1300" y="4100"/>
                  </a:moveTo>
                  <a:lnTo>
                    <a:pt x="1300" y="4224"/>
                  </a:lnTo>
                  <a:lnTo>
                    <a:pt x="1424" y="4224"/>
                  </a:lnTo>
                  <a:lnTo>
                    <a:pt x="1424" y="4100"/>
                  </a:lnTo>
                  <a:close/>
                  <a:moveTo>
                    <a:pt x="1100" y="3500"/>
                  </a:moveTo>
                  <a:lnTo>
                    <a:pt x="1100" y="3624"/>
                  </a:lnTo>
                  <a:lnTo>
                    <a:pt x="1724" y="3624"/>
                  </a:lnTo>
                  <a:lnTo>
                    <a:pt x="1724" y="3500"/>
                  </a:lnTo>
                  <a:close/>
                  <a:moveTo>
                    <a:pt x="1800" y="3500"/>
                  </a:moveTo>
                  <a:lnTo>
                    <a:pt x="1800" y="3624"/>
                  </a:lnTo>
                  <a:lnTo>
                    <a:pt x="2424" y="3624"/>
                  </a:lnTo>
                  <a:lnTo>
                    <a:pt x="2450" y="3524"/>
                  </a:lnTo>
                  <a:lnTo>
                    <a:pt x="2500" y="3550"/>
                  </a:lnTo>
                  <a:lnTo>
                    <a:pt x="2500" y="3624"/>
                  </a:lnTo>
                  <a:lnTo>
                    <a:pt x="2924" y="3624"/>
                  </a:lnTo>
                  <a:lnTo>
                    <a:pt x="2924" y="3500"/>
                  </a:lnTo>
                  <a:lnTo>
                    <a:pt x="2650" y="3500"/>
                  </a:lnTo>
                  <a:lnTo>
                    <a:pt x="2624" y="3400"/>
                  </a:lnTo>
                  <a:lnTo>
                    <a:pt x="2400" y="3400"/>
                  </a:lnTo>
                  <a:lnTo>
                    <a:pt x="2374" y="3500"/>
                  </a:lnTo>
                  <a:lnTo>
                    <a:pt x="2250" y="3500"/>
                  </a:lnTo>
                  <a:lnTo>
                    <a:pt x="2224" y="3400"/>
                  </a:lnTo>
                  <a:lnTo>
                    <a:pt x="2100" y="3400"/>
                  </a:lnTo>
                  <a:lnTo>
                    <a:pt x="2074" y="3500"/>
                  </a:lnTo>
                  <a:close/>
                  <a:moveTo>
                    <a:pt x="100" y="3100"/>
                  </a:moveTo>
                  <a:lnTo>
                    <a:pt x="100" y="3824"/>
                  </a:lnTo>
                  <a:lnTo>
                    <a:pt x="224" y="3824"/>
                  </a:lnTo>
                  <a:lnTo>
                    <a:pt x="224" y="3100"/>
                  </a:lnTo>
                  <a:close/>
                  <a:moveTo>
                    <a:pt x="4000" y="3000"/>
                  </a:moveTo>
                  <a:lnTo>
                    <a:pt x="4000" y="3424"/>
                  </a:lnTo>
                  <a:lnTo>
                    <a:pt x="4124" y="3424"/>
                  </a:lnTo>
                  <a:lnTo>
                    <a:pt x="4124" y="3000"/>
                  </a:lnTo>
                  <a:close/>
                  <a:moveTo>
                    <a:pt x="1000" y="2900"/>
                  </a:moveTo>
                  <a:lnTo>
                    <a:pt x="1000" y="3124"/>
                  </a:lnTo>
                  <a:lnTo>
                    <a:pt x="1124" y="3124"/>
                  </a:lnTo>
                  <a:lnTo>
                    <a:pt x="1124" y="2900"/>
                  </a:lnTo>
                  <a:close/>
                  <a:moveTo>
                    <a:pt x="1600" y="2600"/>
                  </a:moveTo>
                  <a:lnTo>
                    <a:pt x="1600" y="2724"/>
                  </a:lnTo>
                  <a:lnTo>
                    <a:pt x="1700" y="2750"/>
                  </a:lnTo>
                  <a:lnTo>
                    <a:pt x="1674" y="2800"/>
                  </a:lnTo>
                  <a:lnTo>
                    <a:pt x="1600" y="2800"/>
                  </a:lnTo>
                  <a:lnTo>
                    <a:pt x="1600" y="3024"/>
                  </a:lnTo>
                  <a:lnTo>
                    <a:pt x="3024" y="3024"/>
                  </a:lnTo>
                  <a:lnTo>
                    <a:pt x="3050" y="2924"/>
                  </a:lnTo>
                  <a:lnTo>
                    <a:pt x="3100" y="2950"/>
                  </a:lnTo>
                  <a:lnTo>
                    <a:pt x="3100" y="3024"/>
                  </a:lnTo>
                  <a:lnTo>
                    <a:pt x="3224" y="3024"/>
                  </a:lnTo>
                  <a:lnTo>
                    <a:pt x="3224" y="2900"/>
                  </a:lnTo>
                  <a:lnTo>
                    <a:pt x="3150" y="2900"/>
                  </a:lnTo>
                  <a:lnTo>
                    <a:pt x="3124" y="2800"/>
                  </a:lnTo>
                  <a:lnTo>
                    <a:pt x="3000" y="2800"/>
                  </a:lnTo>
                  <a:lnTo>
                    <a:pt x="2974" y="2900"/>
                  </a:lnTo>
                  <a:lnTo>
                    <a:pt x="1750" y="2900"/>
                  </a:lnTo>
                  <a:lnTo>
                    <a:pt x="1724" y="2850"/>
                  </a:lnTo>
                  <a:lnTo>
                    <a:pt x="1824" y="2824"/>
                  </a:lnTo>
                  <a:lnTo>
                    <a:pt x="1824" y="2700"/>
                  </a:lnTo>
                  <a:lnTo>
                    <a:pt x="1750" y="2700"/>
                  </a:lnTo>
                  <a:lnTo>
                    <a:pt x="1724" y="2650"/>
                  </a:lnTo>
                  <a:lnTo>
                    <a:pt x="1824" y="2624"/>
                  </a:lnTo>
                  <a:lnTo>
                    <a:pt x="1824" y="2500"/>
                  </a:lnTo>
                  <a:lnTo>
                    <a:pt x="1700" y="2500"/>
                  </a:lnTo>
                  <a:lnTo>
                    <a:pt x="1700" y="2574"/>
                  </a:lnTo>
                  <a:close/>
                  <a:moveTo>
                    <a:pt x="3000" y="2400"/>
                  </a:moveTo>
                  <a:lnTo>
                    <a:pt x="3000" y="2524"/>
                  </a:lnTo>
                  <a:lnTo>
                    <a:pt x="3124" y="2524"/>
                  </a:lnTo>
                  <a:lnTo>
                    <a:pt x="3124" y="2400"/>
                  </a:lnTo>
                  <a:close/>
                  <a:moveTo>
                    <a:pt x="0" y="2300"/>
                  </a:moveTo>
                  <a:lnTo>
                    <a:pt x="0" y="2424"/>
                  </a:lnTo>
                  <a:lnTo>
                    <a:pt x="124" y="2424"/>
                  </a:lnTo>
                  <a:lnTo>
                    <a:pt x="124" y="2300"/>
                  </a:lnTo>
                  <a:close/>
                  <a:moveTo>
                    <a:pt x="3800" y="2200"/>
                  </a:moveTo>
                  <a:lnTo>
                    <a:pt x="3800" y="2424"/>
                  </a:lnTo>
                  <a:lnTo>
                    <a:pt x="3924" y="2424"/>
                  </a:lnTo>
                  <a:lnTo>
                    <a:pt x="3924" y="2200"/>
                  </a:lnTo>
                  <a:close/>
                  <a:moveTo>
                    <a:pt x="2700" y="2000"/>
                  </a:moveTo>
                  <a:lnTo>
                    <a:pt x="2700" y="2124"/>
                  </a:lnTo>
                  <a:lnTo>
                    <a:pt x="2774" y="2124"/>
                  </a:lnTo>
                  <a:lnTo>
                    <a:pt x="2800" y="2224"/>
                  </a:lnTo>
                  <a:lnTo>
                    <a:pt x="2924" y="2224"/>
                  </a:lnTo>
                  <a:lnTo>
                    <a:pt x="2924" y="2100"/>
                  </a:lnTo>
                  <a:lnTo>
                    <a:pt x="2850" y="2100"/>
                  </a:lnTo>
                  <a:lnTo>
                    <a:pt x="2824" y="2000"/>
                  </a:lnTo>
                  <a:close/>
                  <a:moveTo>
                    <a:pt x="200" y="2000"/>
                  </a:moveTo>
                  <a:lnTo>
                    <a:pt x="200" y="2124"/>
                  </a:lnTo>
                  <a:lnTo>
                    <a:pt x="324" y="2124"/>
                  </a:lnTo>
                  <a:lnTo>
                    <a:pt x="324" y="2000"/>
                  </a:lnTo>
                  <a:close/>
                  <a:moveTo>
                    <a:pt x="3900" y="1900"/>
                  </a:moveTo>
                  <a:lnTo>
                    <a:pt x="3900" y="2024"/>
                  </a:lnTo>
                  <a:lnTo>
                    <a:pt x="4024" y="2024"/>
                  </a:lnTo>
                  <a:lnTo>
                    <a:pt x="4024" y="1900"/>
                  </a:lnTo>
                  <a:close/>
                  <a:moveTo>
                    <a:pt x="2324" y="1900"/>
                  </a:moveTo>
                  <a:lnTo>
                    <a:pt x="2200" y="1900"/>
                  </a:lnTo>
                  <a:lnTo>
                    <a:pt x="2200" y="1974"/>
                  </a:lnTo>
                  <a:lnTo>
                    <a:pt x="2100" y="2000"/>
                  </a:lnTo>
                  <a:lnTo>
                    <a:pt x="2100" y="2124"/>
                  </a:lnTo>
                  <a:lnTo>
                    <a:pt x="2200" y="2150"/>
                  </a:lnTo>
                  <a:lnTo>
                    <a:pt x="2174" y="2200"/>
                  </a:lnTo>
                  <a:lnTo>
                    <a:pt x="2100" y="2200"/>
                  </a:lnTo>
                  <a:lnTo>
                    <a:pt x="2100" y="2324"/>
                  </a:lnTo>
                  <a:lnTo>
                    <a:pt x="2224" y="2324"/>
                  </a:lnTo>
                  <a:lnTo>
                    <a:pt x="2224" y="2250"/>
                  </a:lnTo>
                  <a:lnTo>
                    <a:pt x="2324" y="2224"/>
                  </a:lnTo>
                  <a:lnTo>
                    <a:pt x="2324" y="2100"/>
                  </a:lnTo>
                  <a:lnTo>
                    <a:pt x="2224" y="2074"/>
                  </a:lnTo>
                  <a:lnTo>
                    <a:pt x="2250" y="2024"/>
                  </a:lnTo>
                  <a:lnTo>
                    <a:pt x="2324" y="2024"/>
                  </a:lnTo>
                  <a:close/>
                  <a:moveTo>
                    <a:pt x="1800" y="1900"/>
                  </a:moveTo>
                  <a:lnTo>
                    <a:pt x="1800" y="2024"/>
                  </a:lnTo>
                  <a:lnTo>
                    <a:pt x="1924" y="2024"/>
                  </a:lnTo>
                  <a:lnTo>
                    <a:pt x="1924" y="1900"/>
                  </a:lnTo>
                  <a:close/>
                  <a:moveTo>
                    <a:pt x="2700" y="1800"/>
                  </a:moveTo>
                  <a:lnTo>
                    <a:pt x="2700" y="1924"/>
                  </a:lnTo>
                  <a:lnTo>
                    <a:pt x="2824" y="1924"/>
                  </a:lnTo>
                  <a:lnTo>
                    <a:pt x="2824" y="1800"/>
                  </a:lnTo>
                  <a:close/>
                  <a:moveTo>
                    <a:pt x="2400" y="1800"/>
                  </a:moveTo>
                  <a:lnTo>
                    <a:pt x="2400" y="1924"/>
                  </a:lnTo>
                  <a:lnTo>
                    <a:pt x="2524" y="1924"/>
                  </a:lnTo>
                  <a:lnTo>
                    <a:pt x="2524" y="1800"/>
                  </a:lnTo>
                  <a:close/>
                  <a:moveTo>
                    <a:pt x="2000" y="1700"/>
                  </a:moveTo>
                  <a:lnTo>
                    <a:pt x="2000" y="1824"/>
                  </a:lnTo>
                  <a:lnTo>
                    <a:pt x="2124" y="1824"/>
                  </a:lnTo>
                  <a:lnTo>
                    <a:pt x="2124" y="1700"/>
                  </a:lnTo>
                  <a:close/>
                  <a:moveTo>
                    <a:pt x="1300" y="1700"/>
                  </a:moveTo>
                  <a:lnTo>
                    <a:pt x="1300" y="1824"/>
                  </a:lnTo>
                  <a:lnTo>
                    <a:pt x="1374" y="1824"/>
                  </a:lnTo>
                  <a:lnTo>
                    <a:pt x="1400" y="1924"/>
                  </a:lnTo>
                  <a:lnTo>
                    <a:pt x="1524" y="1924"/>
                  </a:lnTo>
                  <a:lnTo>
                    <a:pt x="1524" y="1800"/>
                  </a:lnTo>
                  <a:lnTo>
                    <a:pt x="1450" y="1800"/>
                  </a:lnTo>
                  <a:lnTo>
                    <a:pt x="1424" y="1700"/>
                  </a:lnTo>
                  <a:close/>
                  <a:moveTo>
                    <a:pt x="100" y="1700"/>
                  </a:moveTo>
                  <a:lnTo>
                    <a:pt x="100" y="1824"/>
                  </a:lnTo>
                  <a:lnTo>
                    <a:pt x="224" y="1824"/>
                  </a:lnTo>
                  <a:lnTo>
                    <a:pt x="224" y="1700"/>
                  </a:lnTo>
                  <a:close/>
                  <a:moveTo>
                    <a:pt x="3700" y="1600"/>
                  </a:moveTo>
                  <a:lnTo>
                    <a:pt x="3700" y="1724"/>
                  </a:lnTo>
                  <a:lnTo>
                    <a:pt x="3824" y="1724"/>
                  </a:lnTo>
                  <a:lnTo>
                    <a:pt x="3824" y="1600"/>
                  </a:lnTo>
                  <a:close/>
                  <a:moveTo>
                    <a:pt x="300" y="1600"/>
                  </a:moveTo>
                  <a:lnTo>
                    <a:pt x="300" y="1724"/>
                  </a:lnTo>
                  <a:lnTo>
                    <a:pt x="424" y="1724"/>
                  </a:lnTo>
                  <a:lnTo>
                    <a:pt x="424" y="1600"/>
                  </a:lnTo>
                  <a:close/>
                  <a:moveTo>
                    <a:pt x="3800" y="1400"/>
                  </a:moveTo>
                  <a:lnTo>
                    <a:pt x="3800" y="1524"/>
                  </a:lnTo>
                  <a:lnTo>
                    <a:pt x="3924" y="1524"/>
                  </a:lnTo>
                  <a:lnTo>
                    <a:pt x="3924" y="1400"/>
                  </a:lnTo>
                  <a:close/>
                  <a:moveTo>
                    <a:pt x="2000" y="1400"/>
                  </a:moveTo>
                  <a:lnTo>
                    <a:pt x="2000" y="1524"/>
                  </a:lnTo>
                  <a:lnTo>
                    <a:pt x="2124" y="1524"/>
                  </a:lnTo>
                  <a:lnTo>
                    <a:pt x="2124" y="1400"/>
                  </a:lnTo>
                  <a:close/>
                  <a:moveTo>
                    <a:pt x="1300" y="1400"/>
                  </a:moveTo>
                  <a:lnTo>
                    <a:pt x="1300" y="1524"/>
                  </a:lnTo>
                  <a:lnTo>
                    <a:pt x="1424" y="1524"/>
                  </a:lnTo>
                  <a:lnTo>
                    <a:pt x="1424" y="1400"/>
                  </a:lnTo>
                  <a:close/>
                  <a:moveTo>
                    <a:pt x="200" y="1300"/>
                  </a:moveTo>
                  <a:lnTo>
                    <a:pt x="200" y="1424"/>
                  </a:lnTo>
                  <a:lnTo>
                    <a:pt x="324" y="1424"/>
                  </a:lnTo>
                  <a:lnTo>
                    <a:pt x="324" y="1300"/>
                  </a:lnTo>
                  <a:close/>
                  <a:moveTo>
                    <a:pt x="3700" y="1100"/>
                  </a:moveTo>
                  <a:lnTo>
                    <a:pt x="3700" y="1224"/>
                  </a:lnTo>
                  <a:lnTo>
                    <a:pt x="3824" y="1224"/>
                  </a:lnTo>
                  <a:lnTo>
                    <a:pt x="3824" y="1100"/>
                  </a:lnTo>
                  <a:close/>
                  <a:moveTo>
                    <a:pt x="300" y="1100"/>
                  </a:moveTo>
                  <a:lnTo>
                    <a:pt x="300" y="1224"/>
                  </a:lnTo>
                  <a:lnTo>
                    <a:pt x="424" y="1224"/>
                  </a:lnTo>
                  <a:lnTo>
                    <a:pt x="424" y="1100"/>
                  </a:lnTo>
                  <a:close/>
                  <a:moveTo>
                    <a:pt x="3500" y="1000"/>
                  </a:moveTo>
                  <a:lnTo>
                    <a:pt x="3500" y="1124"/>
                  </a:lnTo>
                  <a:lnTo>
                    <a:pt x="3624" y="1124"/>
                  </a:lnTo>
                  <a:lnTo>
                    <a:pt x="3624" y="1000"/>
                  </a:lnTo>
                  <a:close/>
                  <a:moveTo>
                    <a:pt x="900" y="800"/>
                  </a:moveTo>
                  <a:lnTo>
                    <a:pt x="900" y="924"/>
                  </a:lnTo>
                  <a:lnTo>
                    <a:pt x="1024" y="924"/>
                  </a:lnTo>
                  <a:lnTo>
                    <a:pt x="1024" y="800"/>
                  </a:lnTo>
                  <a:close/>
                  <a:moveTo>
                    <a:pt x="3300" y="700"/>
                  </a:moveTo>
                  <a:lnTo>
                    <a:pt x="3300" y="824"/>
                  </a:lnTo>
                  <a:lnTo>
                    <a:pt x="3424" y="824"/>
                  </a:lnTo>
                  <a:lnTo>
                    <a:pt x="3424" y="700"/>
                  </a:lnTo>
                  <a:close/>
                  <a:moveTo>
                    <a:pt x="800" y="600"/>
                  </a:moveTo>
                  <a:lnTo>
                    <a:pt x="800" y="724"/>
                  </a:lnTo>
                  <a:lnTo>
                    <a:pt x="924" y="724"/>
                  </a:lnTo>
                  <a:lnTo>
                    <a:pt x="924" y="600"/>
                  </a:lnTo>
                  <a:close/>
                  <a:moveTo>
                    <a:pt x="3100" y="500"/>
                  </a:moveTo>
                  <a:lnTo>
                    <a:pt x="3100" y="624"/>
                  </a:lnTo>
                  <a:lnTo>
                    <a:pt x="3224" y="624"/>
                  </a:lnTo>
                  <a:lnTo>
                    <a:pt x="3224" y="500"/>
                  </a:lnTo>
                  <a:close/>
                  <a:moveTo>
                    <a:pt x="3100" y="300"/>
                  </a:moveTo>
                  <a:lnTo>
                    <a:pt x="3100" y="424"/>
                  </a:lnTo>
                  <a:lnTo>
                    <a:pt x="3224" y="424"/>
                  </a:lnTo>
                  <a:lnTo>
                    <a:pt x="3224" y="300"/>
                  </a:lnTo>
                  <a:close/>
                  <a:moveTo>
                    <a:pt x="900" y="300"/>
                  </a:moveTo>
                  <a:lnTo>
                    <a:pt x="900" y="424"/>
                  </a:lnTo>
                  <a:lnTo>
                    <a:pt x="1024" y="424"/>
                  </a:lnTo>
                  <a:lnTo>
                    <a:pt x="1024" y="300"/>
                  </a:lnTo>
                  <a:close/>
                  <a:moveTo>
                    <a:pt x="2500" y="200"/>
                  </a:moveTo>
                  <a:lnTo>
                    <a:pt x="2500" y="324"/>
                  </a:lnTo>
                  <a:lnTo>
                    <a:pt x="2624" y="324"/>
                  </a:lnTo>
                  <a:lnTo>
                    <a:pt x="2624" y="200"/>
                  </a:lnTo>
                  <a:close/>
                  <a:moveTo>
                    <a:pt x="2700" y="100"/>
                  </a:moveTo>
                  <a:lnTo>
                    <a:pt x="2700" y="224"/>
                  </a:lnTo>
                  <a:lnTo>
                    <a:pt x="2824" y="224"/>
                  </a:lnTo>
                  <a:lnTo>
                    <a:pt x="2824" y="100"/>
                  </a:lnTo>
                  <a:close/>
                  <a:moveTo>
                    <a:pt x="1300" y="100"/>
                  </a:moveTo>
                  <a:lnTo>
                    <a:pt x="1300" y="224"/>
                  </a:lnTo>
                  <a:lnTo>
                    <a:pt x="1424" y="224"/>
                  </a:lnTo>
                  <a:lnTo>
                    <a:pt x="1424" y="100"/>
                  </a:lnTo>
                  <a:close/>
                  <a:moveTo>
                    <a:pt x="2400" y="0"/>
                  </a:moveTo>
                  <a:lnTo>
                    <a:pt x="2400" y="124"/>
                  </a:lnTo>
                  <a:lnTo>
                    <a:pt x="2524" y="124"/>
                  </a:lnTo>
                  <a:lnTo>
                    <a:pt x="2524" y="0"/>
                  </a:lnTo>
                  <a:close/>
                  <a:moveTo>
                    <a:pt x="1600" y="0"/>
                  </a:moveTo>
                  <a:lnTo>
                    <a:pt x="16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424A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1" name="Efficiency reward illustration color 13"/>
            <p:cNvSpPr/>
            <p:nvPr/>
          </p:nvSpPr>
          <p:spPr>
            <a:xfrm>
              <a:off x="13865779" y="7519843"/>
              <a:ext cx="386243" cy="623987"/>
            </a:xfrm>
            <a:custGeom>
              <a:avLst/>
              <a:gdLst/>
              <a:ahLst/>
              <a:cxnLst/>
              <a:rect l="l" t="t" r="r" b="b"/>
              <a:pathLst>
                <a:path w="4224" h="6824">
                  <a:moveTo>
                    <a:pt x="1900" y="6700"/>
                  </a:moveTo>
                  <a:lnTo>
                    <a:pt x="1900" y="6824"/>
                  </a:lnTo>
                  <a:lnTo>
                    <a:pt x="2424" y="6824"/>
                  </a:lnTo>
                  <a:lnTo>
                    <a:pt x="2424" y="6700"/>
                  </a:lnTo>
                  <a:close/>
                  <a:moveTo>
                    <a:pt x="2700" y="6600"/>
                  </a:moveTo>
                  <a:lnTo>
                    <a:pt x="2700" y="6724"/>
                  </a:lnTo>
                  <a:lnTo>
                    <a:pt x="2824" y="6724"/>
                  </a:lnTo>
                  <a:lnTo>
                    <a:pt x="2824" y="6600"/>
                  </a:lnTo>
                  <a:close/>
                  <a:moveTo>
                    <a:pt x="3100" y="6400"/>
                  </a:moveTo>
                  <a:lnTo>
                    <a:pt x="3100" y="6524"/>
                  </a:lnTo>
                  <a:lnTo>
                    <a:pt x="3224" y="6524"/>
                  </a:lnTo>
                  <a:lnTo>
                    <a:pt x="3224" y="6400"/>
                  </a:lnTo>
                  <a:close/>
                  <a:moveTo>
                    <a:pt x="1000" y="6400"/>
                  </a:moveTo>
                  <a:lnTo>
                    <a:pt x="1000" y="6524"/>
                  </a:lnTo>
                  <a:lnTo>
                    <a:pt x="1124" y="6524"/>
                  </a:lnTo>
                  <a:lnTo>
                    <a:pt x="1124" y="6400"/>
                  </a:lnTo>
                  <a:close/>
                  <a:moveTo>
                    <a:pt x="1500" y="6300"/>
                  </a:moveTo>
                  <a:lnTo>
                    <a:pt x="1500" y="6424"/>
                  </a:lnTo>
                  <a:lnTo>
                    <a:pt x="1624" y="6424"/>
                  </a:lnTo>
                  <a:lnTo>
                    <a:pt x="1624" y="6300"/>
                  </a:lnTo>
                  <a:close/>
                  <a:moveTo>
                    <a:pt x="1100" y="6100"/>
                  </a:moveTo>
                  <a:lnTo>
                    <a:pt x="1100" y="6224"/>
                  </a:lnTo>
                  <a:lnTo>
                    <a:pt x="1224" y="6224"/>
                  </a:lnTo>
                  <a:lnTo>
                    <a:pt x="1224" y="6100"/>
                  </a:lnTo>
                  <a:close/>
                  <a:moveTo>
                    <a:pt x="900" y="5700"/>
                  </a:moveTo>
                  <a:lnTo>
                    <a:pt x="900" y="5824"/>
                  </a:lnTo>
                  <a:lnTo>
                    <a:pt x="974" y="5824"/>
                  </a:lnTo>
                  <a:lnTo>
                    <a:pt x="1000" y="5924"/>
                  </a:lnTo>
                  <a:lnTo>
                    <a:pt x="1124" y="5924"/>
                  </a:lnTo>
                  <a:lnTo>
                    <a:pt x="1124" y="5800"/>
                  </a:lnTo>
                  <a:lnTo>
                    <a:pt x="1050" y="5800"/>
                  </a:lnTo>
                  <a:lnTo>
                    <a:pt x="1024" y="5700"/>
                  </a:lnTo>
                  <a:close/>
                  <a:moveTo>
                    <a:pt x="700" y="5700"/>
                  </a:moveTo>
                  <a:lnTo>
                    <a:pt x="700" y="5824"/>
                  </a:lnTo>
                  <a:lnTo>
                    <a:pt x="824" y="5824"/>
                  </a:lnTo>
                  <a:lnTo>
                    <a:pt x="824" y="5700"/>
                  </a:lnTo>
                  <a:close/>
                  <a:moveTo>
                    <a:pt x="300" y="5600"/>
                  </a:moveTo>
                  <a:lnTo>
                    <a:pt x="300" y="5724"/>
                  </a:lnTo>
                  <a:lnTo>
                    <a:pt x="424" y="5724"/>
                  </a:lnTo>
                  <a:lnTo>
                    <a:pt x="424" y="5600"/>
                  </a:lnTo>
                  <a:close/>
                  <a:moveTo>
                    <a:pt x="3900" y="5300"/>
                  </a:moveTo>
                  <a:lnTo>
                    <a:pt x="3900" y="5424"/>
                  </a:lnTo>
                  <a:lnTo>
                    <a:pt x="4024" y="5424"/>
                  </a:lnTo>
                  <a:lnTo>
                    <a:pt x="4024" y="5300"/>
                  </a:lnTo>
                  <a:close/>
                  <a:moveTo>
                    <a:pt x="3300" y="5300"/>
                  </a:moveTo>
                  <a:lnTo>
                    <a:pt x="3300" y="5624"/>
                  </a:lnTo>
                  <a:lnTo>
                    <a:pt x="3424" y="5624"/>
                  </a:lnTo>
                  <a:lnTo>
                    <a:pt x="3424" y="5300"/>
                  </a:lnTo>
                  <a:close/>
                  <a:moveTo>
                    <a:pt x="500" y="5300"/>
                  </a:moveTo>
                  <a:lnTo>
                    <a:pt x="500" y="5424"/>
                  </a:lnTo>
                  <a:lnTo>
                    <a:pt x="624" y="5424"/>
                  </a:lnTo>
                  <a:lnTo>
                    <a:pt x="624" y="5300"/>
                  </a:lnTo>
                  <a:close/>
                  <a:moveTo>
                    <a:pt x="200" y="5300"/>
                  </a:moveTo>
                  <a:lnTo>
                    <a:pt x="200" y="5424"/>
                  </a:lnTo>
                  <a:lnTo>
                    <a:pt x="324" y="5424"/>
                  </a:lnTo>
                  <a:lnTo>
                    <a:pt x="324" y="5300"/>
                  </a:lnTo>
                  <a:close/>
                  <a:moveTo>
                    <a:pt x="3700" y="5000"/>
                  </a:moveTo>
                  <a:lnTo>
                    <a:pt x="3700" y="5124"/>
                  </a:lnTo>
                  <a:lnTo>
                    <a:pt x="3824" y="5124"/>
                  </a:lnTo>
                  <a:lnTo>
                    <a:pt x="3824" y="5000"/>
                  </a:lnTo>
                  <a:close/>
                  <a:moveTo>
                    <a:pt x="3300" y="5000"/>
                  </a:moveTo>
                  <a:lnTo>
                    <a:pt x="3300" y="5124"/>
                  </a:lnTo>
                  <a:lnTo>
                    <a:pt x="3424" y="5124"/>
                  </a:lnTo>
                  <a:lnTo>
                    <a:pt x="3424" y="5000"/>
                  </a:lnTo>
                  <a:close/>
                  <a:moveTo>
                    <a:pt x="400" y="5000"/>
                  </a:moveTo>
                  <a:lnTo>
                    <a:pt x="400" y="5124"/>
                  </a:lnTo>
                  <a:lnTo>
                    <a:pt x="524" y="5124"/>
                  </a:lnTo>
                  <a:lnTo>
                    <a:pt x="524" y="5000"/>
                  </a:lnTo>
                  <a:close/>
                  <a:moveTo>
                    <a:pt x="4000" y="4900"/>
                  </a:moveTo>
                  <a:lnTo>
                    <a:pt x="4000" y="5024"/>
                  </a:lnTo>
                  <a:lnTo>
                    <a:pt x="4124" y="5024"/>
                  </a:lnTo>
                  <a:lnTo>
                    <a:pt x="4124" y="4900"/>
                  </a:lnTo>
                  <a:close/>
                  <a:moveTo>
                    <a:pt x="100" y="4900"/>
                  </a:moveTo>
                  <a:lnTo>
                    <a:pt x="100" y="5024"/>
                  </a:lnTo>
                  <a:lnTo>
                    <a:pt x="224" y="5024"/>
                  </a:lnTo>
                  <a:lnTo>
                    <a:pt x="224" y="4900"/>
                  </a:lnTo>
                  <a:close/>
                  <a:moveTo>
                    <a:pt x="3300" y="4800"/>
                  </a:moveTo>
                  <a:lnTo>
                    <a:pt x="3300" y="4924"/>
                  </a:lnTo>
                  <a:lnTo>
                    <a:pt x="3424" y="4924"/>
                  </a:lnTo>
                  <a:lnTo>
                    <a:pt x="3424" y="4800"/>
                  </a:lnTo>
                  <a:close/>
                  <a:moveTo>
                    <a:pt x="3800" y="4500"/>
                  </a:moveTo>
                  <a:lnTo>
                    <a:pt x="3800" y="4624"/>
                  </a:lnTo>
                  <a:lnTo>
                    <a:pt x="3924" y="4624"/>
                  </a:lnTo>
                  <a:lnTo>
                    <a:pt x="3924" y="4500"/>
                  </a:lnTo>
                  <a:close/>
                  <a:moveTo>
                    <a:pt x="300" y="4400"/>
                  </a:moveTo>
                  <a:lnTo>
                    <a:pt x="300" y="4524"/>
                  </a:lnTo>
                  <a:lnTo>
                    <a:pt x="424" y="4524"/>
                  </a:lnTo>
                  <a:lnTo>
                    <a:pt x="424" y="4400"/>
                  </a:lnTo>
                  <a:close/>
                  <a:moveTo>
                    <a:pt x="4100" y="4300"/>
                  </a:moveTo>
                  <a:lnTo>
                    <a:pt x="4100" y="4424"/>
                  </a:lnTo>
                  <a:lnTo>
                    <a:pt x="4224" y="4424"/>
                  </a:lnTo>
                  <a:lnTo>
                    <a:pt x="4224" y="4300"/>
                  </a:lnTo>
                  <a:close/>
                  <a:moveTo>
                    <a:pt x="0" y="4100"/>
                  </a:moveTo>
                  <a:lnTo>
                    <a:pt x="0" y="4324"/>
                  </a:lnTo>
                  <a:lnTo>
                    <a:pt x="124" y="4324"/>
                  </a:lnTo>
                  <a:lnTo>
                    <a:pt x="124" y="4100"/>
                  </a:lnTo>
                  <a:close/>
                  <a:moveTo>
                    <a:pt x="3300" y="3700"/>
                  </a:moveTo>
                  <a:lnTo>
                    <a:pt x="3300" y="3824"/>
                  </a:lnTo>
                  <a:lnTo>
                    <a:pt x="3424" y="3824"/>
                  </a:lnTo>
                  <a:lnTo>
                    <a:pt x="3424" y="3700"/>
                  </a:lnTo>
                  <a:close/>
                  <a:moveTo>
                    <a:pt x="900" y="3600"/>
                  </a:moveTo>
                  <a:lnTo>
                    <a:pt x="900" y="3724"/>
                  </a:lnTo>
                  <a:lnTo>
                    <a:pt x="1024" y="3724"/>
                  </a:lnTo>
                  <a:lnTo>
                    <a:pt x="1024" y="3600"/>
                  </a:lnTo>
                  <a:close/>
                  <a:moveTo>
                    <a:pt x="900" y="3000"/>
                  </a:moveTo>
                  <a:lnTo>
                    <a:pt x="900" y="3124"/>
                  </a:lnTo>
                  <a:lnTo>
                    <a:pt x="1024" y="3124"/>
                  </a:lnTo>
                  <a:lnTo>
                    <a:pt x="1024" y="3000"/>
                  </a:lnTo>
                  <a:close/>
                  <a:moveTo>
                    <a:pt x="3300" y="2900"/>
                  </a:moveTo>
                  <a:lnTo>
                    <a:pt x="3300" y="3024"/>
                  </a:lnTo>
                  <a:lnTo>
                    <a:pt x="3424" y="3024"/>
                  </a:lnTo>
                  <a:lnTo>
                    <a:pt x="3424" y="2900"/>
                  </a:lnTo>
                  <a:close/>
                  <a:moveTo>
                    <a:pt x="0" y="2800"/>
                  </a:moveTo>
                  <a:lnTo>
                    <a:pt x="0" y="2924"/>
                  </a:lnTo>
                  <a:lnTo>
                    <a:pt x="124" y="2924"/>
                  </a:lnTo>
                  <a:lnTo>
                    <a:pt x="124" y="2800"/>
                  </a:lnTo>
                  <a:close/>
                  <a:moveTo>
                    <a:pt x="300" y="2600"/>
                  </a:moveTo>
                  <a:lnTo>
                    <a:pt x="300" y="2824"/>
                  </a:lnTo>
                  <a:lnTo>
                    <a:pt x="424" y="2824"/>
                  </a:lnTo>
                  <a:lnTo>
                    <a:pt x="424" y="2600"/>
                  </a:lnTo>
                  <a:close/>
                  <a:moveTo>
                    <a:pt x="4100" y="2200"/>
                  </a:moveTo>
                  <a:lnTo>
                    <a:pt x="4100" y="2324"/>
                  </a:lnTo>
                  <a:lnTo>
                    <a:pt x="4224" y="2324"/>
                  </a:lnTo>
                  <a:lnTo>
                    <a:pt x="4224" y="2200"/>
                  </a:lnTo>
                  <a:close/>
                  <a:moveTo>
                    <a:pt x="3800" y="2000"/>
                  </a:moveTo>
                  <a:lnTo>
                    <a:pt x="3800" y="2124"/>
                  </a:lnTo>
                  <a:lnTo>
                    <a:pt x="3924" y="2124"/>
                  </a:lnTo>
                  <a:lnTo>
                    <a:pt x="3924" y="2000"/>
                  </a:lnTo>
                  <a:close/>
                  <a:moveTo>
                    <a:pt x="100" y="2000"/>
                  </a:moveTo>
                  <a:lnTo>
                    <a:pt x="100" y="2124"/>
                  </a:lnTo>
                  <a:lnTo>
                    <a:pt x="224" y="2124"/>
                  </a:lnTo>
                  <a:lnTo>
                    <a:pt x="224" y="2000"/>
                  </a:lnTo>
                  <a:close/>
                  <a:moveTo>
                    <a:pt x="400" y="1900"/>
                  </a:moveTo>
                  <a:lnTo>
                    <a:pt x="400" y="2024"/>
                  </a:lnTo>
                  <a:lnTo>
                    <a:pt x="524" y="2024"/>
                  </a:lnTo>
                  <a:lnTo>
                    <a:pt x="524" y="1900"/>
                  </a:lnTo>
                  <a:close/>
                  <a:moveTo>
                    <a:pt x="3900" y="1300"/>
                  </a:moveTo>
                  <a:lnTo>
                    <a:pt x="3900" y="1424"/>
                  </a:lnTo>
                  <a:lnTo>
                    <a:pt x="4024" y="1424"/>
                  </a:lnTo>
                  <a:lnTo>
                    <a:pt x="4024" y="1300"/>
                  </a:lnTo>
                  <a:close/>
                  <a:moveTo>
                    <a:pt x="600" y="1300"/>
                  </a:moveTo>
                  <a:lnTo>
                    <a:pt x="600" y="1424"/>
                  </a:lnTo>
                  <a:lnTo>
                    <a:pt x="724" y="1424"/>
                  </a:lnTo>
                  <a:lnTo>
                    <a:pt x="724" y="1300"/>
                  </a:lnTo>
                  <a:close/>
                  <a:moveTo>
                    <a:pt x="3800" y="1000"/>
                  </a:moveTo>
                  <a:lnTo>
                    <a:pt x="3800" y="1124"/>
                  </a:lnTo>
                  <a:lnTo>
                    <a:pt x="3924" y="1124"/>
                  </a:lnTo>
                  <a:lnTo>
                    <a:pt x="3924" y="1000"/>
                  </a:lnTo>
                  <a:close/>
                  <a:moveTo>
                    <a:pt x="3524" y="900"/>
                  </a:moveTo>
                  <a:lnTo>
                    <a:pt x="3400" y="900"/>
                  </a:lnTo>
                  <a:lnTo>
                    <a:pt x="3400" y="974"/>
                  </a:lnTo>
                  <a:lnTo>
                    <a:pt x="3300" y="1000"/>
                  </a:lnTo>
                  <a:lnTo>
                    <a:pt x="3300" y="1124"/>
                  </a:lnTo>
                  <a:lnTo>
                    <a:pt x="3424" y="1124"/>
                  </a:lnTo>
                  <a:lnTo>
                    <a:pt x="3424" y="1050"/>
                  </a:lnTo>
                  <a:lnTo>
                    <a:pt x="3524" y="1024"/>
                  </a:lnTo>
                  <a:close/>
                  <a:moveTo>
                    <a:pt x="1124" y="700"/>
                  </a:moveTo>
                  <a:lnTo>
                    <a:pt x="1000" y="700"/>
                  </a:lnTo>
                  <a:lnTo>
                    <a:pt x="1000" y="774"/>
                  </a:lnTo>
                  <a:lnTo>
                    <a:pt x="900" y="800"/>
                  </a:lnTo>
                  <a:lnTo>
                    <a:pt x="900" y="924"/>
                  </a:lnTo>
                  <a:lnTo>
                    <a:pt x="1024" y="924"/>
                  </a:lnTo>
                  <a:lnTo>
                    <a:pt x="1024" y="850"/>
                  </a:lnTo>
                  <a:lnTo>
                    <a:pt x="1124" y="824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3100" y="600"/>
                  </a:moveTo>
                  <a:lnTo>
                    <a:pt x="3100" y="724"/>
                  </a:lnTo>
                  <a:lnTo>
                    <a:pt x="3224" y="724"/>
                  </a:lnTo>
                  <a:lnTo>
                    <a:pt x="3224" y="600"/>
                  </a:lnTo>
                  <a:close/>
                  <a:moveTo>
                    <a:pt x="900" y="400"/>
                  </a:moveTo>
                  <a:lnTo>
                    <a:pt x="900" y="524"/>
                  </a:lnTo>
                  <a:lnTo>
                    <a:pt x="1024" y="524"/>
                  </a:lnTo>
                  <a:lnTo>
                    <a:pt x="1024" y="400"/>
                  </a:lnTo>
                  <a:close/>
                  <a:moveTo>
                    <a:pt x="2100" y="300"/>
                  </a:moveTo>
                  <a:lnTo>
                    <a:pt x="2100" y="424"/>
                  </a:lnTo>
                  <a:lnTo>
                    <a:pt x="2224" y="424"/>
                  </a:lnTo>
                  <a:lnTo>
                    <a:pt x="2224" y="300"/>
                  </a:lnTo>
                  <a:close/>
                  <a:moveTo>
                    <a:pt x="3000" y="200"/>
                  </a:moveTo>
                  <a:lnTo>
                    <a:pt x="3000" y="324"/>
                  </a:lnTo>
                  <a:lnTo>
                    <a:pt x="3124" y="324"/>
                  </a:lnTo>
                  <a:lnTo>
                    <a:pt x="3124" y="200"/>
                  </a:lnTo>
                  <a:close/>
                  <a:moveTo>
                    <a:pt x="1500" y="100"/>
                  </a:moveTo>
                  <a:lnTo>
                    <a:pt x="1500" y="224"/>
                  </a:lnTo>
                  <a:lnTo>
                    <a:pt x="1624" y="224"/>
                  </a:lnTo>
                  <a:lnTo>
                    <a:pt x="1624" y="100"/>
                  </a:lnTo>
                  <a:close/>
                  <a:moveTo>
                    <a:pt x="2100" y="0"/>
                  </a:moveTo>
                  <a:lnTo>
                    <a:pt x="2100" y="124"/>
                  </a:lnTo>
                  <a:lnTo>
                    <a:pt x="2324" y="124"/>
                  </a:lnTo>
                  <a:lnTo>
                    <a:pt x="2324" y="0"/>
                  </a:lnTo>
                  <a:close/>
                </a:path>
              </a:pathLst>
            </a:custGeom>
            <a:solidFill>
              <a:srgbClr val="AAAC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2" name="Efficiency reward illustration color 14"/>
            <p:cNvSpPr/>
            <p:nvPr/>
          </p:nvSpPr>
          <p:spPr>
            <a:xfrm>
              <a:off x="13865779" y="7519843"/>
              <a:ext cx="706283" cy="633131"/>
            </a:xfrm>
            <a:custGeom>
              <a:avLst/>
              <a:gdLst/>
              <a:ahLst/>
              <a:cxnLst/>
              <a:rect l="l" t="t" r="r" b="b"/>
              <a:pathLst>
                <a:path w="7724" h="6924">
                  <a:moveTo>
                    <a:pt x="2400" y="6700"/>
                  </a:moveTo>
                  <a:lnTo>
                    <a:pt x="2400" y="6824"/>
                  </a:lnTo>
                  <a:lnTo>
                    <a:pt x="2524" y="6824"/>
                  </a:lnTo>
                  <a:lnTo>
                    <a:pt x="2524" y="6700"/>
                  </a:lnTo>
                  <a:close/>
                  <a:moveTo>
                    <a:pt x="1800" y="6700"/>
                  </a:moveTo>
                  <a:lnTo>
                    <a:pt x="1800" y="6824"/>
                  </a:lnTo>
                  <a:lnTo>
                    <a:pt x="1924" y="6824"/>
                  </a:lnTo>
                  <a:lnTo>
                    <a:pt x="1924" y="6700"/>
                  </a:lnTo>
                  <a:close/>
                  <a:moveTo>
                    <a:pt x="1400" y="6600"/>
                  </a:moveTo>
                  <a:lnTo>
                    <a:pt x="1400" y="6724"/>
                  </a:lnTo>
                  <a:lnTo>
                    <a:pt x="1524" y="6724"/>
                  </a:lnTo>
                  <a:lnTo>
                    <a:pt x="1524" y="6600"/>
                  </a:lnTo>
                  <a:close/>
                  <a:moveTo>
                    <a:pt x="2600" y="6300"/>
                  </a:moveTo>
                  <a:lnTo>
                    <a:pt x="2600" y="6424"/>
                  </a:lnTo>
                  <a:lnTo>
                    <a:pt x="2724" y="6424"/>
                  </a:lnTo>
                  <a:lnTo>
                    <a:pt x="2724" y="6300"/>
                  </a:lnTo>
                  <a:close/>
                  <a:moveTo>
                    <a:pt x="1300" y="6200"/>
                  </a:moveTo>
                  <a:lnTo>
                    <a:pt x="1300" y="6324"/>
                  </a:lnTo>
                  <a:lnTo>
                    <a:pt x="1424" y="6324"/>
                  </a:lnTo>
                  <a:lnTo>
                    <a:pt x="1424" y="6200"/>
                  </a:lnTo>
                  <a:close/>
                  <a:moveTo>
                    <a:pt x="3000" y="6100"/>
                  </a:moveTo>
                  <a:lnTo>
                    <a:pt x="3000" y="6224"/>
                  </a:lnTo>
                  <a:lnTo>
                    <a:pt x="3124" y="6224"/>
                  </a:lnTo>
                  <a:lnTo>
                    <a:pt x="3124" y="6100"/>
                  </a:lnTo>
                  <a:close/>
                  <a:moveTo>
                    <a:pt x="1000" y="6000"/>
                  </a:moveTo>
                  <a:lnTo>
                    <a:pt x="1000" y="6124"/>
                  </a:lnTo>
                  <a:lnTo>
                    <a:pt x="1124" y="6124"/>
                  </a:lnTo>
                  <a:lnTo>
                    <a:pt x="1124" y="6000"/>
                  </a:lnTo>
                  <a:close/>
                  <a:moveTo>
                    <a:pt x="2800" y="5900"/>
                  </a:moveTo>
                  <a:lnTo>
                    <a:pt x="2800" y="6024"/>
                  </a:lnTo>
                  <a:lnTo>
                    <a:pt x="2924" y="6024"/>
                  </a:lnTo>
                  <a:lnTo>
                    <a:pt x="2924" y="5900"/>
                  </a:lnTo>
                  <a:close/>
                  <a:moveTo>
                    <a:pt x="800" y="5800"/>
                  </a:moveTo>
                  <a:lnTo>
                    <a:pt x="800" y="5924"/>
                  </a:lnTo>
                  <a:lnTo>
                    <a:pt x="924" y="5924"/>
                  </a:lnTo>
                  <a:lnTo>
                    <a:pt x="924" y="5800"/>
                  </a:lnTo>
                  <a:close/>
                  <a:moveTo>
                    <a:pt x="400" y="5800"/>
                  </a:moveTo>
                  <a:lnTo>
                    <a:pt x="400" y="5924"/>
                  </a:lnTo>
                  <a:lnTo>
                    <a:pt x="524" y="5924"/>
                  </a:lnTo>
                  <a:lnTo>
                    <a:pt x="524" y="5800"/>
                  </a:lnTo>
                  <a:close/>
                  <a:moveTo>
                    <a:pt x="3800" y="5600"/>
                  </a:moveTo>
                  <a:lnTo>
                    <a:pt x="3800" y="5724"/>
                  </a:lnTo>
                  <a:lnTo>
                    <a:pt x="3924" y="5724"/>
                  </a:lnTo>
                  <a:lnTo>
                    <a:pt x="3924" y="5600"/>
                  </a:lnTo>
                  <a:close/>
                  <a:moveTo>
                    <a:pt x="3300" y="5600"/>
                  </a:moveTo>
                  <a:lnTo>
                    <a:pt x="3300" y="5724"/>
                  </a:lnTo>
                  <a:lnTo>
                    <a:pt x="3374" y="5724"/>
                  </a:lnTo>
                  <a:lnTo>
                    <a:pt x="3400" y="5824"/>
                  </a:lnTo>
                  <a:lnTo>
                    <a:pt x="3524" y="5824"/>
                  </a:lnTo>
                  <a:lnTo>
                    <a:pt x="3524" y="5700"/>
                  </a:lnTo>
                  <a:lnTo>
                    <a:pt x="3450" y="5700"/>
                  </a:lnTo>
                  <a:lnTo>
                    <a:pt x="3424" y="5600"/>
                  </a:lnTo>
                  <a:close/>
                  <a:moveTo>
                    <a:pt x="3500" y="5500"/>
                  </a:moveTo>
                  <a:lnTo>
                    <a:pt x="3500" y="5624"/>
                  </a:lnTo>
                  <a:lnTo>
                    <a:pt x="3624" y="5624"/>
                  </a:lnTo>
                  <a:lnTo>
                    <a:pt x="3624" y="5500"/>
                  </a:lnTo>
                  <a:close/>
                  <a:moveTo>
                    <a:pt x="600" y="5500"/>
                  </a:moveTo>
                  <a:lnTo>
                    <a:pt x="600" y="5624"/>
                  </a:lnTo>
                  <a:lnTo>
                    <a:pt x="724" y="5624"/>
                  </a:lnTo>
                  <a:lnTo>
                    <a:pt x="724" y="5500"/>
                  </a:lnTo>
                  <a:close/>
                  <a:moveTo>
                    <a:pt x="3600" y="5300"/>
                  </a:moveTo>
                  <a:lnTo>
                    <a:pt x="3600" y="5424"/>
                  </a:lnTo>
                  <a:lnTo>
                    <a:pt x="3724" y="5424"/>
                  </a:lnTo>
                  <a:lnTo>
                    <a:pt x="3724" y="5300"/>
                  </a:lnTo>
                  <a:close/>
                  <a:moveTo>
                    <a:pt x="7724" y="5000"/>
                  </a:moveTo>
                  <a:lnTo>
                    <a:pt x="7600" y="5000"/>
                  </a:lnTo>
                  <a:lnTo>
                    <a:pt x="7600" y="5074"/>
                  </a:lnTo>
                  <a:lnTo>
                    <a:pt x="7500" y="5100"/>
                  </a:lnTo>
                  <a:lnTo>
                    <a:pt x="7500" y="5274"/>
                  </a:lnTo>
                  <a:lnTo>
                    <a:pt x="7400" y="5300"/>
                  </a:lnTo>
                  <a:lnTo>
                    <a:pt x="7374" y="5400"/>
                  </a:lnTo>
                  <a:lnTo>
                    <a:pt x="7324" y="5374"/>
                  </a:lnTo>
                  <a:lnTo>
                    <a:pt x="7324" y="5300"/>
                  </a:lnTo>
                  <a:lnTo>
                    <a:pt x="7150" y="5300"/>
                  </a:lnTo>
                  <a:lnTo>
                    <a:pt x="7124" y="5200"/>
                  </a:lnTo>
                  <a:lnTo>
                    <a:pt x="6700" y="5200"/>
                  </a:lnTo>
                  <a:lnTo>
                    <a:pt x="6700" y="5274"/>
                  </a:lnTo>
                  <a:lnTo>
                    <a:pt x="6600" y="5300"/>
                  </a:lnTo>
                  <a:lnTo>
                    <a:pt x="6574" y="5400"/>
                  </a:lnTo>
                  <a:lnTo>
                    <a:pt x="6400" y="5400"/>
                  </a:lnTo>
                  <a:lnTo>
                    <a:pt x="6400" y="5474"/>
                  </a:lnTo>
                  <a:lnTo>
                    <a:pt x="6300" y="5500"/>
                  </a:lnTo>
                  <a:lnTo>
                    <a:pt x="6300" y="5674"/>
                  </a:lnTo>
                  <a:lnTo>
                    <a:pt x="6200" y="5700"/>
                  </a:lnTo>
                  <a:lnTo>
                    <a:pt x="6200" y="5774"/>
                  </a:lnTo>
                  <a:lnTo>
                    <a:pt x="6100" y="5800"/>
                  </a:lnTo>
                  <a:lnTo>
                    <a:pt x="6100" y="5874"/>
                  </a:lnTo>
                  <a:lnTo>
                    <a:pt x="6000" y="5900"/>
                  </a:lnTo>
                  <a:lnTo>
                    <a:pt x="6000" y="5974"/>
                  </a:lnTo>
                  <a:lnTo>
                    <a:pt x="5900" y="6000"/>
                  </a:lnTo>
                  <a:lnTo>
                    <a:pt x="5900" y="6074"/>
                  </a:lnTo>
                  <a:lnTo>
                    <a:pt x="5800" y="6100"/>
                  </a:lnTo>
                  <a:lnTo>
                    <a:pt x="5800" y="6174"/>
                  </a:lnTo>
                  <a:lnTo>
                    <a:pt x="5700" y="6200"/>
                  </a:lnTo>
                  <a:lnTo>
                    <a:pt x="5700" y="6274"/>
                  </a:lnTo>
                  <a:lnTo>
                    <a:pt x="5600" y="6300"/>
                  </a:lnTo>
                  <a:lnTo>
                    <a:pt x="5600" y="6374"/>
                  </a:lnTo>
                  <a:lnTo>
                    <a:pt x="5500" y="6400"/>
                  </a:lnTo>
                  <a:lnTo>
                    <a:pt x="5500" y="6474"/>
                  </a:lnTo>
                  <a:lnTo>
                    <a:pt x="5400" y="6500"/>
                  </a:lnTo>
                  <a:lnTo>
                    <a:pt x="5374" y="6600"/>
                  </a:lnTo>
                  <a:lnTo>
                    <a:pt x="4950" y="6600"/>
                  </a:lnTo>
                  <a:lnTo>
                    <a:pt x="4924" y="6500"/>
                  </a:lnTo>
                  <a:lnTo>
                    <a:pt x="4824" y="6474"/>
                  </a:lnTo>
                  <a:lnTo>
                    <a:pt x="4824" y="6300"/>
                  </a:lnTo>
                  <a:lnTo>
                    <a:pt x="4700" y="6300"/>
                  </a:lnTo>
                  <a:lnTo>
                    <a:pt x="4700" y="6724"/>
                  </a:lnTo>
                  <a:lnTo>
                    <a:pt x="4774" y="6724"/>
                  </a:lnTo>
                  <a:lnTo>
                    <a:pt x="4800" y="6824"/>
                  </a:lnTo>
                  <a:lnTo>
                    <a:pt x="5674" y="6824"/>
                  </a:lnTo>
                  <a:lnTo>
                    <a:pt x="5700" y="6924"/>
                  </a:lnTo>
                  <a:lnTo>
                    <a:pt x="7324" y="6924"/>
                  </a:lnTo>
                  <a:lnTo>
                    <a:pt x="7350" y="6824"/>
                  </a:lnTo>
                  <a:lnTo>
                    <a:pt x="7624" y="6824"/>
                  </a:lnTo>
                  <a:lnTo>
                    <a:pt x="7624" y="6650"/>
                  </a:lnTo>
                  <a:lnTo>
                    <a:pt x="7724" y="6624"/>
                  </a:lnTo>
                  <a:close/>
                  <a:moveTo>
                    <a:pt x="6850" y="5724"/>
                  </a:moveTo>
                  <a:lnTo>
                    <a:pt x="7074" y="5724"/>
                  </a:lnTo>
                  <a:lnTo>
                    <a:pt x="7100" y="5824"/>
                  </a:lnTo>
                  <a:lnTo>
                    <a:pt x="7200" y="5850"/>
                  </a:lnTo>
                  <a:lnTo>
                    <a:pt x="7200" y="6074"/>
                  </a:lnTo>
                  <a:lnTo>
                    <a:pt x="7100" y="6100"/>
                  </a:lnTo>
                  <a:lnTo>
                    <a:pt x="7100" y="6224"/>
                  </a:lnTo>
                  <a:lnTo>
                    <a:pt x="7224" y="6224"/>
                  </a:lnTo>
                  <a:lnTo>
                    <a:pt x="7224" y="6150"/>
                  </a:lnTo>
                  <a:lnTo>
                    <a:pt x="7324" y="6124"/>
                  </a:lnTo>
                  <a:lnTo>
                    <a:pt x="7350" y="6024"/>
                  </a:lnTo>
                  <a:lnTo>
                    <a:pt x="7474" y="6024"/>
                  </a:lnTo>
                  <a:lnTo>
                    <a:pt x="7500" y="6050"/>
                  </a:lnTo>
                  <a:lnTo>
                    <a:pt x="7500" y="6174"/>
                  </a:lnTo>
                  <a:lnTo>
                    <a:pt x="7400" y="6200"/>
                  </a:lnTo>
                  <a:lnTo>
                    <a:pt x="7400" y="6374"/>
                  </a:lnTo>
                  <a:lnTo>
                    <a:pt x="7300" y="6400"/>
                  </a:lnTo>
                  <a:lnTo>
                    <a:pt x="7274" y="6500"/>
                  </a:lnTo>
                  <a:lnTo>
                    <a:pt x="7100" y="6500"/>
                  </a:lnTo>
                  <a:lnTo>
                    <a:pt x="7100" y="6624"/>
                  </a:lnTo>
                  <a:lnTo>
                    <a:pt x="7174" y="6624"/>
                  </a:lnTo>
                  <a:lnTo>
                    <a:pt x="7200" y="6650"/>
                  </a:lnTo>
                  <a:lnTo>
                    <a:pt x="7174" y="6700"/>
                  </a:lnTo>
                  <a:lnTo>
                    <a:pt x="6950" y="6700"/>
                  </a:lnTo>
                  <a:lnTo>
                    <a:pt x="6924" y="6600"/>
                  </a:lnTo>
                  <a:lnTo>
                    <a:pt x="6700" y="6600"/>
                  </a:lnTo>
                  <a:lnTo>
                    <a:pt x="6700" y="6674"/>
                  </a:lnTo>
                  <a:lnTo>
                    <a:pt x="6650" y="6700"/>
                  </a:lnTo>
                  <a:lnTo>
                    <a:pt x="6624" y="6600"/>
                  </a:lnTo>
                  <a:lnTo>
                    <a:pt x="6524" y="6574"/>
                  </a:lnTo>
                  <a:lnTo>
                    <a:pt x="6550" y="6524"/>
                  </a:lnTo>
                  <a:lnTo>
                    <a:pt x="6724" y="6524"/>
                  </a:lnTo>
                  <a:lnTo>
                    <a:pt x="6724" y="6450"/>
                  </a:lnTo>
                  <a:lnTo>
                    <a:pt x="6824" y="6424"/>
                  </a:lnTo>
                  <a:lnTo>
                    <a:pt x="6824" y="5900"/>
                  </a:lnTo>
                  <a:lnTo>
                    <a:pt x="6750" y="5900"/>
                  </a:lnTo>
                  <a:lnTo>
                    <a:pt x="6724" y="5850"/>
                  </a:lnTo>
                  <a:lnTo>
                    <a:pt x="6824" y="5824"/>
                  </a:lnTo>
                  <a:close/>
                  <a:moveTo>
                    <a:pt x="4000" y="5000"/>
                  </a:moveTo>
                  <a:lnTo>
                    <a:pt x="4000" y="5124"/>
                  </a:lnTo>
                  <a:lnTo>
                    <a:pt x="4124" y="5124"/>
                  </a:lnTo>
                  <a:lnTo>
                    <a:pt x="4124" y="5000"/>
                  </a:lnTo>
                  <a:close/>
                  <a:moveTo>
                    <a:pt x="100" y="5000"/>
                  </a:moveTo>
                  <a:lnTo>
                    <a:pt x="100" y="5124"/>
                  </a:lnTo>
                  <a:lnTo>
                    <a:pt x="224" y="5124"/>
                  </a:lnTo>
                  <a:lnTo>
                    <a:pt x="224" y="5000"/>
                  </a:lnTo>
                  <a:close/>
                  <a:moveTo>
                    <a:pt x="400" y="4900"/>
                  </a:moveTo>
                  <a:lnTo>
                    <a:pt x="400" y="5024"/>
                  </a:lnTo>
                  <a:lnTo>
                    <a:pt x="524" y="5024"/>
                  </a:lnTo>
                  <a:lnTo>
                    <a:pt x="524" y="4900"/>
                  </a:lnTo>
                  <a:close/>
                  <a:moveTo>
                    <a:pt x="4100" y="4400"/>
                  </a:moveTo>
                  <a:lnTo>
                    <a:pt x="4100" y="4524"/>
                  </a:lnTo>
                  <a:lnTo>
                    <a:pt x="4224" y="4524"/>
                  </a:lnTo>
                  <a:lnTo>
                    <a:pt x="4224" y="4400"/>
                  </a:lnTo>
                  <a:close/>
                  <a:moveTo>
                    <a:pt x="3800" y="4400"/>
                  </a:moveTo>
                  <a:lnTo>
                    <a:pt x="3800" y="4524"/>
                  </a:lnTo>
                  <a:lnTo>
                    <a:pt x="3924" y="4524"/>
                  </a:lnTo>
                  <a:lnTo>
                    <a:pt x="3924" y="4400"/>
                  </a:lnTo>
                  <a:close/>
                  <a:moveTo>
                    <a:pt x="0" y="4300"/>
                  </a:moveTo>
                  <a:lnTo>
                    <a:pt x="0" y="4524"/>
                  </a:lnTo>
                  <a:lnTo>
                    <a:pt x="124" y="4524"/>
                  </a:lnTo>
                  <a:lnTo>
                    <a:pt x="124" y="4300"/>
                  </a:lnTo>
                  <a:close/>
                  <a:moveTo>
                    <a:pt x="300" y="4100"/>
                  </a:moveTo>
                  <a:lnTo>
                    <a:pt x="300" y="4424"/>
                  </a:lnTo>
                  <a:lnTo>
                    <a:pt x="424" y="4424"/>
                  </a:lnTo>
                  <a:lnTo>
                    <a:pt x="424" y="4100"/>
                  </a:lnTo>
                  <a:close/>
                  <a:moveTo>
                    <a:pt x="4700" y="4100"/>
                  </a:moveTo>
                  <a:lnTo>
                    <a:pt x="4700" y="4424"/>
                  </a:lnTo>
                  <a:lnTo>
                    <a:pt x="4824" y="4424"/>
                  </a:lnTo>
                  <a:lnTo>
                    <a:pt x="4824" y="4350"/>
                  </a:lnTo>
                  <a:lnTo>
                    <a:pt x="4924" y="4324"/>
                  </a:lnTo>
                  <a:lnTo>
                    <a:pt x="4950" y="4224"/>
                  </a:lnTo>
                  <a:lnTo>
                    <a:pt x="5124" y="4224"/>
                  </a:lnTo>
                  <a:lnTo>
                    <a:pt x="5150" y="4124"/>
                  </a:lnTo>
                  <a:lnTo>
                    <a:pt x="5374" y="4124"/>
                  </a:lnTo>
                  <a:lnTo>
                    <a:pt x="5400" y="4224"/>
                  </a:lnTo>
                  <a:lnTo>
                    <a:pt x="6624" y="4224"/>
                  </a:lnTo>
                  <a:lnTo>
                    <a:pt x="6650" y="4124"/>
                  </a:lnTo>
                  <a:lnTo>
                    <a:pt x="6700" y="4150"/>
                  </a:lnTo>
                  <a:lnTo>
                    <a:pt x="6700" y="4224"/>
                  </a:lnTo>
                  <a:lnTo>
                    <a:pt x="7374" y="4224"/>
                  </a:lnTo>
                  <a:lnTo>
                    <a:pt x="7400" y="4324"/>
                  </a:lnTo>
                  <a:lnTo>
                    <a:pt x="7500" y="4350"/>
                  </a:lnTo>
                  <a:lnTo>
                    <a:pt x="7500" y="4524"/>
                  </a:lnTo>
                  <a:lnTo>
                    <a:pt x="7600" y="4550"/>
                  </a:lnTo>
                  <a:lnTo>
                    <a:pt x="7600" y="4724"/>
                  </a:lnTo>
                  <a:lnTo>
                    <a:pt x="7724" y="4724"/>
                  </a:lnTo>
                  <a:lnTo>
                    <a:pt x="7724" y="4200"/>
                  </a:lnTo>
                  <a:lnTo>
                    <a:pt x="7650" y="4200"/>
                  </a:lnTo>
                  <a:lnTo>
                    <a:pt x="7624" y="4100"/>
                  </a:lnTo>
                  <a:lnTo>
                    <a:pt x="7524" y="4074"/>
                  </a:lnTo>
                  <a:lnTo>
                    <a:pt x="7524" y="4000"/>
                  </a:lnTo>
                  <a:lnTo>
                    <a:pt x="4800" y="4000"/>
                  </a:lnTo>
                  <a:lnTo>
                    <a:pt x="4800" y="4074"/>
                  </a:lnTo>
                  <a:close/>
                  <a:moveTo>
                    <a:pt x="1000" y="3500"/>
                  </a:moveTo>
                  <a:lnTo>
                    <a:pt x="1000" y="3624"/>
                  </a:lnTo>
                  <a:lnTo>
                    <a:pt x="1124" y="3624"/>
                  </a:lnTo>
                  <a:lnTo>
                    <a:pt x="1124" y="3500"/>
                  </a:lnTo>
                  <a:close/>
                  <a:moveTo>
                    <a:pt x="1200" y="3200"/>
                  </a:moveTo>
                  <a:lnTo>
                    <a:pt x="1200" y="3324"/>
                  </a:lnTo>
                  <a:lnTo>
                    <a:pt x="3124" y="3324"/>
                  </a:lnTo>
                  <a:lnTo>
                    <a:pt x="3124" y="3200"/>
                  </a:lnTo>
                  <a:close/>
                  <a:moveTo>
                    <a:pt x="3200" y="3100"/>
                  </a:moveTo>
                  <a:lnTo>
                    <a:pt x="3200" y="3224"/>
                  </a:lnTo>
                  <a:lnTo>
                    <a:pt x="3324" y="3224"/>
                  </a:lnTo>
                  <a:lnTo>
                    <a:pt x="3324" y="3100"/>
                  </a:lnTo>
                  <a:close/>
                  <a:moveTo>
                    <a:pt x="300" y="2800"/>
                  </a:moveTo>
                  <a:lnTo>
                    <a:pt x="300" y="2924"/>
                  </a:lnTo>
                  <a:lnTo>
                    <a:pt x="424" y="2924"/>
                  </a:lnTo>
                  <a:lnTo>
                    <a:pt x="424" y="2800"/>
                  </a:lnTo>
                  <a:close/>
                  <a:moveTo>
                    <a:pt x="0" y="26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2600"/>
                  </a:lnTo>
                  <a:close/>
                  <a:moveTo>
                    <a:pt x="4100" y="2100"/>
                  </a:moveTo>
                  <a:lnTo>
                    <a:pt x="4100" y="2224"/>
                  </a:lnTo>
                  <a:lnTo>
                    <a:pt x="4224" y="2224"/>
                  </a:lnTo>
                  <a:lnTo>
                    <a:pt x="4224" y="2100"/>
                  </a:lnTo>
                  <a:close/>
                  <a:moveTo>
                    <a:pt x="3800" y="2100"/>
                  </a:moveTo>
                  <a:lnTo>
                    <a:pt x="3800" y="2224"/>
                  </a:lnTo>
                  <a:lnTo>
                    <a:pt x="3924" y="2224"/>
                  </a:lnTo>
                  <a:lnTo>
                    <a:pt x="3924" y="2100"/>
                  </a:lnTo>
                  <a:close/>
                  <a:moveTo>
                    <a:pt x="400" y="2000"/>
                  </a:moveTo>
                  <a:lnTo>
                    <a:pt x="400" y="2124"/>
                  </a:lnTo>
                  <a:lnTo>
                    <a:pt x="524" y="2124"/>
                  </a:lnTo>
                  <a:lnTo>
                    <a:pt x="524" y="2000"/>
                  </a:lnTo>
                  <a:close/>
                  <a:moveTo>
                    <a:pt x="100" y="1900"/>
                  </a:moveTo>
                  <a:lnTo>
                    <a:pt x="100" y="2024"/>
                  </a:lnTo>
                  <a:lnTo>
                    <a:pt x="224" y="2024"/>
                  </a:lnTo>
                  <a:lnTo>
                    <a:pt x="224" y="1900"/>
                  </a:lnTo>
                  <a:close/>
                  <a:moveTo>
                    <a:pt x="4000" y="1600"/>
                  </a:moveTo>
                  <a:lnTo>
                    <a:pt x="4000" y="1724"/>
                  </a:lnTo>
                  <a:lnTo>
                    <a:pt x="4124" y="1724"/>
                  </a:lnTo>
                  <a:lnTo>
                    <a:pt x="4124" y="1600"/>
                  </a:lnTo>
                  <a:close/>
                  <a:moveTo>
                    <a:pt x="3700" y="1600"/>
                  </a:moveTo>
                  <a:lnTo>
                    <a:pt x="3700" y="1724"/>
                  </a:lnTo>
                  <a:lnTo>
                    <a:pt x="3824" y="1724"/>
                  </a:lnTo>
                  <a:lnTo>
                    <a:pt x="3824" y="1600"/>
                  </a:lnTo>
                  <a:close/>
                  <a:moveTo>
                    <a:pt x="500" y="1600"/>
                  </a:moveTo>
                  <a:lnTo>
                    <a:pt x="500" y="1724"/>
                  </a:lnTo>
                  <a:lnTo>
                    <a:pt x="624" y="1724"/>
                  </a:lnTo>
                  <a:lnTo>
                    <a:pt x="624" y="1600"/>
                  </a:lnTo>
                  <a:close/>
                  <a:moveTo>
                    <a:pt x="200" y="1500"/>
                  </a:moveTo>
                  <a:lnTo>
                    <a:pt x="200" y="1624"/>
                  </a:lnTo>
                  <a:lnTo>
                    <a:pt x="324" y="1624"/>
                  </a:lnTo>
                  <a:lnTo>
                    <a:pt x="324" y="1500"/>
                  </a:lnTo>
                  <a:close/>
                  <a:moveTo>
                    <a:pt x="3600" y="1300"/>
                  </a:moveTo>
                  <a:lnTo>
                    <a:pt x="3600" y="1424"/>
                  </a:lnTo>
                  <a:lnTo>
                    <a:pt x="3724" y="1424"/>
                  </a:lnTo>
                  <a:lnTo>
                    <a:pt x="3724" y="1300"/>
                  </a:lnTo>
                  <a:close/>
                  <a:moveTo>
                    <a:pt x="300" y="1200"/>
                  </a:moveTo>
                  <a:lnTo>
                    <a:pt x="300" y="1324"/>
                  </a:lnTo>
                  <a:lnTo>
                    <a:pt x="424" y="1324"/>
                  </a:lnTo>
                  <a:lnTo>
                    <a:pt x="424" y="1200"/>
                  </a:lnTo>
                  <a:close/>
                  <a:moveTo>
                    <a:pt x="3500" y="1100"/>
                  </a:moveTo>
                  <a:lnTo>
                    <a:pt x="3500" y="1224"/>
                  </a:lnTo>
                  <a:lnTo>
                    <a:pt x="3624" y="1224"/>
                  </a:lnTo>
                  <a:lnTo>
                    <a:pt x="3624" y="1100"/>
                  </a:lnTo>
                  <a:close/>
                  <a:moveTo>
                    <a:pt x="700" y="1100"/>
                  </a:moveTo>
                  <a:lnTo>
                    <a:pt x="700" y="1224"/>
                  </a:lnTo>
                  <a:lnTo>
                    <a:pt x="824" y="1224"/>
                  </a:lnTo>
                  <a:lnTo>
                    <a:pt x="824" y="1100"/>
                  </a:lnTo>
                  <a:close/>
                  <a:moveTo>
                    <a:pt x="400" y="1000"/>
                  </a:moveTo>
                  <a:lnTo>
                    <a:pt x="400" y="1124"/>
                  </a:lnTo>
                  <a:lnTo>
                    <a:pt x="524" y="1124"/>
                  </a:lnTo>
                  <a:lnTo>
                    <a:pt x="524" y="1000"/>
                  </a:lnTo>
                  <a:close/>
                  <a:moveTo>
                    <a:pt x="3300" y="800"/>
                  </a:moveTo>
                  <a:lnTo>
                    <a:pt x="3300" y="924"/>
                  </a:lnTo>
                  <a:lnTo>
                    <a:pt x="3424" y="924"/>
                  </a:lnTo>
                  <a:lnTo>
                    <a:pt x="3424" y="800"/>
                  </a:lnTo>
                  <a:close/>
                  <a:moveTo>
                    <a:pt x="1124" y="800"/>
                  </a:moveTo>
                  <a:lnTo>
                    <a:pt x="1000" y="800"/>
                  </a:lnTo>
                  <a:lnTo>
                    <a:pt x="1000" y="874"/>
                  </a:lnTo>
                  <a:lnTo>
                    <a:pt x="900" y="900"/>
                  </a:lnTo>
                  <a:lnTo>
                    <a:pt x="900" y="1024"/>
                  </a:lnTo>
                  <a:lnTo>
                    <a:pt x="1024" y="1024"/>
                  </a:lnTo>
                  <a:lnTo>
                    <a:pt x="1024" y="950"/>
                  </a:lnTo>
                  <a:lnTo>
                    <a:pt x="1124" y="924"/>
                  </a:lnTo>
                  <a:close/>
                  <a:moveTo>
                    <a:pt x="4700" y="500"/>
                  </a:moveTo>
                  <a:lnTo>
                    <a:pt x="4700" y="674"/>
                  </a:lnTo>
                  <a:lnTo>
                    <a:pt x="4600" y="700"/>
                  </a:lnTo>
                  <a:lnTo>
                    <a:pt x="4600" y="824"/>
                  </a:lnTo>
                  <a:lnTo>
                    <a:pt x="4674" y="824"/>
                  </a:lnTo>
                  <a:lnTo>
                    <a:pt x="4700" y="924"/>
                  </a:lnTo>
                  <a:lnTo>
                    <a:pt x="4824" y="924"/>
                  </a:lnTo>
                  <a:lnTo>
                    <a:pt x="4824" y="850"/>
                  </a:lnTo>
                  <a:lnTo>
                    <a:pt x="4924" y="824"/>
                  </a:lnTo>
                  <a:lnTo>
                    <a:pt x="4950" y="724"/>
                  </a:lnTo>
                  <a:lnTo>
                    <a:pt x="7274" y="724"/>
                  </a:lnTo>
                  <a:lnTo>
                    <a:pt x="7300" y="824"/>
                  </a:lnTo>
                  <a:lnTo>
                    <a:pt x="7474" y="824"/>
                  </a:lnTo>
                  <a:lnTo>
                    <a:pt x="7500" y="850"/>
                  </a:lnTo>
                  <a:lnTo>
                    <a:pt x="7500" y="1774"/>
                  </a:lnTo>
                  <a:lnTo>
                    <a:pt x="7400" y="1800"/>
                  </a:lnTo>
                  <a:lnTo>
                    <a:pt x="7400" y="1974"/>
                  </a:lnTo>
                  <a:lnTo>
                    <a:pt x="7374" y="2000"/>
                  </a:lnTo>
                  <a:lnTo>
                    <a:pt x="7250" y="2000"/>
                  </a:lnTo>
                  <a:lnTo>
                    <a:pt x="7224" y="1900"/>
                  </a:lnTo>
                  <a:lnTo>
                    <a:pt x="7050" y="1900"/>
                  </a:lnTo>
                  <a:lnTo>
                    <a:pt x="7024" y="1800"/>
                  </a:lnTo>
                  <a:lnTo>
                    <a:pt x="6600" y="1800"/>
                  </a:lnTo>
                  <a:lnTo>
                    <a:pt x="6574" y="1900"/>
                  </a:lnTo>
                  <a:lnTo>
                    <a:pt x="6400" y="1900"/>
                  </a:lnTo>
                  <a:lnTo>
                    <a:pt x="6400" y="1974"/>
                  </a:lnTo>
                  <a:lnTo>
                    <a:pt x="6300" y="2000"/>
                  </a:lnTo>
                  <a:lnTo>
                    <a:pt x="6300" y="2074"/>
                  </a:lnTo>
                  <a:lnTo>
                    <a:pt x="6200" y="2100"/>
                  </a:lnTo>
                  <a:lnTo>
                    <a:pt x="6200" y="2174"/>
                  </a:lnTo>
                  <a:lnTo>
                    <a:pt x="6100" y="2200"/>
                  </a:lnTo>
                  <a:lnTo>
                    <a:pt x="6074" y="2300"/>
                  </a:lnTo>
                  <a:lnTo>
                    <a:pt x="5900" y="2300"/>
                  </a:lnTo>
                  <a:lnTo>
                    <a:pt x="5874" y="2400"/>
                  </a:lnTo>
                  <a:lnTo>
                    <a:pt x="5700" y="2400"/>
                  </a:lnTo>
                  <a:lnTo>
                    <a:pt x="5674" y="2500"/>
                  </a:lnTo>
                  <a:lnTo>
                    <a:pt x="5500" y="2500"/>
                  </a:lnTo>
                  <a:lnTo>
                    <a:pt x="5500" y="2574"/>
                  </a:lnTo>
                  <a:lnTo>
                    <a:pt x="5400" y="2600"/>
                  </a:lnTo>
                  <a:lnTo>
                    <a:pt x="5374" y="2700"/>
                  </a:lnTo>
                  <a:lnTo>
                    <a:pt x="5200" y="2700"/>
                  </a:lnTo>
                  <a:lnTo>
                    <a:pt x="5174" y="2800"/>
                  </a:lnTo>
                  <a:lnTo>
                    <a:pt x="4950" y="2800"/>
                  </a:lnTo>
                  <a:lnTo>
                    <a:pt x="4924" y="2700"/>
                  </a:lnTo>
                  <a:lnTo>
                    <a:pt x="4824" y="2674"/>
                  </a:lnTo>
                  <a:lnTo>
                    <a:pt x="4824" y="1700"/>
                  </a:lnTo>
                  <a:lnTo>
                    <a:pt x="4700" y="1700"/>
                  </a:lnTo>
                  <a:lnTo>
                    <a:pt x="4700" y="1774"/>
                  </a:lnTo>
                  <a:lnTo>
                    <a:pt x="4600" y="1800"/>
                  </a:lnTo>
                  <a:lnTo>
                    <a:pt x="4600" y="3124"/>
                  </a:lnTo>
                  <a:lnTo>
                    <a:pt x="4674" y="3124"/>
                  </a:lnTo>
                  <a:lnTo>
                    <a:pt x="4700" y="3224"/>
                  </a:lnTo>
                  <a:lnTo>
                    <a:pt x="4800" y="3250"/>
                  </a:lnTo>
                  <a:lnTo>
                    <a:pt x="4800" y="3324"/>
                  </a:lnTo>
                  <a:lnTo>
                    <a:pt x="5374" y="3324"/>
                  </a:lnTo>
                  <a:lnTo>
                    <a:pt x="5400" y="3424"/>
                  </a:lnTo>
                  <a:lnTo>
                    <a:pt x="7324" y="3424"/>
                  </a:lnTo>
                  <a:lnTo>
                    <a:pt x="7350" y="3324"/>
                  </a:lnTo>
                  <a:lnTo>
                    <a:pt x="7624" y="3324"/>
                  </a:lnTo>
                  <a:lnTo>
                    <a:pt x="7624" y="3250"/>
                  </a:lnTo>
                  <a:lnTo>
                    <a:pt x="7724" y="3224"/>
                  </a:lnTo>
                  <a:lnTo>
                    <a:pt x="7724" y="600"/>
                  </a:lnTo>
                  <a:lnTo>
                    <a:pt x="7650" y="600"/>
                  </a:lnTo>
                  <a:lnTo>
                    <a:pt x="7624" y="500"/>
                  </a:lnTo>
                  <a:lnTo>
                    <a:pt x="7524" y="474"/>
                  </a:lnTo>
                  <a:lnTo>
                    <a:pt x="7524" y="400"/>
                  </a:lnTo>
                  <a:lnTo>
                    <a:pt x="4900" y="400"/>
                  </a:lnTo>
                  <a:lnTo>
                    <a:pt x="4874" y="500"/>
                  </a:lnTo>
                  <a:close/>
                  <a:moveTo>
                    <a:pt x="5924" y="3050"/>
                  </a:moveTo>
                  <a:lnTo>
                    <a:pt x="6024" y="3024"/>
                  </a:lnTo>
                  <a:lnTo>
                    <a:pt x="6024" y="2950"/>
                  </a:lnTo>
                  <a:lnTo>
                    <a:pt x="6124" y="2924"/>
                  </a:lnTo>
                  <a:lnTo>
                    <a:pt x="6150" y="2824"/>
                  </a:lnTo>
                  <a:lnTo>
                    <a:pt x="6424" y="2824"/>
                  </a:lnTo>
                  <a:lnTo>
                    <a:pt x="6424" y="2700"/>
                  </a:lnTo>
                  <a:lnTo>
                    <a:pt x="6350" y="2700"/>
                  </a:lnTo>
                  <a:lnTo>
                    <a:pt x="6324" y="2674"/>
                  </a:lnTo>
                  <a:lnTo>
                    <a:pt x="6350" y="2624"/>
                  </a:lnTo>
                  <a:lnTo>
                    <a:pt x="6724" y="2624"/>
                  </a:lnTo>
                  <a:lnTo>
                    <a:pt x="6724" y="2500"/>
                  </a:lnTo>
                  <a:lnTo>
                    <a:pt x="6550" y="2500"/>
                  </a:lnTo>
                  <a:lnTo>
                    <a:pt x="6524" y="2450"/>
                  </a:lnTo>
                  <a:lnTo>
                    <a:pt x="6624" y="2424"/>
                  </a:lnTo>
                  <a:lnTo>
                    <a:pt x="6624" y="2350"/>
                  </a:lnTo>
                  <a:lnTo>
                    <a:pt x="6724" y="2324"/>
                  </a:lnTo>
                  <a:lnTo>
                    <a:pt x="6750" y="2224"/>
                  </a:lnTo>
                  <a:lnTo>
                    <a:pt x="6974" y="2224"/>
                  </a:lnTo>
                  <a:lnTo>
                    <a:pt x="7000" y="2324"/>
                  </a:lnTo>
                  <a:lnTo>
                    <a:pt x="7100" y="2350"/>
                  </a:lnTo>
                  <a:lnTo>
                    <a:pt x="7100" y="2424"/>
                  </a:lnTo>
                  <a:lnTo>
                    <a:pt x="7374" y="2424"/>
                  </a:lnTo>
                  <a:lnTo>
                    <a:pt x="7400" y="2450"/>
                  </a:lnTo>
                  <a:lnTo>
                    <a:pt x="7374" y="2500"/>
                  </a:lnTo>
                  <a:lnTo>
                    <a:pt x="7200" y="2500"/>
                  </a:lnTo>
                  <a:lnTo>
                    <a:pt x="7200" y="2624"/>
                  </a:lnTo>
                  <a:lnTo>
                    <a:pt x="7424" y="2624"/>
                  </a:lnTo>
                  <a:lnTo>
                    <a:pt x="7450" y="2524"/>
                  </a:lnTo>
                  <a:lnTo>
                    <a:pt x="7574" y="2524"/>
                  </a:lnTo>
                  <a:lnTo>
                    <a:pt x="7600" y="2550"/>
                  </a:lnTo>
                  <a:lnTo>
                    <a:pt x="7600" y="2874"/>
                  </a:lnTo>
                  <a:lnTo>
                    <a:pt x="7500" y="2900"/>
                  </a:lnTo>
                  <a:lnTo>
                    <a:pt x="7500" y="3024"/>
                  </a:lnTo>
                  <a:lnTo>
                    <a:pt x="7574" y="3024"/>
                  </a:lnTo>
                  <a:lnTo>
                    <a:pt x="7600" y="3074"/>
                  </a:lnTo>
                  <a:lnTo>
                    <a:pt x="7500" y="3100"/>
                  </a:lnTo>
                  <a:lnTo>
                    <a:pt x="7474" y="3200"/>
                  </a:lnTo>
                  <a:lnTo>
                    <a:pt x="6900" y="3200"/>
                  </a:lnTo>
                  <a:lnTo>
                    <a:pt x="6874" y="3300"/>
                  </a:lnTo>
                  <a:lnTo>
                    <a:pt x="6450" y="3300"/>
                  </a:lnTo>
                  <a:lnTo>
                    <a:pt x="6424" y="3200"/>
                  </a:lnTo>
                  <a:lnTo>
                    <a:pt x="6324" y="3174"/>
                  </a:lnTo>
                  <a:lnTo>
                    <a:pt x="6324" y="3100"/>
                  </a:lnTo>
                  <a:lnTo>
                    <a:pt x="5950" y="3100"/>
                  </a:lnTo>
                  <a:close/>
                  <a:moveTo>
                    <a:pt x="2700" y="400"/>
                  </a:moveTo>
                  <a:lnTo>
                    <a:pt x="2700" y="524"/>
                  </a:lnTo>
                  <a:lnTo>
                    <a:pt x="2824" y="524"/>
                  </a:lnTo>
                  <a:lnTo>
                    <a:pt x="2824" y="400"/>
                  </a:lnTo>
                  <a:close/>
                  <a:moveTo>
                    <a:pt x="1600" y="400"/>
                  </a:moveTo>
                  <a:lnTo>
                    <a:pt x="1600" y="524"/>
                  </a:lnTo>
                  <a:lnTo>
                    <a:pt x="1724" y="524"/>
                  </a:lnTo>
                  <a:lnTo>
                    <a:pt x="1724" y="400"/>
                  </a:lnTo>
                  <a:close/>
                  <a:moveTo>
                    <a:pt x="3200" y="300"/>
                  </a:moveTo>
                  <a:lnTo>
                    <a:pt x="3200" y="424"/>
                  </a:lnTo>
                  <a:lnTo>
                    <a:pt x="3324" y="424"/>
                  </a:lnTo>
                  <a:lnTo>
                    <a:pt x="3324" y="300"/>
                  </a:lnTo>
                  <a:close/>
                  <a:moveTo>
                    <a:pt x="1200" y="200"/>
                  </a:moveTo>
                  <a:lnTo>
                    <a:pt x="1200" y="324"/>
                  </a:lnTo>
                  <a:lnTo>
                    <a:pt x="1324" y="324"/>
                  </a:lnTo>
                  <a:lnTo>
                    <a:pt x="1324" y="200"/>
                  </a:lnTo>
                  <a:close/>
                  <a:moveTo>
                    <a:pt x="2800" y="100"/>
                  </a:moveTo>
                  <a:lnTo>
                    <a:pt x="2800" y="224"/>
                  </a:lnTo>
                  <a:lnTo>
                    <a:pt x="2924" y="224"/>
                  </a:lnTo>
                  <a:lnTo>
                    <a:pt x="2924" y="100"/>
                  </a:lnTo>
                  <a:close/>
                  <a:moveTo>
                    <a:pt x="1400" y="100"/>
                  </a:moveTo>
                  <a:lnTo>
                    <a:pt x="1400" y="224"/>
                  </a:lnTo>
                  <a:lnTo>
                    <a:pt x="1524" y="224"/>
                  </a:lnTo>
                  <a:lnTo>
                    <a:pt x="1524" y="100"/>
                  </a:lnTo>
                  <a:close/>
                  <a:moveTo>
                    <a:pt x="2300" y="0"/>
                  </a:moveTo>
                  <a:lnTo>
                    <a:pt x="2300" y="124"/>
                  </a:lnTo>
                  <a:lnTo>
                    <a:pt x="2524" y="124"/>
                  </a:lnTo>
                  <a:lnTo>
                    <a:pt x="2524" y="0"/>
                  </a:lnTo>
                  <a:close/>
                  <a:moveTo>
                    <a:pt x="1900" y="0"/>
                  </a:moveTo>
                  <a:lnTo>
                    <a:pt x="1900" y="124"/>
                  </a:lnTo>
                  <a:lnTo>
                    <a:pt x="2124" y="124"/>
                  </a:lnTo>
                  <a:lnTo>
                    <a:pt x="2124" y="0"/>
                  </a:lnTo>
                  <a:close/>
                </a:path>
              </a:pathLst>
            </a:custGeom>
            <a:solidFill>
              <a:srgbClr val="C9C5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3" name="Efficiency reward illustration color 15"/>
            <p:cNvSpPr/>
            <p:nvPr/>
          </p:nvSpPr>
          <p:spPr>
            <a:xfrm>
              <a:off x="14002939" y="7629571"/>
              <a:ext cx="157643" cy="413675"/>
            </a:xfrm>
            <a:custGeom>
              <a:avLst/>
              <a:gdLst/>
              <a:ahLst/>
              <a:cxnLst/>
              <a:rect l="l" t="t" r="r" b="b"/>
              <a:pathLst>
                <a:path w="1724" h="4524">
                  <a:moveTo>
                    <a:pt x="1624" y="4000"/>
                  </a:moveTo>
                  <a:lnTo>
                    <a:pt x="1550" y="4000"/>
                  </a:lnTo>
                  <a:lnTo>
                    <a:pt x="1524" y="3900"/>
                  </a:lnTo>
                  <a:lnTo>
                    <a:pt x="1450" y="3900"/>
                  </a:lnTo>
                  <a:lnTo>
                    <a:pt x="1424" y="3800"/>
                  </a:lnTo>
                  <a:lnTo>
                    <a:pt x="1324" y="3774"/>
                  </a:lnTo>
                  <a:lnTo>
                    <a:pt x="1324" y="3600"/>
                  </a:lnTo>
                  <a:lnTo>
                    <a:pt x="1250" y="3600"/>
                  </a:lnTo>
                  <a:lnTo>
                    <a:pt x="1224" y="3500"/>
                  </a:lnTo>
                  <a:lnTo>
                    <a:pt x="1100" y="3500"/>
                  </a:lnTo>
                  <a:lnTo>
                    <a:pt x="1100" y="3574"/>
                  </a:lnTo>
                  <a:lnTo>
                    <a:pt x="1000" y="3600"/>
                  </a:lnTo>
                  <a:lnTo>
                    <a:pt x="1000" y="3674"/>
                  </a:lnTo>
                  <a:lnTo>
                    <a:pt x="900" y="3700"/>
                  </a:lnTo>
                  <a:lnTo>
                    <a:pt x="900" y="3774"/>
                  </a:lnTo>
                  <a:lnTo>
                    <a:pt x="800" y="3800"/>
                  </a:lnTo>
                  <a:lnTo>
                    <a:pt x="774" y="3900"/>
                  </a:lnTo>
                  <a:lnTo>
                    <a:pt x="700" y="3900"/>
                  </a:lnTo>
                  <a:lnTo>
                    <a:pt x="700" y="4074"/>
                  </a:lnTo>
                  <a:lnTo>
                    <a:pt x="600" y="4100"/>
                  </a:lnTo>
                  <a:lnTo>
                    <a:pt x="600" y="4174"/>
                  </a:lnTo>
                  <a:lnTo>
                    <a:pt x="500" y="4200"/>
                  </a:lnTo>
                  <a:lnTo>
                    <a:pt x="474" y="4300"/>
                  </a:lnTo>
                  <a:lnTo>
                    <a:pt x="400" y="4300"/>
                  </a:lnTo>
                  <a:lnTo>
                    <a:pt x="400" y="4524"/>
                  </a:lnTo>
                  <a:lnTo>
                    <a:pt x="1524" y="4524"/>
                  </a:lnTo>
                  <a:lnTo>
                    <a:pt x="1524" y="4450"/>
                  </a:lnTo>
                  <a:lnTo>
                    <a:pt x="1624" y="4424"/>
                  </a:lnTo>
                  <a:close/>
                  <a:moveTo>
                    <a:pt x="0" y="3500"/>
                  </a:moveTo>
                  <a:lnTo>
                    <a:pt x="0" y="3624"/>
                  </a:lnTo>
                  <a:lnTo>
                    <a:pt x="124" y="3624"/>
                  </a:lnTo>
                  <a:lnTo>
                    <a:pt x="124" y="3500"/>
                  </a:lnTo>
                  <a:close/>
                  <a:moveTo>
                    <a:pt x="1600" y="3400"/>
                  </a:moveTo>
                  <a:lnTo>
                    <a:pt x="1600" y="3624"/>
                  </a:lnTo>
                  <a:lnTo>
                    <a:pt x="1724" y="3624"/>
                  </a:lnTo>
                  <a:lnTo>
                    <a:pt x="1724" y="3400"/>
                  </a:lnTo>
                  <a:close/>
                  <a:moveTo>
                    <a:pt x="600" y="3400"/>
                  </a:moveTo>
                  <a:lnTo>
                    <a:pt x="600" y="3524"/>
                  </a:lnTo>
                  <a:lnTo>
                    <a:pt x="724" y="3524"/>
                  </a:lnTo>
                  <a:lnTo>
                    <a:pt x="724" y="3400"/>
                  </a:lnTo>
                  <a:close/>
                  <a:moveTo>
                    <a:pt x="700" y="3100"/>
                  </a:moveTo>
                  <a:lnTo>
                    <a:pt x="700" y="3224"/>
                  </a:lnTo>
                  <a:lnTo>
                    <a:pt x="824" y="3224"/>
                  </a:lnTo>
                  <a:lnTo>
                    <a:pt x="824" y="3100"/>
                  </a:lnTo>
                  <a:close/>
                  <a:moveTo>
                    <a:pt x="200" y="2700"/>
                  </a:moveTo>
                  <a:lnTo>
                    <a:pt x="200" y="2824"/>
                  </a:lnTo>
                  <a:lnTo>
                    <a:pt x="324" y="2824"/>
                  </a:lnTo>
                  <a:lnTo>
                    <a:pt x="324" y="2700"/>
                  </a:lnTo>
                  <a:close/>
                  <a:moveTo>
                    <a:pt x="1624" y="1300"/>
                  </a:moveTo>
                  <a:lnTo>
                    <a:pt x="1550" y="1300"/>
                  </a:lnTo>
                  <a:lnTo>
                    <a:pt x="1524" y="1200"/>
                  </a:lnTo>
                  <a:lnTo>
                    <a:pt x="1424" y="1174"/>
                  </a:lnTo>
                  <a:lnTo>
                    <a:pt x="1424" y="1000"/>
                  </a:lnTo>
                  <a:lnTo>
                    <a:pt x="1350" y="1000"/>
                  </a:lnTo>
                  <a:lnTo>
                    <a:pt x="1324" y="900"/>
                  </a:lnTo>
                  <a:lnTo>
                    <a:pt x="1224" y="874"/>
                  </a:lnTo>
                  <a:lnTo>
                    <a:pt x="1224" y="800"/>
                  </a:lnTo>
                  <a:lnTo>
                    <a:pt x="1100" y="800"/>
                  </a:lnTo>
                  <a:lnTo>
                    <a:pt x="1100" y="874"/>
                  </a:lnTo>
                  <a:lnTo>
                    <a:pt x="1000" y="900"/>
                  </a:lnTo>
                  <a:lnTo>
                    <a:pt x="1000" y="974"/>
                  </a:lnTo>
                  <a:lnTo>
                    <a:pt x="900" y="1000"/>
                  </a:lnTo>
                  <a:lnTo>
                    <a:pt x="874" y="1100"/>
                  </a:lnTo>
                  <a:lnTo>
                    <a:pt x="800" y="1100"/>
                  </a:lnTo>
                  <a:lnTo>
                    <a:pt x="800" y="1274"/>
                  </a:lnTo>
                  <a:lnTo>
                    <a:pt x="700" y="1300"/>
                  </a:lnTo>
                  <a:lnTo>
                    <a:pt x="700" y="1374"/>
                  </a:lnTo>
                  <a:lnTo>
                    <a:pt x="600" y="1400"/>
                  </a:lnTo>
                  <a:lnTo>
                    <a:pt x="600" y="1474"/>
                  </a:lnTo>
                  <a:lnTo>
                    <a:pt x="500" y="1500"/>
                  </a:lnTo>
                  <a:lnTo>
                    <a:pt x="474" y="1600"/>
                  </a:lnTo>
                  <a:lnTo>
                    <a:pt x="400" y="1600"/>
                  </a:lnTo>
                  <a:lnTo>
                    <a:pt x="400" y="1824"/>
                  </a:lnTo>
                  <a:lnTo>
                    <a:pt x="1524" y="1824"/>
                  </a:lnTo>
                  <a:lnTo>
                    <a:pt x="1524" y="1750"/>
                  </a:lnTo>
                  <a:lnTo>
                    <a:pt x="1624" y="1724"/>
                  </a:lnTo>
                  <a:close/>
                  <a:moveTo>
                    <a:pt x="800" y="700"/>
                  </a:moveTo>
                  <a:lnTo>
                    <a:pt x="800" y="824"/>
                  </a:lnTo>
                  <a:lnTo>
                    <a:pt x="924" y="824"/>
                  </a:lnTo>
                  <a:lnTo>
                    <a:pt x="924" y="700"/>
                  </a:lnTo>
                  <a:close/>
                  <a:moveTo>
                    <a:pt x="600" y="700"/>
                  </a:moveTo>
                  <a:lnTo>
                    <a:pt x="600" y="824"/>
                  </a:lnTo>
                  <a:lnTo>
                    <a:pt x="724" y="824"/>
                  </a:lnTo>
                  <a:lnTo>
                    <a:pt x="724" y="700"/>
                  </a:lnTo>
                  <a:close/>
                  <a:moveTo>
                    <a:pt x="1600" y="600"/>
                  </a:moveTo>
                  <a:lnTo>
                    <a:pt x="1600" y="924"/>
                  </a:lnTo>
                  <a:lnTo>
                    <a:pt x="1724" y="924"/>
                  </a:lnTo>
                  <a:lnTo>
                    <a:pt x="1724" y="600"/>
                  </a:lnTo>
                  <a:close/>
                  <a:moveTo>
                    <a:pt x="700" y="400"/>
                  </a:moveTo>
                  <a:lnTo>
                    <a:pt x="700" y="524"/>
                  </a:lnTo>
                  <a:lnTo>
                    <a:pt x="824" y="524"/>
                  </a:lnTo>
                  <a:lnTo>
                    <a:pt x="824" y="400"/>
                  </a:lnTo>
                  <a:close/>
                  <a:moveTo>
                    <a:pt x="1600" y="200"/>
                  </a:moveTo>
                  <a:lnTo>
                    <a:pt x="1600" y="524"/>
                  </a:lnTo>
                  <a:lnTo>
                    <a:pt x="1724" y="524"/>
                  </a:lnTo>
                  <a:lnTo>
                    <a:pt x="1724" y="200"/>
                  </a:lnTo>
                  <a:close/>
                  <a:moveTo>
                    <a:pt x="1600" y="0"/>
                  </a:moveTo>
                  <a:lnTo>
                    <a:pt x="1600" y="124"/>
                  </a:lnTo>
                  <a:lnTo>
                    <a:pt x="1724" y="124"/>
                  </a:lnTo>
                  <a:lnTo>
                    <a:pt x="1724" y="0"/>
                  </a:lnTo>
                  <a:close/>
                </a:path>
              </a:pathLst>
            </a:custGeom>
            <a:solidFill>
              <a:srgbClr val="64947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4" name="Efficiency reward illustration color 16"/>
            <p:cNvSpPr/>
            <p:nvPr/>
          </p:nvSpPr>
          <p:spPr>
            <a:xfrm>
              <a:off x="13865779" y="7528987"/>
              <a:ext cx="386243" cy="596555"/>
            </a:xfrm>
            <a:custGeom>
              <a:avLst/>
              <a:gdLst/>
              <a:ahLst/>
              <a:cxnLst/>
              <a:rect l="l" t="t" r="r" b="b"/>
              <a:pathLst>
                <a:path w="4224" h="6524">
                  <a:moveTo>
                    <a:pt x="1200" y="6400"/>
                  </a:moveTo>
                  <a:lnTo>
                    <a:pt x="1200" y="6524"/>
                  </a:lnTo>
                  <a:lnTo>
                    <a:pt x="1324" y="6524"/>
                  </a:lnTo>
                  <a:lnTo>
                    <a:pt x="1324" y="6400"/>
                  </a:lnTo>
                  <a:close/>
                  <a:moveTo>
                    <a:pt x="2100" y="6300"/>
                  </a:moveTo>
                  <a:lnTo>
                    <a:pt x="2100" y="6424"/>
                  </a:lnTo>
                  <a:lnTo>
                    <a:pt x="2324" y="6424"/>
                  </a:lnTo>
                  <a:lnTo>
                    <a:pt x="2324" y="6300"/>
                  </a:lnTo>
                  <a:close/>
                  <a:moveTo>
                    <a:pt x="2900" y="6100"/>
                  </a:moveTo>
                  <a:lnTo>
                    <a:pt x="2900" y="6224"/>
                  </a:lnTo>
                  <a:lnTo>
                    <a:pt x="3024" y="6224"/>
                  </a:lnTo>
                  <a:lnTo>
                    <a:pt x="3024" y="6100"/>
                  </a:lnTo>
                  <a:close/>
                  <a:moveTo>
                    <a:pt x="3600" y="5800"/>
                  </a:moveTo>
                  <a:lnTo>
                    <a:pt x="3600" y="5924"/>
                  </a:lnTo>
                  <a:lnTo>
                    <a:pt x="3724" y="5924"/>
                  </a:lnTo>
                  <a:lnTo>
                    <a:pt x="3724" y="5800"/>
                  </a:lnTo>
                  <a:close/>
                  <a:moveTo>
                    <a:pt x="500" y="5800"/>
                  </a:moveTo>
                  <a:lnTo>
                    <a:pt x="500" y="5924"/>
                  </a:lnTo>
                  <a:lnTo>
                    <a:pt x="624" y="5924"/>
                  </a:lnTo>
                  <a:lnTo>
                    <a:pt x="624" y="5800"/>
                  </a:lnTo>
                  <a:close/>
                  <a:moveTo>
                    <a:pt x="3300" y="5000"/>
                  </a:moveTo>
                  <a:lnTo>
                    <a:pt x="3300" y="5224"/>
                  </a:lnTo>
                  <a:lnTo>
                    <a:pt x="3424" y="5224"/>
                  </a:lnTo>
                  <a:lnTo>
                    <a:pt x="3424" y="5000"/>
                  </a:lnTo>
                  <a:close/>
                  <a:moveTo>
                    <a:pt x="3300" y="4800"/>
                  </a:moveTo>
                  <a:lnTo>
                    <a:pt x="3300" y="4924"/>
                  </a:lnTo>
                  <a:lnTo>
                    <a:pt x="3424" y="4924"/>
                  </a:lnTo>
                  <a:lnTo>
                    <a:pt x="3424" y="4800"/>
                  </a:lnTo>
                  <a:close/>
                  <a:moveTo>
                    <a:pt x="3800" y="4500"/>
                  </a:moveTo>
                  <a:lnTo>
                    <a:pt x="3800" y="4624"/>
                  </a:lnTo>
                  <a:lnTo>
                    <a:pt x="3924" y="4624"/>
                  </a:lnTo>
                  <a:lnTo>
                    <a:pt x="3924" y="4500"/>
                  </a:lnTo>
                  <a:close/>
                  <a:moveTo>
                    <a:pt x="300" y="4400"/>
                  </a:moveTo>
                  <a:lnTo>
                    <a:pt x="300" y="4524"/>
                  </a:lnTo>
                  <a:lnTo>
                    <a:pt x="424" y="4524"/>
                  </a:lnTo>
                  <a:lnTo>
                    <a:pt x="424" y="4400"/>
                  </a:lnTo>
                  <a:close/>
                  <a:moveTo>
                    <a:pt x="4100" y="4100"/>
                  </a:moveTo>
                  <a:lnTo>
                    <a:pt x="4100" y="4224"/>
                  </a:lnTo>
                  <a:lnTo>
                    <a:pt x="4224" y="4224"/>
                  </a:lnTo>
                  <a:lnTo>
                    <a:pt x="4224" y="4100"/>
                  </a:lnTo>
                  <a:close/>
                  <a:moveTo>
                    <a:pt x="3300" y="3700"/>
                  </a:moveTo>
                  <a:lnTo>
                    <a:pt x="3300" y="4724"/>
                  </a:lnTo>
                  <a:lnTo>
                    <a:pt x="3424" y="4724"/>
                  </a:lnTo>
                  <a:lnTo>
                    <a:pt x="3424" y="3700"/>
                  </a:lnTo>
                  <a:close/>
                  <a:moveTo>
                    <a:pt x="0" y="3700"/>
                  </a:moveTo>
                  <a:lnTo>
                    <a:pt x="0" y="4024"/>
                  </a:lnTo>
                  <a:lnTo>
                    <a:pt x="124" y="4024"/>
                  </a:lnTo>
                  <a:lnTo>
                    <a:pt x="124" y="3700"/>
                  </a:lnTo>
                  <a:close/>
                  <a:moveTo>
                    <a:pt x="3900" y="3000"/>
                  </a:moveTo>
                  <a:lnTo>
                    <a:pt x="3900" y="3724"/>
                  </a:lnTo>
                  <a:lnTo>
                    <a:pt x="4024" y="3724"/>
                  </a:lnTo>
                  <a:lnTo>
                    <a:pt x="4024" y="3000"/>
                  </a:lnTo>
                  <a:close/>
                  <a:moveTo>
                    <a:pt x="1000" y="3000"/>
                  </a:moveTo>
                  <a:lnTo>
                    <a:pt x="1000" y="3124"/>
                  </a:lnTo>
                  <a:lnTo>
                    <a:pt x="1124" y="3124"/>
                  </a:lnTo>
                  <a:lnTo>
                    <a:pt x="1124" y="3000"/>
                  </a:lnTo>
                  <a:close/>
                  <a:moveTo>
                    <a:pt x="0" y="2800"/>
                  </a:moveTo>
                  <a:lnTo>
                    <a:pt x="0" y="3024"/>
                  </a:lnTo>
                  <a:lnTo>
                    <a:pt x="124" y="3024"/>
                  </a:lnTo>
                  <a:lnTo>
                    <a:pt x="124" y="2800"/>
                  </a:lnTo>
                  <a:close/>
                  <a:moveTo>
                    <a:pt x="300" y="2400"/>
                  </a:moveTo>
                  <a:lnTo>
                    <a:pt x="300" y="2524"/>
                  </a:lnTo>
                  <a:lnTo>
                    <a:pt x="424" y="2524"/>
                  </a:lnTo>
                  <a:lnTo>
                    <a:pt x="424" y="2400"/>
                  </a:lnTo>
                  <a:close/>
                  <a:moveTo>
                    <a:pt x="3300" y="2300"/>
                  </a:moveTo>
                  <a:lnTo>
                    <a:pt x="3300" y="2824"/>
                  </a:lnTo>
                  <a:lnTo>
                    <a:pt x="3424" y="2824"/>
                  </a:lnTo>
                  <a:lnTo>
                    <a:pt x="3424" y="2300"/>
                  </a:lnTo>
                  <a:close/>
                  <a:moveTo>
                    <a:pt x="4100" y="2200"/>
                  </a:moveTo>
                  <a:lnTo>
                    <a:pt x="4100" y="2324"/>
                  </a:lnTo>
                  <a:lnTo>
                    <a:pt x="4224" y="2324"/>
                  </a:lnTo>
                  <a:lnTo>
                    <a:pt x="4224" y="2200"/>
                  </a:lnTo>
                  <a:close/>
                  <a:moveTo>
                    <a:pt x="3300" y="2000"/>
                  </a:moveTo>
                  <a:lnTo>
                    <a:pt x="3300" y="2224"/>
                  </a:lnTo>
                  <a:lnTo>
                    <a:pt x="3424" y="2224"/>
                  </a:lnTo>
                  <a:lnTo>
                    <a:pt x="3424" y="2000"/>
                  </a:lnTo>
                  <a:close/>
                  <a:moveTo>
                    <a:pt x="200" y="1500"/>
                  </a:moveTo>
                  <a:lnTo>
                    <a:pt x="200" y="1624"/>
                  </a:lnTo>
                  <a:lnTo>
                    <a:pt x="324" y="1624"/>
                  </a:lnTo>
                  <a:lnTo>
                    <a:pt x="324" y="1500"/>
                  </a:lnTo>
                  <a:close/>
                  <a:moveTo>
                    <a:pt x="3700" y="1400"/>
                  </a:moveTo>
                  <a:lnTo>
                    <a:pt x="3700" y="1524"/>
                  </a:lnTo>
                  <a:lnTo>
                    <a:pt x="3824" y="1524"/>
                  </a:lnTo>
                  <a:lnTo>
                    <a:pt x="3824" y="1400"/>
                  </a:lnTo>
                  <a:close/>
                  <a:moveTo>
                    <a:pt x="2900" y="900"/>
                  </a:moveTo>
                  <a:lnTo>
                    <a:pt x="2900" y="1024"/>
                  </a:lnTo>
                  <a:lnTo>
                    <a:pt x="3024" y="1024"/>
                  </a:lnTo>
                  <a:lnTo>
                    <a:pt x="3024" y="900"/>
                  </a:lnTo>
                  <a:close/>
                  <a:moveTo>
                    <a:pt x="800" y="800"/>
                  </a:moveTo>
                  <a:lnTo>
                    <a:pt x="800" y="924"/>
                  </a:lnTo>
                  <a:lnTo>
                    <a:pt x="924" y="924"/>
                  </a:lnTo>
                  <a:lnTo>
                    <a:pt x="924" y="800"/>
                  </a:lnTo>
                  <a:close/>
                  <a:moveTo>
                    <a:pt x="3100" y="700"/>
                  </a:moveTo>
                  <a:lnTo>
                    <a:pt x="3100" y="824"/>
                  </a:lnTo>
                  <a:lnTo>
                    <a:pt x="3224" y="824"/>
                  </a:lnTo>
                  <a:lnTo>
                    <a:pt x="3224" y="700"/>
                  </a:lnTo>
                  <a:close/>
                  <a:moveTo>
                    <a:pt x="3600" y="600"/>
                  </a:moveTo>
                  <a:lnTo>
                    <a:pt x="3600" y="724"/>
                  </a:lnTo>
                  <a:lnTo>
                    <a:pt x="3724" y="724"/>
                  </a:lnTo>
                  <a:lnTo>
                    <a:pt x="3724" y="600"/>
                  </a:lnTo>
                  <a:close/>
                  <a:moveTo>
                    <a:pt x="1300" y="400"/>
                  </a:moveTo>
                  <a:lnTo>
                    <a:pt x="1300" y="524"/>
                  </a:lnTo>
                  <a:lnTo>
                    <a:pt x="1424" y="524"/>
                  </a:lnTo>
                  <a:lnTo>
                    <a:pt x="1424" y="400"/>
                  </a:lnTo>
                  <a:close/>
                  <a:moveTo>
                    <a:pt x="924" y="400"/>
                  </a:moveTo>
                  <a:lnTo>
                    <a:pt x="800" y="400"/>
                  </a:lnTo>
                  <a:lnTo>
                    <a:pt x="800" y="474"/>
                  </a:lnTo>
                  <a:lnTo>
                    <a:pt x="700" y="500"/>
                  </a:lnTo>
                  <a:lnTo>
                    <a:pt x="700" y="624"/>
                  </a:lnTo>
                  <a:lnTo>
                    <a:pt x="824" y="624"/>
                  </a:lnTo>
                  <a:lnTo>
                    <a:pt x="824" y="550"/>
                  </a:lnTo>
                  <a:lnTo>
                    <a:pt x="924" y="524"/>
                  </a:lnTo>
                  <a:close/>
                  <a:moveTo>
                    <a:pt x="3300" y="300"/>
                  </a:moveTo>
                  <a:lnTo>
                    <a:pt x="3300" y="424"/>
                  </a:lnTo>
                  <a:lnTo>
                    <a:pt x="3424" y="424"/>
                  </a:lnTo>
                  <a:lnTo>
                    <a:pt x="3424" y="300"/>
                  </a:lnTo>
                  <a:close/>
                  <a:moveTo>
                    <a:pt x="1500" y="300"/>
                  </a:moveTo>
                  <a:lnTo>
                    <a:pt x="1500" y="424"/>
                  </a:lnTo>
                  <a:lnTo>
                    <a:pt x="1624" y="424"/>
                  </a:lnTo>
                  <a:lnTo>
                    <a:pt x="1624" y="300"/>
                  </a:lnTo>
                  <a:close/>
                  <a:moveTo>
                    <a:pt x="2200" y="200"/>
                  </a:moveTo>
                  <a:lnTo>
                    <a:pt x="2200" y="324"/>
                  </a:lnTo>
                  <a:lnTo>
                    <a:pt x="2424" y="324"/>
                  </a:lnTo>
                  <a:lnTo>
                    <a:pt x="2424" y="200"/>
                  </a:lnTo>
                  <a:close/>
                  <a:moveTo>
                    <a:pt x="1900" y="200"/>
                  </a:moveTo>
                  <a:lnTo>
                    <a:pt x="1900" y="324"/>
                  </a:lnTo>
                  <a:lnTo>
                    <a:pt x="2124" y="324"/>
                  </a:lnTo>
                  <a:lnTo>
                    <a:pt x="2124" y="200"/>
                  </a:lnTo>
                  <a:close/>
                  <a:moveTo>
                    <a:pt x="2700" y="0"/>
                  </a:moveTo>
                  <a:lnTo>
                    <a:pt x="2700" y="124"/>
                  </a:lnTo>
                  <a:lnTo>
                    <a:pt x="2824" y="124"/>
                  </a:lnTo>
                  <a:lnTo>
                    <a:pt x="2824" y="0"/>
                  </a:lnTo>
                  <a:close/>
                </a:path>
              </a:pathLst>
            </a:custGeom>
            <a:solidFill>
              <a:srgbClr val="98969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5" name="Efficiency reward illustration color 17"/>
            <p:cNvSpPr/>
            <p:nvPr/>
          </p:nvSpPr>
          <p:spPr>
            <a:xfrm>
              <a:off x="14039515" y="7657003"/>
              <a:ext cx="11339" cy="285659"/>
            </a:xfrm>
            <a:custGeom>
              <a:avLst/>
              <a:gdLst/>
              <a:ahLst/>
              <a:cxnLst/>
              <a:rect l="l" t="t" r="r" b="b"/>
              <a:pathLst>
                <a:path w="124" h="3124">
                  <a:moveTo>
                    <a:pt x="0" y="3000"/>
                  </a:moveTo>
                  <a:lnTo>
                    <a:pt x="0" y="3124"/>
                  </a:lnTo>
                  <a:lnTo>
                    <a:pt x="124" y="3124"/>
                  </a:lnTo>
                  <a:lnTo>
                    <a:pt x="124" y="3000"/>
                  </a:lnTo>
                  <a:close/>
                  <a:moveTo>
                    <a:pt x="0" y="27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2700"/>
                  </a:lnTo>
                  <a:close/>
                  <a:moveTo>
                    <a:pt x="0" y="300"/>
                  </a:moveTo>
                  <a:lnTo>
                    <a:pt x="0" y="424"/>
                  </a:lnTo>
                  <a:lnTo>
                    <a:pt x="124" y="424"/>
                  </a:lnTo>
                  <a:lnTo>
                    <a:pt x="124" y="30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124" y="124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D9B13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6" name="Efficiency reward illustration color 18"/>
            <p:cNvSpPr/>
            <p:nvPr/>
          </p:nvSpPr>
          <p:spPr>
            <a:xfrm>
              <a:off x="13874923" y="7528987"/>
              <a:ext cx="377099" cy="605699"/>
            </a:xfrm>
            <a:custGeom>
              <a:avLst/>
              <a:gdLst/>
              <a:ahLst/>
              <a:cxnLst/>
              <a:rect l="l" t="t" r="r" b="b"/>
              <a:pathLst>
                <a:path w="4124" h="6624">
                  <a:moveTo>
                    <a:pt x="2400" y="6500"/>
                  </a:moveTo>
                  <a:lnTo>
                    <a:pt x="2400" y="6624"/>
                  </a:lnTo>
                  <a:lnTo>
                    <a:pt x="2524" y="6624"/>
                  </a:lnTo>
                  <a:lnTo>
                    <a:pt x="2524" y="6500"/>
                  </a:lnTo>
                  <a:close/>
                  <a:moveTo>
                    <a:pt x="1500" y="6500"/>
                  </a:moveTo>
                  <a:lnTo>
                    <a:pt x="1500" y="6624"/>
                  </a:lnTo>
                  <a:lnTo>
                    <a:pt x="1624" y="6624"/>
                  </a:lnTo>
                  <a:lnTo>
                    <a:pt x="1624" y="6500"/>
                  </a:lnTo>
                  <a:close/>
                  <a:moveTo>
                    <a:pt x="2300" y="6300"/>
                  </a:moveTo>
                  <a:lnTo>
                    <a:pt x="2300" y="6424"/>
                  </a:lnTo>
                  <a:lnTo>
                    <a:pt x="2424" y="6424"/>
                  </a:lnTo>
                  <a:lnTo>
                    <a:pt x="2424" y="6300"/>
                  </a:lnTo>
                  <a:close/>
                  <a:moveTo>
                    <a:pt x="1600" y="6300"/>
                  </a:moveTo>
                  <a:lnTo>
                    <a:pt x="1600" y="6424"/>
                  </a:lnTo>
                  <a:lnTo>
                    <a:pt x="1724" y="6424"/>
                  </a:lnTo>
                  <a:lnTo>
                    <a:pt x="1724" y="6300"/>
                  </a:lnTo>
                  <a:close/>
                  <a:moveTo>
                    <a:pt x="3300" y="6000"/>
                  </a:moveTo>
                  <a:lnTo>
                    <a:pt x="3300" y="6124"/>
                  </a:lnTo>
                  <a:lnTo>
                    <a:pt x="3424" y="6124"/>
                  </a:lnTo>
                  <a:lnTo>
                    <a:pt x="3424" y="6000"/>
                  </a:lnTo>
                  <a:close/>
                  <a:moveTo>
                    <a:pt x="600" y="6000"/>
                  </a:moveTo>
                  <a:lnTo>
                    <a:pt x="600" y="6124"/>
                  </a:lnTo>
                  <a:lnTo>
                    <a:pt x="674" y="6124"/>
                  </a:lnTo>
                  <a:lnTo>
                    <a:pt x="700" y="6224"/>
                  </a:lnTo>
                  <a:lnTo>
                    <a:pt x="824" y="6224"/>
                  </a:lnTo>
                  <a:lnTo>
                    <a:pt x="824" y="6100"/>
                  </a:lnTo>
                  <a:lnTo>
                    <a:pt x="750" y="6100"/>
                  </a:lnTo>
                  <a:lnTo>
                    <a:pt x="724" y="6000"/>
                  </a:lnTo>
                  <a:close/>
                  <a:moveTo>
                    <a:pt x="700" y="5800"/>
                  </a:moveTo>
                  <a:lnTo>
                    <a:pt x="700" y="5924"/>
                  </a:lnTo>
                  <a:lnTo>
                    <a:pt x="824" y="5924"/>
                  </a:lnTo>
                  <a:lnTo>
                    <a:pt x="824" y="5800"/>
                  </a:lnTo>
                  <a:close/>
                  <a:moveTo>
                    <a:pt x="3300" y="5700"/>
                  </a:moveTo>
                  <a:lnTo>
                    <a:pt x="3300" y="5824"/>
                  </a:lnTo>
                  <a:lnTo>
                    <a:pt x="3424" y="5824"/>
                  </a:lnTo>
                  <a:lnTo>
                    <a:pt x="3424" y="5700"/>
                  </a:lnTo>
                  <a:close/>
                  <a:moveTo>
                    <a:pt x="2900" y="5700"/>
                  </a:moveTo>
                  <a:lnTo>
                    <a:pt x="2900" y="5824"/>
                  </a:lnTo>
                  <a:lnTo>
                    <a:pt x="3024" y="5824"/>
                  </a:lnTo>
                  <a:lnTo>
                    <a:pt x="3024" y="5700"/>
                  </a:lnTo>
                  <a:close/>
                  <a:moveTo>
                    <a:pt x="1000" y="5700"/>
                  </a:moveTo>
                  <a:lnTo>
                    <a:pt x="1000" y="5824"/>
                  </a:lnTo>
                  <a:lnTo>
                    <a:pt x="1224" y="5824"/>
                  </a:lnTo>
                  <a:lnTo>
                    <a:pt x="1224" y="5700"/>
                  </a:lnTo>
                  <a:close/>
                  <a:moveTo>
                    <a:pt x="3100" y="5600"/>
                  </a:moveTo>
                  <a:lnTo>
                    <a:pt x="3100" y="5724"/>
                  </a:lnTo>
                  <a:lnTo>
                    <a:pt x="3224" y="5724"/>
                  </a:lnTo>
                  <a:lnTo>
                    <a:pt x="3224" y="5600"/>
                  </a:lnTo>
                  <a:close/>
                  <a:moveTo>
                    <a:pt x="1500" y="5400"/>
                  </a:moveTo>
                  <a:lnTo>
                    <a:pt x="1500" y="5524"/>
                  </a:lnTo>
                  <a:lnTo>
                    <a:pt x="1624" y="5524"/>
                  </a:lnTo>
                  <a:lnTo>
                    <a:pt x="1624" y="5400"/>
                  </a:lnTo>
                  <a:close/>
                  <a:moveTo>
                    <a:pt x="3000" y="5300"/>
                  </a:moveTo>
                  <a:lnTo>
                    <a:pt x="3000" y="5424"/>
                  </a:lnTo>
                  <a:lnTo>
                    <a:pt x="3124" y="5424"/>
                  </a:lnTo>
                  <a:lnTo>
                    <a:pt x="3124" y="5300"/>
                  </a:lnTo>
                  <a:close/>
                  <a:moveTo>
                    <a:pt x="3800" y="5000"/>
                  </a:moveTo>
                  <a:lnTo>
                    <a:pt x="3800" y="5124"/>
                  </a:lnTo>
                  <a:lnTo>
                    <a:pt x="3924" y="5124"/>
                  </a:lnTo>
                  <a:lnTo>
                    <a:pt x="3924" y="5000"/>
                  </a:lnTo>
                  <a:close/>
                  <a:moveTo>
                    <a:pt x="2900" y="5000"/>
                  </a:moveTo>
                  <a:lnTo>
                    <a:pt x="2900" y="5124"/>
                  </a:lnTo>
                  <a:lnTo>
                    <a:pt x="3024" y="5124"/>
                  </a:lnTo>
                  <a:lnTo>
                    <a:pt x="3024" y="5000"/>
                  </a:lnTo>
                  <a:close/>
                  <a:moveTo>
                    <a:pt x="2000" y="4800"/>
                  </a:moveTo>
                  <a:lnTo>
                    <a:pt x="2000" y="4924"/>
                  </a:lnTo>
                  <a:lnTo>
                    <a:pt x="2124" y="4924"/>
                  </a:lnTo>
                  <a:lnTo>
                    <a:pt x="2124" y="4800"/>
                  </a:lnTo>
                  <a:close/>
                  <a:moveTo>
                    <a:pt x="3700" y="4700"/>
                  </a:moveTo>
                  <a:lnTo>
                    <a:pt x="3700" y="4824"/>
                  </a:lnTo>
                  <a:lnTo>
                    <a:pt x="3824" y="4824"/>
                  </a:lnTo>
                  <a:lnTo>
                    <a:pt x="3824" y="4700"/>
                  </a:lnTo>
                  <a:close/>
                  <a:moveTo>
                    <a:pt x="2300" y="4700"/>
                  </a:moveTo>
                  <a:lnTo>
                    <a:pt x="2300" y="4824"/>
                  </a:lnTo>
                  <a:lnTo>
                    <a:pt x="2424" y="4824"/>
                  </a:lnTo>
                  <a:lnTo>
                    <a:pt x="2424" y="4700"/>
                  </a:lnTo>
                  <a:close/>
                  <a:moveTo>
                    <a:pt x="2800" y="4600"/>
                  </a:moveTo>
                  <a:lnTo>
                    <a:pt x="2800" y="4724"/>
                  </a:lnTo>
                  <a:lnTo>
                    <a:pt x="2924" y="4724"/>
                  </a:lnTo>
                  <a:lnTo>
                    <a:pt x="2924" y="4600"/>
                  </a:lnTo>
                  <a:close/>
                  <a:moveTo>
                    <a:pt x="200" y="4600"/>
                  </a:moveTo>
                  <a:lnTo>
                    <a:pt x="200" y="4724"/>
                  </a:lnTo>
                  <a:lnTo>
                    <a:pt x="324" y="4724"/>
                  </a:lnTo>
                  <a:lnTo>
                    <a:pt x="324" y="4600"/>
                  </a:lnTo>
                  <a:close/>
                  <a:moveTo>
                    <a:pt x="3900" y="4500"/>
                  </a:moveTo>
                  <a:lnTo>
                    <a:pt x="3900" y="4624"/>
                  </a:lnTo>
                  <a:lnTo>
                    <a:pt x="4024" y="4624"/>
                  </a:lnTo>
                  <a:lnTo>
                    <a:pt x="4024" y="4500"/>
                  </a:lnTo>
                  <a:close/>
                  <a:moveTo>
                    <a:pt x="2500" y="4500"/>
                  </a:moveTo>
                  <a:lnTo>
                    <a:pt x="2500" y="4624"/>
                  </a:lnTo>
                  <a:lnTo>
                    <a:pt x="2574" y="4624"/>
                  </a:lnTo>
                  <a:lnTo>
                    <a:pt x="2600" y="4724"/>
                  </a:lnTo>
                  <a:lnTo>
                    <a:pt x="2724" y="4724"/>
                  </a:lnTo>
                  <a:lnTo>
                    <a:pt x="2724" y="4600"/>
                  </a:lnTo>
                  <a:lnTo>
                    <a:pt x="2650" y="4600"/>
                  </a:lnTo>
                  <a:lnTo>
                    <a:pt x="2624" y="4500"/>
                  </a:lnTo>
                  <a:close/>
                  <a:moveTo>
                    <a:pt x="3800" y="4000"/>
                  </a:moveTo>
                  <a:lnTo>
                    <a:pt x="3800" y="4124"/>
                  </a:lnTo>
                  <a:lnTo>
                    <a:pt x="3924" y="4124"/>
                  </a:lnTo>
                  <a:lnTo>
                    <a:pt x="3924" y="4000"/>
                  </a:lnTo>
                  <a:close/>
                  <a:moveTo>
                    <a:pt x="800" y="3700"/>
                  </a:moveTo>
                  <a:lnTo>
                    <a:pt x="800" y="5524"/>
                  </a:lnTo>
                  <a:lnTo>
                    <a:pt x="924" y="5524"/>
                  </a:lnTo>
                  <a:lnTo>
                    <a:pt x="924" y="3700"/>
                  </a:lnTo>
                  <a:close/>
                  <a:moveTo>
                    <a:pt x="3224" y="3500"/>
                  </a:moveTo>
                  <a:lnTo>
                    <a:pt x="3100" y="3500"/>
                  </a:lnTo>
                  <a:lnTo>
                    <a:pt x="3100" y="3574"/>
                  </a:lnTo>
                  <a:lnTo>
                    <a:pt x="3000" y="3600"/>
                  </a:lnTo>
                  <a:lnTo>
                    <a:pt x="3000" y="3724"/>
                  </a:lnTo>
                  <a:lnTo>
                    <a:pt x="3124" y="3724"/>
                  </a:lnTo>
                  <a:lnTo>
                    <a:pt x="3124" y="3650"/>
                  </a:lnTo>
                  <a:lnTo>
                    <a:pt x="3224" y="3624"/>
                  </a:lnTo>
                  <a:close/>
                  <a:moveTo>
                    <a:pt x="4000" y="3400"/>
                  </a:moveTo>
                  <a:lnTo>
                    <a:pt x="4000" y="3824"/>
                  </a:lnTo>
                  <a:lnTo>
                    <a:pt x="4124" y="3824"/>
                  </a:lnTo>
                  <a:lnTo>
                    <a:pt x="4124" y="3400"/>
                  </a:lnTo>
                  <a:close/>
                  <a:moveTo>
                    <a:pt x="2600" y="3400"/>
                  </a:moveTo>
                  <a:lnTo>
                    <a:pt x="2600" y="3524"/>
                  </a:lnTo>
                  <a:lnTo>
                    <a:pt x="3024" y="3524"/>
                  </a:lnTo>
                  <a:lnTo>
                    <a:pt x="3024" y="3400"/>
                  </a:lnTo>
                  <a:close/>
                  <a:moveTo>
                    <a:pt x="2200" y="3400"/>
                  </a:moveTo>
                  <a:lnTo>
                    <a:pt x="2200" y="3524"/>
                  </a:lnTo>
                  <a:lnTo>
                    <a:pt x="2424" y="3524"/>
                  </a:lnTo>
                  <a:lnTo>
                    <a:pt x="2424" y="3400"/>
                  </a:lnTo>
                  <a:close/>
                  <a:moveTo>
                    <a:pt x="1100" y="3400"/>
                  </a:moveTo>
                  <a:lnTo>
                    <a:pt x="1100" y="3524"/>
                  </a:lnTo>
                  <a:lnTo>
                    <a:pt x="2124" y="3524"/>
                  </a:lnTo>
                  <a:lnTo>
                    <a:pt x="2124" y="3400"/>
                  </a:lnTo>
                  <a:close/>
                  <a:moveTo>
                    <a:pt x="3000" y="3000"/>
                  </a:moveTo>
                  <a:lnTo>
                    <a:pt x="3000" y="3124"/>
                  </a:lnTo>
                  <a:lnTo>
                    <a:pt x="3124" y="3124"/>
                  </a:lnTo>
                  <a:lnTo>
                    <a:pt x="3124" y="3000"/>
                  </a:lnTo>
                  <a:close/>
                  <a:moveTo>
                    <a:pt x="1100" y="2900"/>
                  </a:moveTo>
                  <a:lnTo>
                    <a:pt x="1100" y="3024"/>
                  </a:lnTo>
                  <a:lnTo>
                    <a:pt x="1424" y="3024"/>
                  </a:lnTo>
                  <a:lnTo>
                    <a:pt x="1424" y="2900"/>
                  </a:lnTo>
                  <a:close/>
                  <a:moveTo>
                    <a:pt x="4000" y="2700"/>
                  </a:moveTo>
                  <a:lnTo>
                    <a:pt x="4000" y="3024"/>
                  </a:lnTo>
                  <a:lnTo>
                    <a:pt x="4124" y="3024"/>
                  </a:lnTo>
                  <a:lnTo>
                    <a:pt x="4124" y="2700"/>
                  </a:lnTo>
                  <a:close/>
                  <a:moveTo>
                    <a:pt x="1500" y="2700"/>
                  </a:moveTo>
                  <a:lnTo>
                    <a:pt x="1500" y="2824"/>
                  </a:lnTo>
                  <a:lnTo>
                    <a:pt x="1624" y="2824"/>
                  </a:lnTo>
                  <a:lnTo>
                    <a:pt x="1624" y="2700"/>
                  </a:lnTo>
                  <a:close/>
                  <a:moveTo>
                    <a:pt x="3000" y="2500"/>
                  </a:moveTo>
                  <a:lnTo>
                    <a:pt x="3000" y="2724"/>
                  </a:lnTo>
                  <a:lnTo>
                    <a:pt x="3124" y="2724"/>
                  </a:lnTo>
                  <a:lnTo>
                    <a:pt x="3124" y="2500"/>
                  </a:lnTo>
                  <a:close/>
                  <a:moveTo>
                    <a:pt x="3800" y="2400"/>
                  </a:moveTo>
                  <a:lnTo>
                    <a:pt x="3800" y="2524"/>
                  </a:lnTo>
                  <a:lnTo>
                    <a:pt x="3924" y="2524"/>
                  </a:lnTo>
                  <a:lnTo>
                    <a:pt x="3924" y="2400"/>
                  </a:lnTo>
                  <a:close/>
                  <a:moveTo>
                    <a:pt x="2900" y="2300"/>
                  </a:moveTo>
                  <a:lnTo>
                    <a:pt x="2900" y="2424"/>
                  </a:lnTo>
                  <a:lnTo>
                    <a:pt x="3024" y="2424"/>
                  </a:lnTo>
                  <a:lnTo>
                    <a:pt x="3024" y="2300"/>
                  </a:lnTo>
                  <a:close/>
                  <a:moveTo>
                    <a:pt x="0" y="2200"/>
                  </a:moveTo>
                  <a:lnTo>
                    <a:pt x="0" y="2324"/>
                  </a:lnTo>
                  <a:lnTo>
                    <a:pt x="124" y="2324"/>
                  </a:lnTo>
                  <a:lnTo>
                    <a:pt x="124" y="2200"/>
                  </a:lnTo>
                  <a:close/>
                  <a:moveTo>
                    <a:pt x="3000" y="2100"/>
                  </a:moveTo>
                  <a:lnTo>
                    <a:pt x="3000" y="2224"/>
                  </a:lnTo>
                  <a:lnTo>
                    <a:pt x="3124" y="2224"/>
                  </a:lnTo>
                  <a:lnTo>
                    <a:pt x="3124" y="2100"/>
                  </a:lnTo>
                  <a:close/>
                  <a:moveTo>
                    <a:pt x="2000" y="2100"/>
                  </a:moveTo>
                  <a:lnTo>
                    <a:pt x="2000" y="2224"/>
                  </a:lnTo>
                  <a:lnTo>
                    <a:pt x="2124" y="2224"/>
                  </a:lnTo>
                  <a:lnTo>
                    <a:pt x="2124" y="2100"/>
                  </a:lnTo>
                  <a:close/>
                  <a:moveTo>
                    <a:pt x="200" y="2100"/>
                  </a:moveTo>
                  <a:lnTo>
                    <a:pt x="200" y="2224"/>
                  </a:lnTo>
                  <a:lnTo>
                    <a:pt x="324" y="2224"/>
                  </a:lnTo>
                  <a:lnTo>
                    <a:pt x="324" y="2100"/>
                  </a:lnTo>
                  <a:close/>
                  <a:moveTo>
                    <a:pt x="2800" y="1900"/>
                  </a:moveTo>
                  <a:lnTo>
                    <a:pt x="2800" y="2024"/>
                  </a:lnTo>
                  <a:lnTo>
                    <a:pt x="2924" y="2024"/>
                  </a:lnTo>
                  <a:lnTo>
                    <a:pt x="2924" y="1900"/>
                  </a:lnTo>
                  <a:close/>
                  <a:moveTo>
                    <a:pt x="1500" y="1900"/>
                  </a:moveTo>
                  <a:lnTo>
                    <a:pt x="1500" y="2024"/>
                  </a:lnTo>
                  <a:lnTo>
                    <a:pt x="1624" y="2024"/>
                  </a:lnTo>
                  <a:lnTo>
                    <a:pt x="1624" y="1900"/>
                  </a:lnTo>
                  <a:close/>
                  <a:moveTo>
                    <a:pt x="3900" y="1800"/>
                  </a:moveTo>
                  <a:lnTo>
                    <a:pt x="3900" y="1924"/>
                  </a:lnTo>
                  <a:lnTo>
                    <a:pt x="4024" y="1924"/>
                  </a:lnTo>
                  <a:lnTo>
                    <a:pt x="4024" y="1800"/>
                  </a:lnTo>
                  <a:close/>
                  <a:moveTo>
                    <a:pt x="2500" y="1800"/>
                  </a:moveTo>
                  <a:lnTo>
                    <a:pt x="2500" y="1924"/>
                  </a:lnTo>
                  <a:lnTo>
                    <a:pt x="2574" y="1924"/>
                  </a:lnTo>
                  <a:lnTo>
                    <a:pt x="2600" y="2024"/>
                  </a:lnTo>
                  <a:lnTo>
                    <a:pt x="2724" y="2024"/>
                  </a:lnTo>
                  <a:lnTo>
                    <a:pt x="2724" y="1900"/>
                  </a:lnTo>
                  <a:lnTo>
                    <a:pt x="2650" y="1900"/>
                  </a:lnTo>
                  <a:lnTo>
                    <a:pt x="2624" y="1800"/>
                  </a:lnTo>
                  <a:close/>
                  <a:moveTo>
                    <a:pt x="800" y="1800"/>
                  </a:moveTo>
                  <a:lnTo>
                    <a:pt x="800" y="2524"/>
                  </a:lnTo>
                  <a:lnTo>
                    <a:pt x="924" y="2524"/>
                  </a:lnTo>
                  <a:lnTo>
                    <a:pt x="924" y="1800"/>
                  </a:lnTo>
                  <a:close/>
                  <a:moveTo>
                    <a:pt x="800" y="1600"/>
                  </a:moveTo>
                  <a:lnTo>
                    <a:pt x="800" y="1724"/>
                  </a:lnTo>
                  <a:lnTo>
                    <a:pt x="924" y="1724"/>
                  </a:lnTo>
                  <a:lnTo>
                    <a:pt x="924" y="1600"/>
                  </a:lnTo>
                  <a:close/>
                  <a:moveTo>
                    <a:pt x="100" y="1600"/>
                  </a:moveTo>
                  <a:lnTo>
                    <a:pt x="100" y="1724"/>
                  </a:lnTo>
                  <a:lnTo>
                    <a:pt x="224" y="1724"/>
                  </a:lnTo>
                  <a:lnTo>
                    <a:pt x="224" y="1600"/>
                  </a:lnTo>
                  <a:close/>
                  <a:moveTo>
                    <a:pt x="3600" y="1300"/>
                  </a:moveTo>
                  <a:lnTo>
                    <a:pt x="3600" y="1424"/>
                  </a:lnTo>
                  <a:lnTo>
                    <a:pt x="3724" y="1424"/>
                  </a:lnTo>
                  <a:lnTo>
                    <a:pt x="3724" y="1300"/>
                  </a:lnTo>
                  <a:close/>
                  <a:moveTo>
                    <a:pt x="2000" y="1300"/>
                  </a:moveTo>
                  <a:lnTo>
                    <a:pt x="2000" y="1424"/>
                  </a:lnTo>
                  <a:lnTo>
                    <a:pt x="2124" y="1424"/>
                  </a:lnTo>
                  <a:lnTo>
                    <a:pt x="2124" y="1300"/>
                  </a:lnTo>
                  <a:close/>
                  <a:moveTo>
                    <a:pt x="400" y="1300"/>
                  </a:moveTo>
                  <a:lnTo>
                    <a:pt x="400" y="1424"/>
                  </a:lnTo>
                  <a:lnTo>
                    <a:pt x="524" y="1424"/>
                  </a:lnTo>
                  <a:lnTo>
                    <a:pt x="524" y="1300"/>
                  </a:lnTo>
                  <a:close/>
                  <a:moveTo>
                    <a:pt x="600" y="900"/>
                  </a:moveTo>
                  <a:lnTo>
                    <a:pt x="600" y="1024"/>
                  </a:lnTo>
                  <a:lnTo>
                    <a:pt x="724" y="1024"/>
                  </a:lnTo>
                  <a:lnTo>
                    <a:pt x="724" y="900"/>
                  </a:lnTo>
                  <a:close/>
                  <a:moveTo>
                    <a:pt x="3100" y="800"/>
                  </a:moveTo>
                  <a:lnTo>
                    <a:pt x="3100" y="924"/>
                  </a:lnTo>
                  <a:lnTo>
                    <a:pt x="3224" y="924"/>
                  </a:lnTo>
                  <a:lnTo>
                    <a:pt x="3224" y="800"/>
                  </a:lnTo>
                  <a:close/>
                  <a:moveTo>
                    <a:pt x="2800" y="700"/>
                  </a:moveTo>
                  <a:lnTo>
                    <a:pt x="2800" y="824"/>
                  </a:lnTo>
                  <a:lnTo>
                    <a:pt x="2924" y="824"/>
                  </a:lnTo>
                  <a:lnTo>
                    <a:pt x="2924" y="700"/>
                  </a:lnTo>
                  <a:close/>
                  <a:moveTo>
                    <a:pt x="2400" y="700"/>
                  </a:moveTo>
                  <a:lnTo>
                    <a:pt x="2400" y="824"/>
                  </a:lnTo>
                  <a:lnTo>
                    <a:pt x="2524" y="824"/>
                  </a:lnTo>
                  <a:lnTo>
                    <a:pt x="2524" y="700"/>
                  </a:lnTo>
                  <a:close/>
                  <a:moveTo>
                    <a:pt x="2000" y="700"/>
                  </a:moveTo>
                  <a:lnTo>
                    <a:pt x="2000" y="824"/>
                  </a:lnTo>
                  <a:lnTo>
                    <a:pt x="2124" y="824"/>
                  </a:lnTo>
                  <a:lnTo>
                    <a:pt x="2124" y="700"/>
                  </a:lnTo>
                  <a:close/>
                  <a:moveTo>
                    <a:pt x="1500" y="700"/>
                  </a:moveTo>
                  <a:lnTo>
                    <a:pt x="1500" y="824"/>
                  </a:lnTo>
                  <a:lnTo>
                    <a:pt x="1624" y="824"/>
                  </a:lnTo>
                  <a:lnTo>
                    <a:pt x="1624" y="700"/>
                  </a:lnTo>
                  <a:close/>
                  <a:moveTo>
                    <a:pt x="1200" y="700"/>
                  </a:moveTo>
                  <a:lnTo>
                    <a:pt x="1200" y="824"/>
                  </a:lnTo>
                  <a:lnTo>
                    <a:pt x="1324" y="824"/>
                  </a:lnTo>
                  <a:lnTo>
                    <a:pt x="1324" y="700"/>
                  </a:lnTo>
                  <a:close/>
                  <a:moveTo>
                    <a:pt x="500" y="700"/>
                  </a:moveTo>
                  <a:lnTo>
                    <a:pt x="500" y="824"/>
                  </a:lnTo>
                  <a:lnTo>
                    <a:pt x="624" y="824"/>
                  </a:lnTo>
                  <a:lnTo>
                    <a:pt x="624" y="700"/>
                  </a:lnTo>
                  <a:close/>
                  <a:moveTo>
                    <a:pt x="3200" y="600"/>
                  </a:moveTo>
                  <a:lnTo>
                    <a:pt x="3200" y="724"/>
                  </a:lnTo>
                  <a:lnTo>
                    <a:pt x="3324" y="724"/>
                  </a:lnTo>
                  <a:lnTo>
                    <a:pt x="3324" y="600"/>
                  </a:lnTo>
                  <a:close/>
                  <a:moveTo>
                    <a:pt x="1100" y="400"/>
                  </a:moveTo>
                  <a:lnTo>
                    <a:pt x="1100" y="524"/>
                  </a:lnTo>
                  <a:lnTo>
                    <a:pt x="1224" y="524"/>
                  </a:lnTo>
                  <a:lnTo>
                    <a:pt x="1224" y="400"/>
                  </a:lnTo>
                  <a:close/>
                  <a:moveTo>
                    <a:pt x="1300" y="300"/>
                  </a:moveTo>
                  <a:lnTo>
                    <a:pt x="1300" y="424"/>
                  </a:lnTo>
                  <a:lnTo>
                    <a:pt x="1424" y="424"/>
                  </a:lnTo>
                  <a:lnTo>
                    <a:pt x="1424" y="300"/>
                  </a:lnTo>
                  <a:close/>
                  <a:moveTo>
                    <a:pt x="3000" y="200"/>
                  </a:moveTo>
                  <a:lnTo>
                    <a:pt x="3000" y="324"/>
                  </a:lnTo>
                  <a:lnTo>
                    <a:pt x="3124" y="324"/>
                  </a:lnTo>
                  <a:lnTo>
                    <a:pt x="3124" y="200"/>
                  </a:lnTo>
                  <a:close/>
                  <a:moveTo>
                    <a:pt x="1600" y="200"/>
                  </a:moveTo>
                  <a:lnTo>
                    <a:pt x="1600" y="324"/>
                  </a:lnTo>
                  <a:lnTo>
                    <a:pt x="1724" y="324"/>
                  </a:lnTo>
                  <a:lnTo>
                    <a:pt x="1724" y="200"/>
                  </a:lnTo>
                  <a:close/>
                  <a:moveTo>
                    <a:pt x="2800" y="100"/>
                  </a:moveTo>
                  <a:lnTo>
                    <a:pt x="2800" y="224"/>
                  </a:lnTo>
                  <a:lnTo>
                    <a:pt x="2924" y="224"/>
                  </a:lnTo>
                  <a:lnTo>
                    <a:pt x="2924" y="100"/>
                  </a:lnTo>
                  <a:close/>
                  <a:moveTo>
                    <a:pt x="2500" y="0"/>
                  </a:moveTo>
                  <a:lnTo>
                    <a:pt x="2500" y="124"/>
                  </a:lnTo>
                  <a:lnTo>
                    <a:pt x="2624" y="124"/>
                  </a:lnTo>
                  <a:lnTo>
                    <a:pt x="2624" y="0"/>
                  </a:lnTo>
                  <a:close/>
                </a:path>
              </a:pathLst>
            </a:custGeom>
            <a:solidFill>
              <a:srgbClr val="5B5A5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7" name="Efficiency reward illustration color 19"/>
            <p:cNvSpPr/>
            <p:nvPr/>
          </p:nvSpPr>
          <p:spPr>
            <a:xfrm>
              <a:off x="13975507" y="7620427"/>
              <a:ext cx="175931" cy="422819"/>
            </a:xfrm>
            <a:custGeom>
              <a:avLst/>
              <a:gdLst/>
              <a:ahLst/>
              <a:cxnLst/>
              <a:rect l="l" t="t" r="r" b="b"/>
              <a:pathLst>
                <a:path w="1924" h="4624">
                  <a:moveTo>
                    <a:pt x="200" y="4200"/>
                  </a:moveTo>
                  <a:lnTo>
                    <a:pt x="200" y="4324"/>
                  </a:lnTo>
                  <a:lnTo>
                    <a:pt x="324" y="4324"/>
                  </a:lnTo>
                  <a:lnTo>
                    <a:pt x="324" y="4200"/>
                  </a:lnTo>
                  <a:close/>
                  <a:moveTo>
                    <a:pt x="924" y="3700"/>
                  </a:moveTo>
                  <a:lnTo>
                    <a:pt x="700" y="3700"/>
                  </a:lnTo>
                  <a:lnTo>
                    <a:pt x="700" y="3824"/>
                  </a:lnTo>
                  <a:lnTo>
                    <a:pt x="774" y="3824"/>
                  </a:lnTo>
                  <a:lnTo>
                    <a:pt x="800" y="3874"/>
                  </a:lnTo>
                  <a:lnTo>
                    <a:pt x="700" y="3900"/>
                  </a:lnTo>
                  <a:lnTo>
                    <a:pt x="674" y="4000"/>
                  </a:lnTo>
                  <a:lnTo>
                    <a:pt x="624" y="3974"/>
                  </a:lnTo>
                  <a:lnTo>
                    <a:pt x="624" y="3800"/>
                  </a:lnTo>
                  <a:lnTo>
                    <a:pt x="550" y="3800"/>
                  </a:lnTo>
                  <a:lnTo>
                    <a:pt x="524" y="3700"/>
                  </a:lnTo>
                  <a:lnTo>
                    <a:pt x="400" y="3700"/>
                  </a:lnTo>
                  <a:lnTo>
                    <a:pt x="400" y="3824"/>
                  </a:lnTo>
                  <a:lnTo>
                    <a:pt x="500" y="3850"/>
                  </a:lnTo>
                  <a:lnTo>
                    <a:pt x="500" y="3974"/>
                  </a:lnTo>
                  <a:lnTo>
                    <a:pt x="400" y="4000"/>
                  </a:lnTo>
                  <a:lnTo>
                    <a:pt x="400" y="4124"/>
                  </a:lnTo>
                  <a:lnTo>
                    <a:pt x="474" y="4124"/>
                  </a:lnTo>
                  <a:lnTo>
                    <a:pt x="500" y="4174"/>
                  </a:lnTo>
                  <a:lnTo>
                    <a:pt x="400" y="4200"/>
                  </a:lnTo>
                  <a:lnTo>
                    <a:pt x="400" y="4374"/>
                  </a:lnTo>
                  <a:lnTo>
                    <a:pt x="374" y="4400"/>
                  </a:lnTo>
                  <a:lnTo>
                    <a:pt x="150" y="4400"/>
                  </a:lnTo>
                  <a:lnTo>
                    <a:pt x="124" y="4374"/>
                  </a:lnTo>
                  <a:lnTo>
                    <a:pt x="124" y="4100"/>
                  </a:lnTo>
                  <a:lnTo>
                    <a:pt x="0" y="4100"/>
                  </a:lnTo>
                  <a:lnTo>
                    <a:pt x="0" y="4624"/>
                  </a:lnTo>
                  <a:lnTo>
                    <a:pt x="324" y="4624"/>
                  </a:lnTo>
                  <a:lnTo>
                    <a:pt x="324" y="4550"/>
                  </a:lnTo>
                  <a:lnTo>
                    <a:pt x="424" y="4524"/>
                  </a:lnTo>
                  <a:lnTo>
                    <a:pt x="450" y="4424"/>
                  </a:lnTo>
                  <a:lnTo>
                    <a:pt x="524" y="4424"/>
                  </a:lnTo>
                  <a:lnTo>
                    <a:pt x="524" y="4250"/>
                  </a:lnTo>
                  <a:lnTo>
                    <a:pt x="624" y="4224"/>
                  </a:lnTo>
                  <a:lnTo>
                    <a:pt x="624" y="4150"/>
                  </a:lnTo>
                  <a:lnTo>
                    <a:pt x="724" y="4124"/>
                  </a:lnTo>
                  <a:lnTo>
                    <a:pt x="724" y="4050"/>
                  </a:lnTo>
                  <a:lnTo>
                    <a:pt x="824" y="4024"/>
                  </a:lnTo>
                  <a:lnTo>
                    <a:pt x="850" y="3924"/>
                  </a:lnTo>
                  <a:lnTo>
                    <a:pt x="924" y="3924"/>
                  </a:lnTo>
                  <a:close/>
                  <a:moveTo>
                    <a:pt x="524" y="4050"/>
                  </a:moveTo>
                  <a:lnTo>
                    <a:pt x="574" y="4024"/>
                  </a:lnTo>
                  <a:lnTo>
                    <a:pt x="600" y="4074"/>
                  </a:lnTo>
                  <a:lnTo>
                    <a:pt x="550" y="4100"/>
                  </a:lnTo>
                  <a:close/>
                  <a:moveTo>
                    <a:pt x="100" y="3700"/>
                  </a:moveTo>
                  <a:lnTo>
                    <a:pt x="100" y="3774"/>
                  </a:lnTo>
                  <a:lnTo>
                    <a:pt x="0" y="3800"/>
                  </a:lnTo>
                  <a:lnTo>
                    <a:pt x="0" y="4024"/>
                  </a:lnTo>
                  <a:lnTo>
                    <a:pt x="174" y="4024"/>
                  </a:lnTo>
                  <a:lnTo>
                    <a:pt x="200" y="4124"/>
                  </a:lnTo>
                  <a:lnTo>
                    <a:pt x="324" y="4124"/>
                  </a:lnTo>
                  <a:lnTo>
                    <a:pt x="324" y="4000"/>
                  </a:lnTo>
                  <a:lnTo>
                    <a:pt x="250" y="4000"/>
                  </a:lnTo>
                  <a:lnTo>
                    <a:pt x="224" y="3900"/>
                  </a:lnTo>
                  <a:lnTo>
                    <a:pt x="124" y="3874"/>
                  </a:lnTo>
                  <a:lnTo>
                    <a:pt x="150" y="3824"/>
                  </a:lnTo>
                  <a:lnTo>
                    <a:pt x="324" y="3824"/>
                  </a:lnTo>
                  <a:lnTo>
                    <a:pt x="324" y="3700"/>
                  </a:lnTo>
                  <a:close/>
                  <a:moveTo>
                    <a:pt x="1800" y="3400"/>
                  </a:moveTo>
                  <a:lnTo>
                    <a:pt x="1800" y="3724"/>
                  </a:lnTo>
                  <a:lnTo>
                    <a:pt x="1924" y="3724"/>
                  </a:lnTo>
                  <a:lnTo>
                    <a:pt x="1924" y="3400"/>
                  </a:lnTo>
                  <a:close/>
                  <a:moveTo>
                    <a:pt x="224" y="3400"/>
                  </a:moveTo>
                  <a:lnTo>
                    <a:pt x="100" y="3400"/>
                  </a:lnTo>
                  <a:lnTo>
                    <a:pt x="100" y="3474"/>
                  </a:lnTo>
                  <a:lnTo>
                    <a:pt x="0" y="3500"/>
                  </a:lnTo>
                  <a:lnTo>
                    <a:pt x="0" y="3624"/>
                  </a:lnTo>
                  <a:lnTo>
                    <a:pt x="124" y="3624"/>
                  </a:lnTo>
                  <a:lnTo>
                    <a:pt x="124" y="3550"/>
                  </a:lnTo>
                  <a:lnTo>
                    <a:pt x="224" y="3524"/>
                  </a:lnTo>
                  <a:close/>
                  <a:moveTo>
                    <a:pt x="424" y="2800"/>
                  </a:moveTo>
                  <a:lnTo>
                    <a:pt x="300" y="2800"/>
                  </a:lnTo>
                  <a:lnTo>
                    <a:pt x="300" y="2874"/>
                  </a:lnTo>
                  <a:lnTo>
                    <a:pt x="200" y="2900"/>
                  </a:lnTo>
                  <a:lnTo>
                    <a:pt x="200" y="3024"/>
                  </a:lnTo>
                  <a:lnTo>
                    <a:pt x="324" y="3024"/>
                  </a:lnTo>
                  <a:lnTo>
                    <a:pt x="324" y="2950"/>
                  </a:lnTo>
                  <a:lnTo>
                    <a:pt x="424" y="2924"/>
                  </a:lnTo>
                  <a:close/>
                  <a:moveTo>
                    <a:pt x="0" y="2700"/>
                  </a:moveTo>
                  <a:lnTo>
                    <a:pt x="0" y="2824"/>
                  </a:lnTo>
                  <a:lnTo>
                    <a:pt x="124" y="2824"/>
                  </a:lnTo>
                  <a:lnTo>
                    <a:pt x="124" y="2700"/>
                  </a:lnTo>
                  <a:close/>
                  <a:moveTo>
                    <a:pt x="700" y="2700"/>
                  </a:moveTo>
                  <a:lnTo>
                    <a:pt x="700" y="2824"/>
                  </a:lnTo>
                  <a:lnTo>
                    <a:pt x="774" y="2824"/>
                  </a:lnTo>
                  <a:lnTo>
                    <a:pt x="800" y="2924"/>
                  </a:lnTo>
                  <a:lnTo>
                    <a:pt x="874" y="2924"/>
                  </a:lnTo>
                  <a:lnTo>
                    <a:pt x="900" y="3024"/>
                  </a:lnTo>
                  <a:lnTo>
                    <a:pt x="974" y="3024"/>
                  </a:lnTo>
                  <a:lnTo>
                    <a:pt x="1000" y="3124"/>
                  </a:lnTo>
                  <a:lnTo>
                    <a:pt x="1100" y="3150"/>
                  </a:lnTo>
                  <a:lnTo>
                    <a:pt x="1100" y="3324"/>
                  </a:lnTo>
                  <a:lnTo>
                    <a:pt x="1200" y="3350"/>
                  </a:lnTo>
                  <a:lnTo>
                    <a:pt x="1174" y="3400"/>
                  </a:lnTo>
                  <a:lnTo>
                    <a:pt x="1000" y="3400"/>
                  </a:lnTo>
                  <a:lnTo>
                    <a:pt x="1000" y="3524"/>
                  </a:lnTo>
                  <a:lnTo>
                    <a:pt x="1224" y="3524"/>
                  </a:lnTo>
                  <a:lnTo>
                    <a:pt x="1224" y="3450"/>
                  </a:lnTo>
                  <a:lnTo>
                    <a:pt x="1324" y="3424"/>
                  </a:lnTo>
                  <a:lnTo>
                    <a:pt x="1324" y="3350"/>
                  </a:lnTo>
                  <a:lnTo>
                    <a:pt x="1424" y="3324"/>
                  </a:lnTo>
                  <a:lnTo>
                    <a:pt x="1450" y="3224"/>
                  </a:lnTo>
                  <a:lnTo>
                    <a:pt x="1500" y="3250"/>
                  </a:lnTo>
                  <a:lnTo>
                    <a:pt x="1500" y="3324"/>
                  </a:lnTo>
                  <a:lnTo>
                    <a:pt x="1600" y="3350"/>
                  </a:lnTo>
                  <a:lnTo>
                    <a:pt x="1600" y="3424"/>
                  </a:lnTo>
                  <a:lnTo>
                    <a:pt x="1724" y="3424"/>
                  </a:lnTo>
                  <a:lnTo>
                    <a:pt x="1724" y="3350"/>
                  </a:lnTo>
                  <a:lnTo>
                    <a:pt x="1824" y="3324"/>
                  </a:lnTo>
                  <a:lnTo>
                    <a:pt x="1850" y="3224"/>
                  </a:lnTo>
                  <a:lnTo>
                    <a:pt x="1924" y="3224"/>
                  </a:lnTo>
                  <a:lnTo>
                    <a:pt x="1924" y="2800"/>
                  </a:lnTo>
                  <a:lnTo>
                    <a:pt x="1800" y="2800"/>
                  </a:lnTo>
                  <a:lnTo>
                    <a:pt x="1800" y="3074"/>
                  </a:lnTo>
                  <a:lnTo>
                    <a:pt x="1700" y="3100"/>
                  </a:lnTo>
                  <a:lnTo>
                    <a:pt x="1700" y="3274"/>
                  </a:lnTo>
                  <a:lnTo>
                    <a:pt x="1674" y="3300"/>
                  </a:lnTo>
                  <a:lnTo>
                    <a:pt x="1624" y="3274"/>
                  </a:lnTo>
                  <a:lnTo>
                    <a:pt x="1624" y="3000"/>
                  </a:lnTo>
                  <a:lnTo>
                    <a:pt x="1500" y="3000"/>
                  </a:lnTo>
                  <a:lnTo>
                    <a:pt x="1500" y="3074"/>
                  </a:lnTo>
                  <a:lnTo>
                    <a:pt x="1474" y="3100"/>
                  </a:lnTo>
                  <a:lnTo>
                    <a:pt x="1424" y="3074"/>
                  </a:lnTo>
                  <a:lnTo>
                    <a:pt x="1424" y="2950"/>
                  </a:lnTo>
                  <a:lnTo>
                    <a:pt x="1450" y="2924"/>
                  </a:lnTo>
                  <a:lnTo>
                    <a:pt x="1624" y="2924"/>
                  </a:lnTo>
                  <a:lnTo>
                    <a:pt x="1624" y="2850"/>
                  </a:lnTo>
                  <a:lnTo>
                    <a:pt x="1724" y="2824"/>
                  </a:lnTo>
                  <a:lnTo>
                    <a:pt x="1724" y="2700"/>
                  </a:lnTo>
                  <a:lnTo>
                    <a:pt x="1500" y="2700"/>
                  </a:lnTo>
                  <a:lnTo>
                    <a:pt x="1474" y="2800"/>
                  </a:lnTo>
                  <a:lnTo>
                    <a:pt x="1200" y="2800"/>
                  </a:lnTo>
                  <a:lnTo>
                    <a:pt x="1174" y="2900"/>
                  </a:lnTo>
                  <a:lnTo>
                    <a:pt x="1124" y="2874"/>
                  </a:lnTo>
                  <a:lnTo>
                    <a:pt x="1124" y="2800"/>
                  </a:lnTo>
                  <a:lnTo>
                    <a:pt x="1024" y="2774"/>
                  </a:lnTo>
                  <a:lnTo>
                    <a:pt x="1050" y="2724"/>
                  </a:lnTo>
                  <a:lnTo>
                    <a:pt x="1124" y="2724"/>
                  </a:lnTo>
                  <a:lnTo>
                    <a:pt x="1124" y="2600"/>
                  </a:lnTo>
                  <a:lnTo>
                    <a:pt x="1000" y="2600"/>
                  </a:lnTo>
                  <a:lnTo>
                    <a:pt x="1000" y="2674"/>
                  </a:lnTo>
                  <a:lnTo>
                    <a:pt x="900" y="2700"/>
                  </a:lnTo>
                  <a:lnTo>
                    <a:pt x="874" y="2800"/>
                  </a:lnTo>
                  <a:lnTo>
                    <a:pt x="824" y="2774"/>
                  </a:lnTo>
                  <a:lnTo>
                    <a:pt x="824" y="2700"/>
                  </a:lnTo>
                  <a:close/>
                  <a:moveTo>
                    <a:pt x="1250" y="2924"/>
                  </a:moveTo>
                  <a:lnTo>
                    <a:pt x="1300" y="2950"/>
                  </a:lnTo>
                  <a:lnTo>
                    <a:pt x="1300" y="3124"/>
                  </a:lnTo>
                  <a:lnTo>
                    <a:pt x="1400" y="3150"/>
                  </a:lnTo>
                  <a:lnTo>
                    <a:pt x="1374" y="3200"/>
                  </a:lnTo>
                  <a:lnTo>
                    <a:pt x="1300" y="3200"/>
                  </a:lnTo>
                  <a:lnTo>
                    <a:pt x="1274" y="3300"/>
                  </a:lnTo>
                  <a:lnTo>
                    <a:pt x="1224" y="3274"/>
                  </a:lnTo>
                  <a:lnTo>
                    <a:pt x="1224" y="3100"/>
                  </a:lnTo>
                  <a:lnTo>
                    <a:pt x="1124" y="3074"/>
                  </a:lnTo>
                  <a:lnTo>
                    <a:pt x="1150" y="3024"/>
                  </a:lnTo>
                  <a:lnTo>
                    <a:pt x="1224" y="3024"/>
                  </a:lnTo>
                  <a:close/>
                  <a:moveTo>
                    <a:pt x="1024" y="2950"/>
                  </a:moveTo>
                  <a:lnTo>
                    <a:pt x="1074" y="2924"/>
                  </a:lnTo>
                  <a:lnTo>
                    <a:pt x="1100" y="2974"/>
                  </a:lnTo>
                  <a:lnTo>
                    <a:pt x="1050" y="3000"/>
                  </a:lnTo>
                  <a:close/>
                  <a:moveTo>
                    <a:pt x="924" y="2850"/>
                  </a:moveTo>
                  <a:lnTo>
                    <a:pt x="974" y="2824"/>
                  </a:lnTo>
                  <a:lnTo>
                    <a:pt x="1000" y="2874"/>
                  </a:lnTo>
                  <a:lnTo>
                    <a:pt x="950" y="2900"/>
                  </a:lnTo>
                  <a:close/>
                  <a:moveTo>
                    <a:pt x="100" y="400"/>
                  </a:moveTo>
                  <a:lnTo>
                    <a:pt x="100" y="474"/>
                  </a:lnTo>
                  <a:lnTo>
                    <a:pt x="0" y="500"/>
                  </a:lnTo>
                  <a:lnTo>
                    <a:pt x="0" y="724"/>
                  </a:lnTo>
                  <a:lnTo>
                    <a:pt x="100" y="750"/>
                  </a:lnTo>
                  <a:lnTo>
                    <a:pt x="74" y="800"/>
                  </a:lnTo>
                  <a:lnTo>
                    <a:pt x="0" y="800"/>
                  </a:lnTo>
                  <a:lnTo>
                    <a:pt x="0" y="1124"/>
                  </a:lnTo>
                  <a:lnTo>
                    <a:pt x="100" y="1150"/>
                  </a:lnTo>
                  <a:lnTo>
                    <a:pt x="74" y="1200"/>
                  </a:lnTo>
                  <a:lnTo>
                    <a:pt x="0" y="1200"/>
                  </a:lnTo>
                  <a:lnTo>
                    <a:pt x="0" y="1424"/>
                  </a:lnTo>
                  <a:lnTo>
                    <a:pt x="174" y="1424"/>
                  </a:lnTo>
                  <a:lnTo>
                    <a:pt x="200" y="1524"/>
                  </a:lnTo>
                  <a:lnTo>
                    <a:pt x="274" y="1524"/>
                  </a:lnTo>
                  <a:lnTo>
                    <a:pt x="300" y="1574"/>
                  </a:lnTo>
                  <a:lnTo>
                    <a:pt x="274" y="1600"/>
                  </a:lnTo>
                  <a:lnTo>
                    <a:pt x="150" y="1600"/>
                  </a:lnTo>
                  <a:lnTo>
                    <a:pt x="124" y="1500"/>
                  </a:lnTo>
                  <a:lnTo>
                    <a:pt x="0" y="1500"/>
                  </a:lnTo>
                  <a:lnTo>
                    <a:pt x="0" y="1724"/>
                  </a:lnTo>
                  <a:lnTo>
                    <a:pt x="100" y="1750"/>
                  </a:lnTo>
                  <a:lnTo>
                    <a:pt x="74" y="1800"/>
                  </a:lnTo>
                  <a:lnTo>
                    <a:pt x="0" y="1800"/>
                  </a:lnTo>
                  <a:lnTo>
                    <a:pt x="0" y="1924"/>
                  </a:lnTo>
                  <a:lnTo>
                    <a:pt x="324" y="1924"/>
                  </a:lnTo>
                  <a:lnTo>
                    <a:pt x="324" y="1850"/>
                  </a:lnTo>
                  <a:lnTo>
                    <a:pt x="424" y="1824"/>
                  </a:lnTo>
                  <a:lnTo>
                    <a:pt x="450" y="1724"/>
                  </a:lnTo>
                  <a:lnTo>
                    <a:pt x="524" y="1724"/>
                  </a:lnTo>
                  <a:lnTo>
                    <a:pt x="524" y="1550"/>
                  </a:lnTo>
                  <a:lnTo>
                    <a:pt x="624" y="1524"/>
                  </a:lnTo>
                  <a:lnTo>
                    <a:pt x="624" y="1350"/>
                  </a:lnTo>
                  <a:lnTo>
                    <a:pt x="650" y="1324"/>
                  </a:lnTo>
                  <a:lnTo>
                    <a:pt x="824" y="1324"/>
                  </a:lnTo>
                  <a:lnTo>
                    <a:pt x="824" y="1250"/>
                  </a:lnTo>
                  <a:lnTo>
                    <a:pt x="924" y="1224"/>
                  </a:lnTo>
                  <a:lnTo>
                    <a:pt x="950" y="1124"/>
                  </a:lnTo>
                  <a:lnTo>
                    <a:pt x="1024" y="1124"/>
                  </a:lnTo>
                  <a:lnTo>
                    <a:pt x="1024" y="900"/>
                  </a:lnTo>
                  <a:lnTo>
                    <a:pt x="900" y="900"/>
                  </a:lnTo>
                  <a:lnTo>
                    <a:pt x="900" y="1074"/>
                  </a:lnTo>
                  <a:lnTo>
                    <a:pt x="874" y="1100"/>
                  </a:lnTo>
                  <a:lnTo>
                    <a:pt x="824" y="1074"/>
                  </a:lnTo>
                  <a:lnTo>
                    <a:pt x="824" y="1000"/>
                  </a:lnTo>
                  <a:lnTo>
                    <a:pt x="700" y="1000"/>
                  </a:lnTo>
                  <a:lnTo>
                    <a:pt x="700" y="1074"/>
                  </a:lnTo>
                  <a:lnTo>
                    <a:pt x="600" y="1100"/>
                  </a:lnTo>
                  <a:lnTo>
                    <a:pt x="574" y="1200"/>
                  </a:lnTo>
                  <a:lnTo>
                    <a:pt x="400" y="1200"/>
                  </a:lnTo>
                  <a:lnTo>
                    <a:pt x="400" y="1424"/>
                  </a:lnTo>
                  <a:lnTo>
                    <a:pt x="474" y="1424"/>
                  </a:lnTo>
                  <a:lnTo>
                    <a:pt x="500" y="1474"/>
                  </a:lnTo>
                  <a:lnTo>
                    <a:pt x="474" y="1500"/>
                  </a:lnTo>
                  <a:lnTo>
                    <a:pt x="350" y="1500"/>
                  </a:lnTo>
                  <a:lnTo>
                    <a:pt x="324" y="1400"/>
                  </a:lnTo>
                  <a:lnTo>
                    <a:pt x="250" y="1400"/>
                  </a:lnTo>
                  <a:lnTo>
                    <a:pt x="224" y="1350"/>
                  </a:lnTo>
                  <a:lnTo>
                    <a:pt x="324" y="1324"/>
                  </a:lnTo>
                  <a:lnTo>
                    <a:pt x="324" y="1150"/>
                  </a:lnTo>
                  <a:lnTo>
                    <a:pt x="350" y="1124"/>
                  </a:lnTo>
                  <a:lnTo>
                    <a:pt x="524" y="1124"/>
                  </a:lnTo>
                  <a:lnTo>
                    <a:pt x="524" y="1000"/>
                  </a:lnTo>
                  <a:lnTo>
                    <a:pt x="200" y="1000"/>
                  </a:lnTo>
                  <a:lnTo>
                    <a:pt x="200" y="1074"/>
                  </a:lnTo>
                  <a:lnTo>
                    <a:pt x="174" y="1100"/>
                  </a:lnTo>
                  <a:lnTo>
                    <a:pt x="124" y="1074"/>
                  </a:lnTo>
                  <a:lnTo>
                    <a:pt x="124" y="850"/>
                  </a:lnTo>
                  <a:lnTo>
                    <a:pt x="224" y="824"/>
                  </a:lnTo>
                  <a:lnTo>
                    <a:pt x="224" y="700"/>
                  </a:lnTo>
                  <a:lnTo>
                    <a:pt x="124" y="674"/>
                  </a:lnTo>
                  <a:lnTo>
                    <a:pt x="124" y="550"/>
                  </a:lnTo>
                  <a:lnTo>
                    <a:pt x="224" y="524"/>
                  </a:lnTo>
                  <a:lnTo>
                    <a:pt x="224" y="400"/>
                  </a:lnTo>
                  <a:close/>
                  <a:moveTo>
                    <a:pt x="324" y="1650"/>
                  </a:moveTo>
                  <a:lnTo>
                    <a:pt x="374" y="1624"/>
                  </a:lnTo>
                  <a:lnTo>
                    <a:pt x="400" y="1674"/>
                  </a:lnTo>
                  <a:lnTo>
                    <a:pt x="350" y="1700"/>
                  </a:lnTo>
                  <a:close/>
                  <a:moveTo>
                    <a:pt x="724" y="1150"/>
                  </a:moveTo>
                  <a:lnTo>
                    <a:pt x="774" y="1124"/>
                  </a:lnTo>
                  <a:lnTo>
                    <a:pt x="800" y="1174"/>
                  </a:lnTo>
                  <a:lnTo>
                    <a:pt x="750" y="1200"/>
                  </a:lnTo>
                  <a:close/>
                  <a:moveTo>
                    <a:pt x="1300" y="0"/>
                  </a:moveTo>
                  <a:lnTo>
                    <a:pt x="1300" y="124"/>
                  </a:lnTo>
                  <a:lnTo>
                    <a:pt x="1574" y="124"/>
                  </a:lnTo>
                  <a:lnTo>
                    <a:pt x="1600" y="150"/>
                  </a:lnTo>
                  <a:lnTo>
                    <a:pt x="1600" y="274"/>
                  </a:lnTo>
                  <a:lnTo>
                    <a:pt x="1550" y="300"/>
                  </a:lnTo>
                  <a:lnTo>
                    <a:pt x="1524" y="200"/>
                  </a:lnTo>
                  <a:lnTo>
                    <a:pt x="1400" y="200"/>
                  </a:lnTo>
                  <a:lnTo>
                    <a:pt x="1400" y="324"/>
                  </a:lnTo>
                  <a:lnTo>
                    <a:pt x="1474" y="324"/>
                  </a:lnTo>
                  <a:lnTo>
                    <a:pt x="1500" y="374"/>
                  </a:lnTo>
                  <a:lnTo>
                    <a:pt x="1400" y="400"/>
                  </a:lnTo>
                  <a:lnTo>
                    <a:pt x="1400" y="474"/>
                  </a:lnTo>
                  <a:lnTo>
                    <a:pt x="1300" y="500"/>
                  </a:lnTo>
                  <a:lnTo>
                    <a:pt x="1274" y="600"/>
                  </a:lnTo>
                  <a:lnTo>
                    <a:pt x="1100" y="600"/>
                  </a:lnTo>
                  <a:lnTo>
                    <a:pt x="1100" y="824"/>
                  </a:lnTo>
                  <a:lnTo>
                    <a:pt x="1224" y="824"/>
                  </a:lnTo>
                  <a:lnTo>
                    <a:pt x="1224" y="750"/>
                  </a:lnTo>
                  <a:lnTo>
                    <a:pt x="1324" y="724"/>
                  </a:lnTo>
                  <a:lnTo>
                    <a:pt x="1324" y="650"/>
                  </a:lnTo>
                  <a:lnTo>
                    <a:pt x="1424" y="624"/>
                  </a:lnTo>
                  <a:lnTo>
                    <a:pt x="1424" y="550"/>
                  </a:lnTo>
                  <a:lnTo>
                    <a:pt x="1474" y="524"/>
                  </a:lnTo>
                  <a:lnTo>
                    <a:pt x="1500" y="624"/>
                  </a:lnTo>
                  <a:lnTo>
                    <a:pt x="1674" y="624"/>
                  </a:lnTo>
                  <a:lnTo>
                    <a:pt x="1700" y="650"/>
                  </a:lnTo>
                  <a:lnTo>
                    <a:pt x="1700" y="924"/>
                  </a:lnTo>
                  <a:lnTo>
                    <a:pt x="1774" y="924"/>
                  </a:lnTo>
                  <a:lnTo>
                    <a:pt x="1800" y="1024"/>
                  </a:lnTo>
                  <a:lnTo>
                    <a:pt x="1924" y="1024"/>
                  </a:lnTo>
                  <a:lnTo>
                    <a:pt x="1924" y="700"/>
                  </a:lnTo>
                  <a:lnTo>
                    <a:pt x="1824" y="674"/>
                  </a:lnTo>
                  <a:lnTo>
                    <a:pt x="1850" y="624"/>
                  </a:lnTo>
                  <a:lnTo>
                    <a:pt x="1924" y="624"/>
                  </a:lnTo>
                  <a:lnTo>
                    <a:pt x="1924" y="0"/>
                  </a:lnTo>
                  <a:lnTo>
                    <a:pt x="1800" y="0"/>
                  </a:lnTo>
                  <a:lnTo>
                    <a:pt x="1800" y="574"/>
                  </a:lnTo>
                  <a:lnTo>
                    <a:pt x="1774" y="600"/>
                  </a:lnTo>
                  <a:lnTo>
                    <a:pt x="1724" y="574"/>
                  </a:lnTo>
                  <a:lnTo>
                    <a:pt x="1724" y="400"/>
                  </a:lnTo>
                  <a:lnTo>
                    <a:pt x="1624" y="374"/>
                  </a:lnTo>
                  <a:lnTo>
                    <a:pt x="1650" y="324"/>
                  </a:lnTo>
                  <a:lnTo>
                    <a:pt x="1724" y="324"/>
                  </a:lnTo>
                  <a:lnTo>
                    <a:pt x="1724" y="100"/>
                  </a:lnTo>
                  <a:lnTo>
                    <a:pt x="1650" y="100"/>
                  </a:lnTo>
                  <a:lnTo>
                    <a:pt x="1624" y="0"/>
                  </a:lnTo>
                  <a:close/>
                  <a:moveTo>
                    <a:pt x="1524" y="450"/>
                  </a:moveTo>
                  <a:lnTo>
                    <a:pt x="1574" y="424"/>
                  </a:lnTo>
                  <a:lnTo>
                    <a:pt x="1600" y="474"/>
                  </a:lnTo>
                  <a:lnTo>
                    <a:pt x="1550" y="500"/>
                  </a:lnTo>
                  <a:close/>
                  <a:moveTo>
                    <a:pt x="1000" y="0"/>
                  </a:moveTo>
                  <a:lnTo>
                    <a:pt x="1000" y="124"/>
                  </a:lnTo>
                  <a:lnTo>
                    <a:pt x="1074" y="124"/>
                  </a:lnTo>
                  <a:lnTo>
                    <a:pt x="1100" y="224"/>
                  </a:lnTo>
                  <a:lnTo>
                    <a:pt x="1224" y="224"/>
                  </a:lnTo>
                  <a:lnTo>
                    <a:pt x="1224" y="0"/>
                  </a:lnTo>
                  <a:close/>
                  <a:moveTo>
                    <a:pt x="700" y="0"/>
                  </a:moveTo>
                  <a:lnTo>
                    <a:pt x="700" y="124"/>
                  </a:lnTo>
                  <a:lnTo>
                    <a:pt x="774" y="124"/>
                  </a:lnTo>
                  <a:lnTo>
                    <a:pt x="800" y="224"/>
                  </a:lnTo>
                  <a:lnTo>
                    <a:pt x="874" y="224"/>
                  </a:lnTo>
                  <a:lnTo>
                    <a:pt x="900" y="324"/>
                  </a:lnTo>
                  <a:lnTo>
                    <a:pt x="974" y="324"/>
                  </a:lnTo>
                  <a:lnTo>
                    <a:pt x="1000" y="424"/>
                  </a:lnTo>
                  <a:lnTo>
                    <a:pt x="1100" y="450"/>
                  </a:lnTo>
                  <a:lnTo>
                    <a:pt x="1100" y="524"/>
                  </a:lnTo>
                  <a:lnTo>
                    <a:pt x="1224" y="524"/>
                  </a:lnTo>
                  <a:lnTo>
                    <a:pt x="1224" y="450"/>
                  </a:lnTo>
                  <a:lnTo>
                    <a:pt x="1324" y="424"/>
                  </a:lnTo>
                  <a:lnTo>
                    <a:pt x="1324" y="300"/>
                  </a:lnTo>
                  <a:lnTo>
                    <a:pt x="1200" y="300"/>
                  </a:lnTo>
                  <a:lnTo>
                    <a:pt x="1200" y="374"/>
                  </a:lnTo>
                  <a:lnTo>
                    <a:pt x="1150" y="400"/>
                  </a:lnTo>
                  <a:lnTo>
                    <a:pt x="1124" y="300"/>
                  </a:lnTo>
                  <a:lnTo>
                    <a:pt x="1050" y="300"/>
                  </a:lnTo>
                  <a:lnTo>
                    <a:pt x="1024" y="200"/>
                  </a:lnTo>
                  <a:lnTo>
                    <a:pt x="950" y="200"/>
                  </a:lnTo>
                  <a:lnTo>
                    <a:pt x="924" y="100"/>
                  </a:lnTo>
                  <a:lnTo>
                    <a:pt x="824" y="74"/>
                  </a:lnTo>
                  <a:lnTo>
                    <a:pt x="824" y="0"/>
                  </a:lnTo>
                  <a:close/>
                  <a:moveTo>
                    <a:pt x="500" y="0"/>
                  </a:moveTo>
                  <a:lnTo>
                    <a:pt x="500" y="124"/>
                  </a:lnTo>
                  <a:lnTo>
                    <a:pt x="624" y="124"/>
                  </a:lnTo>
                  <a:lnTo>
                    <a:pt x="624" y="0"/>
                  </a:lnTo>
                  <a:close/>
                  <a:moveTo>
                    <a:pt x="0" y="0"/>
                  </a:moveTo>
                  <a:lnTo>
                    <a:pt x="0" y="124"/>
                  </a:lnTo>
                  <a:lnTo>
                    <a:pt x="74" y="124"/>
                  </a:lnTo>
                  <a:lnTo>
                    <a:pt x="100" y="224"/>
                  </a:lnTo>
                  <a:lnTo>
                    <a:pt x="200" y="250"/>
                  </a:lnTo>
                  <a:lnTo>
                    <a:pt x="200" y="324"/>
                  </a:lnTo>
                  <a:lnTo>
                    <a:pt x="324" y="324"/>
                  </a:lnTo>
                  <a:lnTo>
                    <a:pt x="324" y="250"/>
                  </a:lnTo>
                  <a:lnTo>
                    <a:pt x="424" y="224"/>
                  </a:lnTo>
                  <a:lnTo>
                    <a:pt x="424" y="0"/>
                  </a:lnTo>
                  <a:lnTo>
                    <a:pt x="200" y="0"/>
                  </a:lnTo>
                  <a:lnTo>
                    <a:pt x="174" y="100"/>
                  </a:lnTo>
                  <a:lnTo>
                    <a:pt x="124" y="74"/>
                  </a:lnTo>
                  <a:lnTo>
                    <a:pt x="124" y="0"/>
                  </a:lnTo>
                  <a:close/>
                  <a:moveTo>
                    <a:pt x="224" y="150"/>
                  </a:moveTo>
                  <a:lnTo>
                    <a:pt x="274" y="124"/>
                  </a:lnTo>
                  <a:lnTo>
                    <a:pt x="300" y="174"/>
                  </a:lnTo>
                  <a:lnTo>
                    <a:pt x="250" y="200"/>
                  </a:lnTo>
                  <a:close/>
                </a:path>
              </a:pathLst>
            </a:custGeom>
            <a:solidFill>
              <a:srgbClr val="95C1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8" name="Efficiency reward illustration color 20"/>
            <p:cNvSpPr/>
            <p:nvPr/>
          </p:nvSpPr>
          <p:spPr>
            <a:xfrm>
              <a:off x="14350411" y="7620427"/>
              <a:ext cx="84491" cy="386243"/>
            </a:xfrm>
            <a:custGeom>
              <a:avLst/>
              <a:gdLst/>
              <a:ahLst/>
              <a:cxnLst/>
              <a:rect l="l" t="t" r="r" b="b"/>
              <a:pathLst>
                <a:path w="924" h="4224">
                  <a:moveTo>
                    <a:pt x="300" y="3400"/>
                  </a:moveTo>
                  <a:lnTo>
                    <a:pt x="300" y="3474"/>
                  </a:lnTo>
                  <a:lnTo>
                    <a:pt x="200" y="3500"/>
                  </a:lnTo>
                  <a:lnTo>
                    <a:pt x="174" y="3600"/>
                  </a:lnTo>
                  <a:lnTo>
                    <a:pt x="100" y="3600"/>
                  </a:lnTo>
                  <a:lnTo>
                    <a:pt x="100" y="4124"/>
                  </a:lnTo>
                  <a:lnTo>
                    <a:pt x="174" y="4124"/>
                  </a:lnTo>
                  <a:lnTo>
                    <a:pt x="200" y="4224"/>
                  </a:lnTo>
                  <a:lnTo>
                    <a:pt x="824" y="4224"/>
                  </a:lnTo>
                  <a:lnTo>
                    <a:pt x="824" y="4050"/>
                  </a:lnTo>
                  <a:lnTo>
                    <a:pt x="924" y="4024"/>
                  </a:lnTo>
                  <a:lnTo>
                    <a:pt x="924" y="3600"/>
                  </a:lnTo>
                  <a:lnTo>
                    <a:pt x="850" y="3600"/>
                  </a:lnTo>
                  <a:lnTo>
                    <a:pt x="824" y="3500"/>
                  </a:lnTo>
                  <a:lnTo>
                    <a:pt x="650" y="3500"/>
                  </a:lnTo>
                  <a:lnTo>
                    <a:pt x="624" y="3400"/>
                  </a:lnTo>
                  <a:close/>
                  <a:moveTo>
                    <a:pt x="450" y="3724"/>
                  </a:moveTo>
                  <a:lnTo>
                    <a:pt x="574" y="3724"/>
                  </a:lnTo>
                  <a:lnTo>
                    <a:pt x="600" y="3750"/>
                  </a:lnTo>
                  <a:lnTo>
                    <a:pt x="600" y="3974"/>
                  </a:lnTo>
                  <a:lnTo>
                    <a:pt x="574" y="4000"/>
                  </a:lnTo>
                  <a:lnTo>
                    <a:pt x="524" y="3974"/>
                  </a:lnTo>
                  <a:lnTo>
                    <a:pt x="524" y="3900"/>
                  </a:lnTo>
                  <a:lnTo>
                    <a:pt x="424" y="3874"/>
                  </a:lnTo>
                  <a:lnTo>
                    <a:pt x="424" y="3750"/>
                  </a:lnTo>
                  <a:close/>
                  <a:moveTo>
                    <a:pt x="200" y="0"/>
                  </a:moveTo>
                  <a:lnTo>
                    <a:pt x="200" y="74"/>
                  </a:lnTo>
                  <a:lnTo>
                    <a:pt x="100" y="100"/>
                  </a:lnTo>
                  <a:lnTo>
                    <a:pt x="74" y="200"/>
                  </a:lnTo>
                  <a:lnTo>
                    <a:pt x="0" y="200"/>
                  </a:lnTo>
                  <a:lnTo>
                    <a:pt x="0" y="624"/>
                  </a:lnTo>
                  <a:lnTo>
                    <a:pt x="100" y="650"/>
                  </a:lnTo>
                  <a:lnTo>
                    <a:pt x="100" y="824"/>
                  </a:lnTo>
                  <a:lnTo>
                    <a:pt x="474" y="824"/>
                  </a:lnTo>
                  <a:lnTo>
                    <a:pt x="500" y="924"/>
                  </a:lnTo>
                  <a:lnTo>
                    <a:pt x="624" y="924"/>
                  </a:lnTo>
                  <a:lnTo>
                    <a:pt x="650" y="824"/>
                  </a:lnTo>
                  <a:lnTo>
                    <a:pt x="824" y="824"/>
                  </a:lnTo>
                  <a:lnTo>
                    <a:pt x="824" y="650"/>
                  </a:lnTo>
                  <a:lnTo>
                    <a:pt x="924" y="624"/>
                  </a:lnTo>
                  <a:lnTo>
                    <a:pt x="924" y="200"/>
                  </a:lnTo>
                  <a:lnTo>
                    <a:pt x="850" y="200"/>
                  </a:lnTo>
                  <a:lnTo>
                    <a:pt x="824" y="100"/>
                  </a:lnTo>
                  <a:lnTo>
                    <a:pt x="724" y="74"/>
                  </a:lnTo>
                  <a:lnTo>
                    <a:pt x="724" y="0"/>
                  </a:lnTo>
                  <a:close/>
                  <a:moveTo>
                    <a:pt x="224" y="250"/>
                  </a:moveTo>
                  <a:lnTo>
                    <a:pt x="250" y="224"/>
                  </a:lnTo>
                  <a:lnTo>
                    <a:pt x="574" y="224"/>
                  </a:lnTo>
                  <a:lnTo>
                    <a:pt x="600" y="324"/>
                  </a:lnTo>
                  <a:lnTo>
                    <a:pt x="700" y="350"/>
                  </a:lnTo>
                  <a:lnTo>
                    <a:pt x="700" y="574"/>
                  </a:lnTo>
                  <a:lnTo>
                    <a:pt x="674" y="600"/>
                  </a:lnTo>
                  <a:lnTo>
                    <a:pt x="250" y="600"/>
                  </a:lnTo>
                  <a:lnTo>
                    <a:pt x="224" y="574"/>
                  </a:lnTo>
                  <a:close/>
                </a:path>
              </a:pathLst>
            </a:custGeom>
            <a:solidFill>
              <a:srgbClr val="E7E0C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9" name="Efficiency reward illustration color 21"/>
            <p:cNvSpPr/>
            <p:nvPr/>
          </p:nvSpPr>
          <p:spPr>
            <a:xfrm>
              <a:off x="13874923" y="7528987"/>
              <a:ext cx="367955" cy="605699"/>
            </a:xfrm>
            <a:custGeom>
              <a:avLst/>
              <a:gdLst/>
              <a:ahLst/>
              <a:cxnLst/>
              <a:rect l="l" t="t" r="r" b="b"/>
              <a:pathLst>
                <a:path w="4024" h="6624">
                  <a:moveTo>
                    <a:pt x="2300" y="6500"/>
                  </a:moveTo>
                  <a:lnTo>
                    <a:pt x="2300" y="6624"/>
                  </a:lnTo>
                  <a:lnTo>
                    <a:pt x="2424" y="6624"/>
                  </a:lnTo>
                  <a:lnTo>
                    <a:pt x="2424" y="6500"/>
                  </a:lnTo>
                  <a:close/>
                  <a:moveTo>
                    <a:pt x="1800" y="6500"/>
                  </a:moveTo>
                  <a:lnTo>
                    <a:pt x="1800" y="6624"/>
                  </a:lnTo>
                  <a:lnTo>
                    <a:pt x="1924" y="6624"/>
                  </a:lnTo>
                  <a:lnTo>
                    <a:pt x="1924" y="6500"/>
                  </a:lnTo>
                  <a:close/>
                  <a:moveTo>
                    <a:pt x="2700" y="6300"/>
                  </a:moveTo>
                  <a:lnTo>
                    <a:pt x="2700" y="6424"/>
                  </a:lnTo>
                  <a:lnTo>
                    <a:pt x="2824" y="6424"/>
                  </a:lnTo>
                  <a:lnTo>
                    <a:pt x="2824" y="6300"/>
                  </a:lnTo>
                  <a:close/>
                  <a:moveTo>
                    <a:pt x="2500" y="6300"/>
                  </a:moveTo>
                  <a:lnTo>
                    <a:pt x="2500" y="6424"/>
                  </a:lnTo>
                  <a:lnTo>
                    <a:pt x="2624" y="6424"/>
                  </a:lnTo>
                  <a:lnTo>
                    <a:pt x="2624" y="6300"/>
                  </a:lnTo>
                  <a:close/>
                  <a:moveTo>
                    <a:pt x="1500" y="6300"/>
                  </a:moveTo>
                  <a:lnTo>
                    <a:pt x="1500" y="6424"/>
                  </a:lnTo>
                  <a:lnTo>
                    <a:pt x="1600" y="6450"/>
                  </a:lnTo>
                  <a:lnTo>
                    <a:pt x="1600" y="6624"/>
                  </a:lnTo>
                  <a:lnTo>
                    <a:pt x="1724" y="6624"/>
                  </a:lnTo>
                  <a:lnTo>
                    <a:pt x="1724" y="6400"/>
                  </a:lnTo>
                  <a:lnTo>
                    <a:pt x="1650" y="6400"/>
                  </a:lnTo>
                  <a:lnTo>
                    <a:pt x="1624" y="6300"/>
                  </a:lnTo>
                  <a:close/>
                  <a:moveTo>
                    <a:pt x="900" y="6100"/>
                  </a:moveTo>
                  <a:lnTo>
                    <a:pt x="900" y="6224"/>
                  </a:lnTo>
                  <a:lnTo>
                    <a:pt x="1074" y="6224"/>
                  </a:lnTo>
                  <a:lnTo>
                    <a:pt x="1100" y="6324"/>
                  </a:lnTo>
                  <a:lnTo>
                    <a:pt x="1274" y="6324"/>
                  </a:lnTo>
                  <a:lnTo>
                    <a:pt x="1300" y="6350"/>
                  </a:lnTo>
                  <a:lnTo>
                    <a:pt x="1300" y="6524"/>
                  </a:lnTo>
                  <a:lnTo>
                    <a:pt x="1424" y="6524"/>
                  </a:lnTo>
                  <a:lnTo>
                    <a:pt x="1424" y="6300"/>
                  </a:lnTo>
                  <a:lnTo>
                    <a:pt x="1350" y="6300"/>
                  </a:lnTo>
                  <a:lnTo>
                    <a:pt x="1324" y="6200"/>
                  </a:lnTo>
                  <a:lnTo>
                    <a:pt x="1150" y="6200"/>
                  </a:lnTo>
                  <a:lnTo>
                    <a:pt x="1124" y="6100"/>
                  </a:lnTo>
                  <a:close/>
                  <a:moveTo>
                    <a:pt x="3624" y="5700"/>
                  </a:moveTo>
                  <a:lnTo>
                    <a:pt x="3550" y="5700"/>
                  </a:lnTo>
                  <a:lnTo>
                    <a:pt x="3524" y="5600"/>
                  </a:lnTo>
                  <a:lnTo>
                    <a:pt x="3400" y="5600"/>
                  </a:lnTo>
                  <a:lnTo>
                    <a:pt x="3400" y="5724"/>
                  </a:lnTo>
                  <a:lnTo>
                    <a:pt x="3474" y="5724"/>
                  </a:lnTo>
                  <a:lnTo>
                    <a:pt x="3500" y="5774"/>
                  </a:lnTo>
                  <a:lnTo>
                    <a:pt x="3400" y="5800"/>
                  </a:lnTo>
                  <a:lnTo>
                    <a:pt x="3374" y="5900"/>
                  </a:lnTo>
                  <a:lnTo>
                    <a:pt x="3200" y="5900"/>
                  </a:lnTo>
                  <a:lnTo>
                    <a:pt x="3200" y="5974"/>
                  </a:lnTo>
                  <a:lnTo>
                    <a:pt x="3100" y="6000"/>
                  </a:lnTo>
                  <a:lnTo>
                    <a:pt x="3074" y="6100"/>
                  </a:lnTo>
                  <a:lnTo>
                    <a:pt x="3000" y="6100"/>
                  </a:lnTo>
                  <a:lnTo>
                    <a:pt x="3000" y="6224"/>
                  </a:lnTo>
                  <a:lnTo>
                    <a:pt x="3124" y="6224"/>
                  </a:lnTo>
                  <a:lnTo>
                    <a:pt x="3124" y="6150"/>
                  </a:lnTo>
                  <a:lnTo>
                    <a:pt x="3224" y="6124"/>
                  </a:lnTo>
                  <a:lnTo>
                    <a:pt x="3250" y="6024"/>
                  </a:lnTo>
                  <a:lnTo>
                    <a:pt x="3424" y="6024"/>
                  </a:lnTo>
                  <a:lnTo>
                    <a:pt x="3424" y="5950"/>
                  </a:lnTo>
                  <a:lnTo>
                    <a:pt x="3524" y="5924"/>
                  </a:lnTo>
                  <a:lnTo>
                    <a:pt x="3550" y="5824"/>
                  </a:lnTo>
                  <a:lnTo>
                    <a:pt x="3624" y="5824"/>
                  </a:lnTo>
                  <a:close/>
                  <a:moveTo>
                    <a:pt x="2500" y="5600"/>
                  </a:moveTo>
                  <a:lnTo>
                    <a:pt x="2500" y="5724"/>
                  </a:lnTo>
                  <a:lnTo>
                    <a:pt x="2724" y="5724"/>
                  </a:lnTo>
                  <a:lnTo>
                    <a:pt x="2724" y="5600"/>
                  </a:lnTo>
                  <a:close/>
                  <a:moveTo>
                    <a:pt x="2200" y="5600"/>
                  </a:moveTo>
                  <a:lnTo>
                    <a:pt x="2200" y="5724"/>
                  </a:lnTo>
                  <a:lnTo>
                    <a:pt x="2424" y="5724"/>
                  </a:lnTo>
                  <a:lnTo>
                    <a:pt x="2424" y="5600"/>
                  </a:lnTo>
                  <a:close/>
                  <a:moveTo>
                    <a:pt x="1700" y="5600"/>
                  </a:moveTo>
                  <a:lnTo>
                    <a:pt x="1700" y="5724"/>
                  </a:lnTo>
                  <a:lnTo>
                    <a:pt x="2024" y="5724"/>
                  </a:lnTo>
                  <a:lnTo>
                    <a:pt x="2024" y="5600"/>
                  </a:lnTo>
                  <a:close/>
                  <a:moveTo>
                    <a:pt x="1400" y="5600"/>
                  </a:moveTo>
                  <a:lnTo>
                    <a:pt x="1400" y="5724"/>
                  </a:lnTo>
                  <a:lnTo>
                    <a:pt x="1524" y="5724"/>
                  </a:lnTo>
                  <a:lnTo>
                    <a:pt x="1524" y="5600"/>
                  </a:lnTo>
                  <a:close/>
                  <a:moveTo>
                    <a:pt x="900" y="5600"/>
                  </a:moveTo>
                  <a:lnTo>
                    <a:pt x="900" y="5724"/>
                  </a:lnTo>
                  <a:lnTo>
                    <a:pt x="1124" y="5724"/>
                  </a:lnTo>
                  <a:lnTo>
                    <a:pt x="1124" y="5600"/>
                  </a:lnTo>
                  <a:close/>
                  <a:moveTo>
                    <a:pt x="500" y="5600"/>
                  </a:moveTo>
                  <a:lnTo>
                    <a:pt x="500" y="5674"/>
                  </a:lnTo>
                  <a:lnTo>
                    <a:pt x="400" y="5700"/>
                  </a:lnTo>
                  <a:lnTo>
                    <a:pt x="400" y="5824"/>
                  </a:lnTo>
                  <a:lnTo>
                    <a:pt x="574" y="5824"/>
                  </a:lnTo>
                  <a:lnTo>
                    <a:pt x="600" y="5924"/>
                  </a:lnTo>
                  <a:lnTo>
                    <a:pt x="700" y="5950"/>
                  </a:lnTo>
                  <a:lnTo>
                    <a:pt x="700" y="6024"/>
                  </a:lnTo>
                  <a:lnTo>
                    <a:pt x="824" y="6024"/>
                  </a:lnTo>
                  <a:lnTo>
                    <a:pt x="824" y="5900"/>
                  </a:lnTo>
                  <a:lnTo>
                    <a:pt x="750" y="5900"/>
                  </a:lnTo>
                  <a:lnTo>
                    <a:pt x="724" y="5800"/>
                  </a:lnTo>
                  <a:lnTo>
                    <a:pt x="624" y="5774"/>
                  </a:lnTo>
                  <a:lnTo>
                    <a:pt x="624" y="5600"/>
                  </a:lnTo>
                  <a:close/>
                  <a:moveTo>
                    <a:pt x="3600" y="5400"/>
                  </a:moveTo>
                  <a:lnTo>
                    <a:pt x="3600" y="5524"/>
                  </a:lnTo>
                  <a:lnTo>
                    <a:pt x="3724" y="5524"/>
                  </a:lnTo>
                  <a:lnTo>
                    <a:pt x="3724" y="5400"/>
                  </a:lnTo>
                  <a:close/>
                  <a:moveTo>
                    <a:pt x="524" y="5400"/>
                  </a:moveTo>
                  <a:lnTo>
                    <a:pt x="400" y="5400"/>
                  </a:lnTo>
                  <a:lnTo>
                    <a:pt x="400" y="5474"/>
                  </a:lnTo>
                  <a:lnTo>
                    <a:pt x="300" y="5500"/>
                  </a:lnTo>
                  <a:lnTo>
                    <a:pt x="300" y="5624"/>
                  </a:lnTo>
                  <a:lnTo>
                    <a:pt x="424" y="5624"/>
                  </a:lnTo>
                  <a:lnTo>
                    <a:pt x="424" y="5550"/>
                  </a:lnTo>
                  <a:lnTo>
                    <a:pt x="524" y="5524"/>
                  </a:lnTo>
                  <a:close/>
                  <a:moveTo>
                    <a:pt x="200" y="5300"/>
                  </a:moveTo>
                  <a:lnTo>
                    <a:pt x="200" y="5424"/>
                  </a:lnTo>
                  <a:lnTo>
                    <a:pt x="324" y="5424"/>
                  </a:lnTo>
                  <a:lnTo>
                    <a:pt x="324" y="5300"/>
                  </a:lnTo>
                  <a:close/>
                  <a:moveTo>
                    <a:pt x="3600" y="5200"/>
                  </a:moveTo>
                  <a:lnTo>
                    <a:pt x="3600" y="5324"/>
                  </a:lnTo>
                  <a:lnTo>
                    <a:pt x="3724" y="5324"/>
                  </a:lnTo>
                  <a:lnTo>
                    <a:pt x="3724" y="5200"/>
                  </a:lnTo>
                  <a:close/>
                  <a:moveTo>
                    <a:pt x="1800" y="5100"/>
                  </a:moveTo>
                  <a:lnTo>
                    <a:pt x="1800" y="5324"/>
                  </a:lnTo>
                  <a:lnTo>
                    <a:pt x="1924" y="5324"/>
                  </a:lnTo>
                  <a:lnTo>
                    <a:pt x="1924" y="5250"/>
                  </a:lnTo>
                  <a:lnTo>
                    <a:pt x="2024" y="5224"/>
                  </a:lnTo>
                  <a:lnTo>
                    <a:pt x="2024" y="5100"/>
                  </a:lnTo>
                  <a:close/>
                  <a:moveTo>
                    <a:pt x="3224" y="5000"/>
                  </a:moveTo>
                  <a:lnTo>
                    <a:pt x="3100" y="5000"/>
                  </a:lnTo>
                  <a:lnTo>
                    <a:pt x="3100" y="5574"/>
                  </a:lnTo>
                  <a:lnTo>
                    <a:pt x="3074" y="5600"/>
                  </a:lnTo>
                  <a:lnTo>
                    <a:pt x="2900" y="5600"/>
                  </a:lnTo>
                  <a:lnTo>
                    <a:pt x="2900" y="5724"/>
                  </a:lnTo>
                  <a:lnTo>
                    <a:pt x="3124" y="5724"/>
                  </a:lnTo>
                  <a:lnTo>
                    <a:pt x="3124" y="5650"/>
                  </a:lnTo>
                  <a:lnTo>
                    <a:pt x="3224" y="5624"/>
                  </a:lnTo>
                  <a:close/>
                  <a:moveTo>
                    <a:pt x="3924" y="4700"/>
                  </a:moveTo>
                  <a:lnTo>
                    <a:pt x="3800" y="4700"/>
                  </a:lnTo>
                  <a:lnTo>
                    <a:pt x="3800" y="4874"/>
                  </a:lnTo>
                  <a:lnTo>
                    <a:pt x="3700" y="4900"/>
                  </a:lnTo>
                  <a:lnTo>
                    <a:pt x="3700" y="5124"/>
                  </a:lnTo>
                  <a:lnTo>
                    <a:pt x="3824" y="5124"/>
                  </a:lnTo>
                  <a:lnTo>
                    <a:pt x="3824" y="5050"/>
                  </a:lnTo>
                  <a:lnTo>
                    <a:pt x="3924" y="5024"/>
                  </a:lnTo>
                  <a:close/>
                  <a:moveTo>
                    <a:pt x="2800" y="4700"/>
                  </a:moveTo>
                  <a:lnTo>
                    <a:pt x="2800" y="4924"/>
                  </a:lnTo>
                  <a:lnTo>
                    <a:pt x="3024" y="4924"/>
                  </a:lnTo>
                  <a:lnTo>
                    <a:pt x="3024" y="4800"/>
                  </a:lnTo>
                  <a:lnTo>
                    <a:pt x="2950" y="4800"/>
                  </a:lnTo>
                  <a:lnTo>
                    <a:pt x="2924" y="4700"/>
                  </a:lnTo>
                  <a:close/>
                  <a:moveTo>
                    <a:pt x="100" y="4700"/>
                  </a:moveTo>
                  <a:lnTo>
                    <a:pt x="100" y="5024"/>
                  </a:lnTo>
                  <a:lnTo>
                    <a:pt x="174" y="5024"/>
                  </a:lnTo>
                  <a:lnTo>
                    <a:pt x="200" y="5124"/>
                  </a:lnTo>
                  <a:lnTo>
                    <a:pt x="324" y="5124"/>
                  </a:lnTo>
                  <a:lnTo>
                    <a:pt x="324" y="4900"/>
                  </a:lnTo>
                  <a:lnTo>
                    <a:pt x="224" y="4874"/>
                  </a:lnTo>
                  <a:lnTo>
                    <a:pt x="224" y="4700"/>
                  </a:lnTo>
                  <a:close/>
                  <a:moveTo>
                    <a:pt x="1700" y="4600"/>
                  </a:moveTo>
                  <a:lnTo>
                    <a:pt x="1700" y="4724"/>
                  </a:lnTo>
                  <a:lnTo>
                    <a:pt x="1824" y="4724"/>
                  </a:lnTo>
                  <a:lnTo>
                    <a:pt x="1824" y="4600"/>
                  </a:lnTo>
                  <a:close/>
                  <a:moveTo>
                    <a:pt x="1900" y="4500"/>
                  </a:moveTo>
                  <a:lnTo>
                    <a:pt x="1900" y="4624"/>
                  </a:lnTo>
                  <a:lnTo>
                    <a:pt x="2024" y="4624"/>
                  </a:lnTo>
                  <a:lnTo>
                    <a:pt x="2024" y="4500"/>
                  </a:lnTo>
                  <a:close/>
                  <a:moveTo>
                    <a:pt x="1400" y="4500"/>
                  </a:moveTo>
                  <a:lnTo>
                    <a:pt x="1400" y="4624"/>
                  </a:lnTo>
                  <a:lnTo>
                    <a:pt x="1524" y="4624"/>
                  </a:lnTo>
                  <a:lnTo>
                    <a:pt x="1524" y="4500"/>
                  </a:lnTo>
                  <a:close/>
                  <a:moveTo>
                    <a:pt x="3100" y="4400"/>
                  </a:moveTo>
                  <a:lnTo>
                    <a:pt x="3100" y="4924"/>
                  </a:lnTo>
                  <a:lnTo>
                    <a:pt x="3224" y="4924"/>
                  </a:lnTo>
                  <a:lnTo>
                    <a:pt x="3224" y="4400"/>
                  </a:lnTo>
                  <a:close/>
                  <a:moveTo>
                    <a:pt x="2724" y="4400"/>
                  </a:moveTo>
                  <a:lnTo>
                    <a:pt x="2650" y="4400"/>
                  </a:lnTo>
                  <a:lnTo>
                    <a:pt x="2624" y="4300"/>
                  </a:lnTo>
                  <a:lnTo>
                    <a:pt x="2500" y="4300"/>
                  </a:lnTo>
                  <a:lnTo>
                    <a:pt x="2500" y="4374"/>
                  </a:lnTo>
                  <a:lnTo>
                    <a:pt x="2400" y="4400"/>
                  </a:lnTo>
                  <a:lnTo>
                    <a:pt x="2400" y="4474"/>
                  </a:lnTo>
                  <a:lnTo>
                    <a:pt x="2300" y="4500"/>
                  </a:lnTo>
                  <a:lnTo>
                    <a:pt x="2274" y="4600"/>
                  </a:lnTo>
                  <a:lnTo>
                    <a:pt x="2200" y="4600"/>
                  </a:lnTo>
                  <a:lnTo>
                    <a:pt x="2200" y="4824"/>
                  </a:lnTo>
                  <a:lnTo>
                    <a:pt x="2324" y="4824"/>
                  </a:lnTo>
                  <a:lnTo>
                    <a:pt x="2324" y="4750"/>
                  </a:lnTo>
                  <a:lnTo>
                    <a:pt x="2424" y="4724"/>
                  </a:lnTo>
                  <a:lnTo>
                    <a:pt x="2424" y="4650"/>
                  </a:lnTo>
                  <a:lnTo>
                    <a:pt x="2524" y="4624"/>
                  </a:lnTo>
                  <a:lnTo>
                    <a:pt x="2550" y="4524"/>
                  </a:lnTo>
                  <a:lnTo>
                    <a:pt x="2600" y="4550"/>
                  </a:lnTo>
                  <a:lnTo>
                    <a:pt x="2600" y="4624"/>
                  </a:lnTo>
                  <a:lnTo>
                    <a:pt x="2724" y="4624"/>
                  </a:lnTo>
                  <a:close/>
                  <a:moveTo>
                    <a:pt x="0" y="4300"/>
                  </a:moveTo>
                  <a:lnTo>
                    <a:pt x="0" y="4524"/>
                  </a:lnTo>
                  <a:lnTo>
                    <a:pt x="124" y="4524"/>
                  </a:lnTo>
                  <a:lnTo>
                    <a:pt x="124" y="4300"/>
                  </a:lnTo>
                  <a:close/>
                  <a:moveTo>
                    <a:pt x="3800" y="4200"/>
                  </a:moveTo>
                  <a:lnTo>
                    <a:pt x="3800" y="4324"/>
                  </a:lnTo>
                  <a:lnTo>
                    <a:pt x="3874" y="4324"/>
                  </a:lnTo>
                  <a:lnTo>
                    <a:pt x="3900" y="4424"/>
                  </a:lnTo>
                  <a:lnTo>
                    <a:pt x="4024" y="4424"/>
                  </a:lnTo>
                  <a:lnTo>
                    <a:pt x="4024" y="4200"/>
                  </a:lnTo>
                  <a:close/>
                  <a:moveTo>
                    <a:pt x="2000" y="4200"/>
                  </a:moveTo>
                  <a:lnTo>
                    <a:pt x="2000" y="4424"/>
                  </a:lnTo>
                  <a:lnTo>
                    <a:pt x="2124" y="4424"/>
                  </a:lnTo>
                  <a:lnTo>
                    <a:pt x="2124" y="4200"/>
                  </a:lnTo>
                  <a:close/>
                  <a:moveTo>
                    <a:pt x="1400" y="4000"/>
                  </a:moveTo>
                  <a:lnTo>
                    <a:pt x="1400" y="4124"/>
                  </a:lnTo>
                  <a:lnTo>
                    <a:pt x="1524" y="4124"/>
                  </a:lnTo>
                  <a:lnTo>
                    <a:pt x="1524" y="4000"/>
                  </a:lnTo>
                  <a:close/>
                  <a:moveTo>
                    <a:pt x="1600" y="3900"/>
                  </a:moveTo>
                  <a:lnTo>
                    <a:pt x="1600" y="4024"/>
                  </a:lnTo>
                  <a:lnTo>
                    <a:pt x="1874" y="4024"/>
                  </a:lnTo>
                  <a:lnTo>
                    <a:pt x="1900" y="4124"/>
                  </a:lnTo>
                  <a:lnTo>
                    <a:pt x="2024" y="4124"/>
                  </a:lnTo>
                  <a:lnTo>
                    <a:pt x="2024" y="4000"/>
                  </a:lnTo>
                  <a:lnTo>
                    <a:pt x="1950" y="4000"/>
                  </a:lnTo>
                  <a:lnTo>
                    <a:pt x="1924" y="3900"/>
                  </a:lnTo>
                  <a:close/>
                  <a:moveTo>
                    <a:pt x="100" y="3800"/>
                  </a:moveTo>
                  <a:lnTo>
                    <a:pt x="100" y="4124"/>
                  </a:lnTo>
                  <a:lnTo>
                    <a:pt x="224" y="4124"/>
                  </a:lnTo>
                  <a:lnTo>
                    <a:pt x="224" y="3800"/>
                  </a:lnTo>
                  <a:close/>
                  <a:moveTo>
                    <a:pt x="900" y="3700"/>
                  </a:moveTo>
                  <a:lnTo>
                    <a:pt x="900" y="5524"/>
                  </a:lnTo>
                  <a:lnTo>
                    <a:pt x="1024" y="5524"/>
                  </a:lnTo>
                  <a:lnTo>
                    <a:pt x="1024" y="3700"/>
                  </a:lnTo>
                  <a:close/>
                  <a:moveTo>
                    <a:pt x="3100" y="3600"/>
                  </a:moveTo>
                  <a:lnTo>
                    <a:pt x="3100" y="4124"/>
                  </a:lnTo>
                  <a:lnTo>
                    <a:pt x="3224" y="4124"/>
                  </a:lnTo>
                  <a:lnTo>
                    <a:pt x="3224" y="3600"/>
                  </a:lnTo>
                  <a:close/>
                  <a:moveTo>
                    <a:pt x="2900" y="3500"/>
                  </a:moveTo>
                  <a:lnTo>
                    <a:pt x="2900" y="3624"/>
                  </a:lnTo>
                  <a:lnTo>
                    <a:pt x="3024" y="3624"/>
                  </a:lnTo>
                  <a:lnTo>
                    <a:pt x="3024" y="3500"/>
                  </a:lnTo>
                  <a:close/>
                  <a:moveTo>
                    <a:pt x="2400" y="3500"/>
                  </a:moveTo>
                  <a:lnTo>
                    <a:pt x="2400" y="3624"/>
                  </a:lnTo>
                  <a:lnTo>
                    <a:pt x="2524" y="3624"/>
                  </a:lnTo>
                  <a:lnTo>
                    <a:pt x="2524" y="3500"/>
                  </a:lnTo>
                  <a:close/>
                  <a:moveTo>
                    <a:pt x="1700" y="3500"/>
                  </a:moveTo>
                  <a:lnTo>
                    <a:pt x="1700" y="3624"/>
                  </a:lnTo>
                  <a:lnTo>
                    <a:pt x="1824" y="3624"/>
                  </a:lnTo>
                  <a:lnTo>
                    <a:pt x="1824" y="3500"/>
                  </a:lnTo>
                  <a:close/>
                  <a:moveTo>
                    <a:pt x="1100" y="3000"/>
                  </a:moveTo>
                  <a:lnTo>
                    <a:pt x="1100" y="3124"/>
                  </a:lnTo>
                  <a:lnTo>
                    <a:pt x="2324" y="3124"/>
                  </a:lnTo>
                  <a:lnTo>
                    <a:pt x="2324" y="3000"/>
                  </a:lnTo>
                  <a:lnTo>
                    <a:pt x="1650" y="3000"/>
                  </a:lnTo>
                  <a:lnTo>
                    <a:pt x="1624" y="2900"/>
                  </a:lnTo>
                  <a:lnTo>
                    <a:pt x="1400" y="2900"/>
                  </a:lnTo>
                  <a:lnTo>
                    <a:pt x="1374" y="3000"/>
                  </a:lnTo>
                  <a:close/>
                  <a:moveTo>
                    <a:pt x="3224" y="2800"/>
                  </a:moveTo>
                  <a:lnTo>
                    <a:pt x="3100" y="2800"/>
                  </a:lnTo>
                  <a:lnTo>
                    <a:pt x="3100" y="2874"/>
                  </a:lnTo>
                  <a:lnTo>
                    <a:pt x="3000" y="2900"/>
                  </a:lnTo>
                  <a:lnTo>
                    <a:pt x="2974" y="3000"/>
                  </a:lnTo>
                  <a:lnTo>
                    <a:pt x="2400" y="3000"/>
                  </a:lnTo>
                  <a:lnTo>
                    <a:pt x="2400" y="3124"/>
                  </a:lnTo>
                  <a:lnTo>
                    <a:pt x="3024" y="3124"/>
                  </a:lnTo>
                  <a:lnTo>
                    <a:pt x="3024" y="3050"/>
                  </a:lnTo>
                  <a:lnTo>
                    <a:pt x="3124" y="3024"/>
                  </a:lnTo>
                  <a:lnTo>
                    <a:pt x="3150" y="2924"/>
                  </a:lnTo>
                  <a:lnTo>
                    <a:pt x="3224" y="2924"/>
                  </a:lnTo>
                  <a:close/>
                  <a:moveTo>
                    <a:pt x="100" y="2800"/>
                  </a:moveTo>
                  <a:lnTo>
                    <a:pt x="100" y="3124"/>
                  </a:lnTo>
                  <a:lnTo>
                    <a:pt x="224" y="3124"/>
                  </a:lnTo>
                  <a:lnTo>
                    <a:pt x="224" y="2800"/>
                  </a:lnTo>
                  <a:close/>
                  <a:moveTo>
                    <a:pt x="900" y="2700"/>
                  </a:moveTo>
                  <a:lnTo>
                    <a:pt x="900" y="2824"/>
                  </a:lnTo>
                  <a:lnTo>
                    <a:pt x="1024" y="2824"/>
                  </a:lnTo>
                  <a:lnTo>
                    <a:pt x="1024" y="2700"/>
                  </a:lnTo>
                  <a:close/>
                  <a:moveTo>
                    <a:pt x="0" y="2400"/>
                  </a:moveTo>
                  <a:lnTo>
                    <a:pt x="0" y="2624"/>
                  </a:lnTo>
                  <a:lnTo>
                    <a:pt x="124" y="2624"/>
                  </a:lnTo>
                  <a:lnTo>
                    <a:pt x="124" y="2400"/>
                  </a:lnTo>
                  <a:close/>
                  <a:moveTo>
                    <a:pt x="1900" y="2300"/>
                  </a:moveTo>
                  <a:lnTo>
                    <a:pt x="1900" y="2524"/>
                  </a:lnTo>
                  <a:lnTo>
                    <a:pt x="2024" y="2524"/>
                  </a:lnTo>
                  <a:lnTo>
                    <a:pt x="2024" y="2450"/>
                  </a:lnTo>
                  <a:lnTo>
                    <a:pt x="2124" y="2424"/>
                  </a:lnTo>
                  <a:lnTo>
                    <a:pt x="2124" y="2300"/>
                  </a:lnTo>
                  <a:close/>
                  <a:moveTo>
                    <a:pt x="3224" y="2100"/>
                  </a:moveTo>
                  <a:lnTo>
                    <a:pt x="3100" y="2100"/>
                  </a:lnTo>
                  <a:lnTo>
                    <a:pt x="3100" y="2274"/>
                  </a:lnTo>
                  <a:lnTo>
                    <a:pt x="3000" y="2300"/>
                  </a:lnTo>
                  <a:lnTo>
                    <a:pt x="3000" y="2424"/>
                  </a:lnTo>
                  <a:lnTo>
                    <a:pt x="3124" y="2424"/>
                  </a:lnTo>
                  <a:lnTo>
                    <a:pt x="3124" y="2350"/>
                  </a:lnTo>
                  <a:lnTo>
                    <a:pt x="3224" y="2324"/>
                  </a:lnTo>
                  <a:close/>
                  <a:moveTo>
                    <a:pt x="2900" y="2100"/>
                  </a:moveTo>
                  <a:lnTo>
                    <a:pt x="2900" y="2224"/>
                  </a:lnTo>
                  <a:lnTo>
                    <a:pt x="3024" y="2224"/>
                  </a:lnTo>
                  <a:lnTo>
                    <a:pt x="3024" y="2100"/>
                  </a:lnTo>
                  <a:close/>
                  <a:moveTo>
                    <a:pt x="4024" y="2000"/>
                  </a:moveTo>
                  <a:lnTo>
                    <a:pt x="3900" y="2000"/>
                  </a:lnTo>
                  <a:lnTo>
                    <a:pt x="3900" y="2074"/>
                  </a:lnTo>
                  <a:lnTo>
                    <a:pt x="3800" y="2100"/>
                  </a:lnTo>
                  <a:lnTo>
                    <a:pt x="3800" y="2224"/>
                  </a:lnTo>
                  <a:lnTo>
                    <a:pt x="3924" y="2224"/>
                  </a:lnTo>
                  <a:lnTo>
                    <a:pt x="3924" y="2150"/>
                  </a:lnTo>
                  <a:lnTo>
                    <a:pt x="4024" y="2124"/>
                  </a:lnTo>
                  <a:close/>
                  <a:moveTo>
                    <a:pt x="900" y="2000"/>
                  </a:moveTo>
                  <a:lnTo>
                    <a:pt x="900" y="2624"/>
                  </a:lnTo>
                  <a:lnTo>
                    <a:pt x="1024" y="2624"/>
                  </a:lnTo>
                  <a:lnTo>
                    <a:pt x="1024" y="2000"/>
                  </a:lnTo>
                  <a:close/>
                  <a:moveTo>
                    <a:pt x="2300" y="1800"/>
                  </a:moveTo>
                  <a:lnTo>
                    <a:pt x="2300" y="1924"/>
                  </a:lnTo>
                  <a:lnTo>
                    <a:pt x="2424" y="1924"/>
                  </a:lnTo>
                  <a:lnTo>
                    <a:pt x="2424" y="1800"/>
                  </a:lnTo>
                  <a:close/>
                  <a:moveTo>
                    <a:pt x="1500" y="1800"/>
                  </a:moveTo>
                  <a:lnTo>
                    <a:pt x="1500" y="1924"/>
                  </a:lnTo>
                  <a:lnTo>
                    <a:pt x="1574" y="1924"/>
                  </a:lnTo>
                  <a:lnTo>
                    <a:pt x="1600" y="2024"/>
                  </a:lnTo>
                  <a:lnTo>
                    <a:pt x="1824" y="2024"/>
                  </a:lnTo>
                  <a:lnTo>
                    <a:pt x="1824" y="1900"/>
                  </a:lnTo>
                  <a:lnTo>
                    <a:pt x="1650" y="1900"/>
                  </a:lnTo>
                  <a:lnTo>
                    <a:pt x="1624" y="1800"/>
                  </a:lnTo>
                  <a:close/>
                  <a:moveTo>
                    <a:pt x="100" y="1800"/>
                  </a:moveTo>
                  <a:lnTo>
                    <a:pt x="100" y="2324"/>
                  </a:lnTo>
                  <a:lnTo>
                    <a:pt x="224" y="2324"/>
                  </a:lnTo>
                  <a:lnTo>
                    <a:pt x="224" y="2050"/>
                  </a:lnTo>
                  <a:lnTo>
                    <a:pt x="324" y="2024"/>
                  </a:lnTo>
                  <a:lnTo>
                    <a:pt x="324" y="1800"/>
                  </a:lnTo>
                  <a:close/>
                  <a:moveTo>
                    <a:pt x="2500" y="1600"/>
                  </a:moveTo>
                  <a:lnTo>
                    <a:pt x="2500" y="1824"/>
                  </a:lnTo>
                  <a:lnTo>
                    <a:pt x="2724" y="1824"/>
                  </a:lnTo>
                  <a:lnTo>
                    <a:pt x="2724" y="1700"/>
                  </a:lnTo>
                  <a:lnTo>
                    <a:pt x="2650" y="1700"/>
                  </a:lnTo>
                  <a:lnTo>
                    <a:pt x="2624" y="1600"/>
                  </a:lnTo>
                  <a:close/>
                  <a:moveTo>
                    <a:pt x="1300" y="1600"/>
                  </a:moveTo>
                  <a:lnTo>
                    <a:pt x="1300" y="1724"/>
                  </a:lnTo>
                  <a:lnTo>
                    <a:pt x="1424" y="1724"/>
                  </a:lnTo>
                  <a:lnTo>
                    <a:pt x="1424" y="1600"/>
                  </a:lnTo>
                  <a:close/>
                  <a:moveTo>
                    <a:pt x="3700" y="1500"/>
                  </a:moveTo>
                  <a:lnTo>
                    <a:pt x="3700" y="1624"/>
                  </a:lnTo>
                  <a:lnTo>
                    <a:pt x="3800" y="1650"/>
                  </a:lnTo>
                  <a:lnTo>
                    <a:pt x="3800" y="1824"/>
                  </a:lnTo>
                  <a:lnTo>
                    <a:pt x="3924" y="1824"/>
                  </a:lnTo>
                  <a:lnTo>
                    <a:pt x="3924" y="1600"/>
                  </a:lnTo>
                  <a:lnTo>
                    <a:pt x="3850" y="1600"/>
                  </a:lnTo>
                  <a:lnTo>
                    <a:pt x="3824" y="1500"/>
                  </a:lnTo>
                  <a:close/>
                  <a:moveTo>
                    <a:pt x="2000" y="1500"/>
                  </a:moveTo>
                  <a:lnTo>
                    <a:pt x="2000" y="1724"/>
                  </a:lnTo>
                  <a:lnTo>
                    <a:pt x="2124" y="1724"/>
                  </a:lnTo>
                  <a:lnTo>
                    <a:pt x="2124" y="1500"/>
                  </a:lnTo>
                  <a:close/>
                  <a:moveTo>
                    <a:pt x="900" y="1500"/>
                  </a:moveTo>
                  <a:lnTo>
                    <a:pt x="900" y="1924"/>
                  </a:lnTo>
                  <a:lnTo>
                    <a:pt x="1024" y="1924"/>
                  </a:lnTo>
                  <a:lnTo>
                    <a:pt x="1024" y="1500"/>
                  </a:lnTo>
                  <a:close/>
                  <a:moveTo>
                    <a:pt x="300" y="1500"/>
                  </a:moveTo>
                  <a:lnTo>
                    <a:pt x="300" y="1624"/>
                  </a:lnTo>
                  <a:lnTo>
                    <a:pt x="424" y="1624"/>
                  </a:lnTo>
                  <a:lnTo>
                    <a:pt x="424" y="1500"/>
                  </a:lnTo>
                  <a:close/>
                  <a:moveTo>
                    <a:pt x="900" y="1300"/>
                  </a:moveTo>
                  <a:lnTo>
                    <a:pt x="900" y="1424"/>
                  </a:lnTo>
                  <a:lnTo>
                    <a:pt x="1024" y="1424"/>
                  </a:lnTo>
                  <a:lnTo>
                    <a:pt x="1024" y="1300"/>
                  </a:lnTo>
                  <a:close/>
                  <a:moveTo>
                    <a:pt x="1500" y="1200"/>
                  </a:moveTo>
                  <a:lnTo>
                    <a:pt x="1500" y="1324"/>
                  </a:lnTo>
                  <a:lnTo>
                    <a:pt x="1874" y="1324"/>
                  </a:lnTo>
                  <a:lnTo>
                    <a:pt x="1900" y="1424"/>
                  </a:lnTo>
                  <a:lnTo>
                    <a:pt x="2024" y="1424"/>
                  </a:lnTo>
                  <a:lnTo>
                    <a:pt x="2024" y="1300"/>
                  </a:lnTo>
                  <a:lnTo>
                    <a:pt x="1950" y="1300"/>
                  </a:lnTo>
                  <a:lnTo>
                    <a:pt x="1924" y="1200"/>
                  </a:lnTo>
                  <a:close/>
                  <a:moveTo>
                    <a:pt x="400" y="1200"/>
                  </a:moveTo>
                  <a:lnTo>
                    <a:pt x="400" y="1324"/>
                  </a:lnTo>
                  <a:lnTo>
                    <a:pt x="524" y="1324"/>
                  </a:lnTo>
                  <a:lnTo>
                    <a:pt x="524" y="1200"/>
                  </a:lnTo>
                  <a:close/>
                  <a:moveTo>
                    <a:pt x="3600" y="1100"/>
                  </a:moveTo>
                  <a:lnTo>
                    <a:pt x="3600" y="1224"/>
                  </a:lnTo>
                  <a:lnTo>
                    <a:pt x="3724" y="1224"/>
                  </a:lnTo>
                  <a:lnTo>
                    <a:pt x="3724" y="1100"/>
                  </a:lnTo>
                  <a:close/>
                  <a:moveTo>
                    <a:pt x="900" y="1100"/>
                  </a:moveTo>
                  <a:lnTo>
                    <a:pt x="900" y="1224"/>
                  </a:lnTo>
                  <a:lnTo>
                    <a:pt x="1024" y="1224"/>
                  </a:lnTo>
                  <a:lnTo>
                    <a:pt x="1024" y="1100"/>
                  </a:lnTo>
                  <a:close/>
                  <a:moveTo>
                    <a:pt x="3600" y="900"/>
                  </a:moveTo>
                  <a:lnTo>
                    <a:pt x="3600" y="1024"/>
                  </a:lnTo>
                  <a:lnTo>
                    <a:pt x="3724" y="1024"/>
                  </a:lnTo>
                  <a:lnTo>
                    <a:pt x="3724" y="900"/>
                  </a:lnTo>
                  <a:close/>
                  <a:moveTo>
                    <a:pt x="3100" y="900"/>
                  </a:moveTo>
                  <a:lnTo>
                    <a:pt x="3100" y="2024"/>
                  </a:lnTo>
                  <a:lnTo>
                    <a:pt x="3224" y="2024"/>
                  </a:lnTo>
                  <a:lnTo>
                    <a:pt x="3224" y="900"/>
                  </a:lnTo>
                  <a:close/>
                  <a:moveTo>
                    <a:pt x="400" y="900"/>
                  </a:moveTo>
                  <a:lnTo>
                    <a:pt x="400" y="1024"/>
                  </a:lnTo>
                  <a:lnTo>
                    <a:pt x="474" y="1024"/>
                  </a:lnTo>
                  <a:lnTo>
                    <a:pt x="500" y="1124"/>
                  </a:lnTo>
                  <a:lnTo>
                    <a:pt x="624" y="1124"/>
                  </a:lnTo>
                  <a:lnTo>
                    <a:pt x="624" y="1000"/>
                  </a:lnTo>
                  <a:lnTo>
                    <a:pt x="550" y="1000"/>
                  </a:lnTo>
                  <a:lnTo>
                    <a:pt x="524" y="900"/>
                  </a:lnTo>
                  <a:close/>
                  <a:moveTo>
                    <a:pt x="2500" y="800"/>
                  </a:moveTo>
                  <a:lnTo>
                    <a:pt x="2500" y="924"/>
                  </a:lnTo>
                  <a:lnTo>
                    <a:pt x="2924" y="924"/>
                  </a:lnTo>
                  <a:lnTo>
                    <a:pt x="2924" y="800"/>
                  </a:lnTo>
                  <a:close/>
                  <a:moveTo>
                    <a:pt x="1000" y="800"/>
                  </a:moveTo>
                  <a:lnTo>
                    <a:pt x="1000" y="924"/>
                  </a:lnTo>
                  <a:lnTo>
                    <a:pt x="2424" y="924"/>
                  </a:lnTo>
                  <a:lnTo>
                    <a:pt x="2424" y="800"/>
                  </a:lnTo>
                  <a:close/>
                  <a:moveTo>
                    <a:pt x="924" y="400"/>
                  </a:moveTo>
                  <a:lnTo>
                    <a:pt x="800" y="400"/>
                  </a:lnTo>
                  <a:lnTo>
                    <a:pt x="800" y="474"/>
                  </a:lnTo>
                  <a:lnTo>
                    <a:pt x="700" y="500"/>
                  </a:lnTo>
                  <a:lnTo>
                    <a:pt x="674" y="600"/>
                  </a:lnTo>
                  <a:lnTo>
                    <a:pt x="600" y="600"/>
                  </a:lnTo>
                  <a:lnTo>
                    <a:pt x="600" y="924"/>
                  </a:lnTo>
                  <a:lnTo>
                    <a:pt x="724" y="924"/>
                  </a:lnTo>
                  <a:lnTo>
                    <a:pt x="724" y="850"/>
                  </a:lnTo>
                  <a:lnTo>
                    <a:pt x="824" y="824"/>
                  </a:lnTo>
                  <a:lnTo>
                    <a:pt x="824" y="700"/>
                  </a:lnTo>
                  <a:lnTo>
                    <a:pt x="750" y="700"/>
                  </a:lnTo>
                  <a:lnTo>
                    <a:pt x="724" y="674"/>
                  </a:lnTo>
                  <a:lnTo>
                    <a:pt x="750" y="624"/>
                  </a:lnTo>
                  <a:lnTo>
                    <a:pt x="1024" y="624"/>
                  </a:lnTo>
                  <a:lnTo>
                    <a:pt x="1024" y="500"/>
                  </a:lnTo>
                  <a:lnTo>
                    <a:pt x="950" y="500"/>
                  </a:lnTo>
                  <a:close/>
                  <a:moveTo>
                    <a:pt x="2800" y="300"/>
                  </a:moveTo>
                  <a:lnTo>
                    <a:pt x="2800" y="424"/>
                  </a:lnTo>
                  <a:lnTo>
                    <a:pt x="2974" y="424"/>
                  </a:lnTo>
                  <a:lnTo>
                    <a:pt x="3000" y="524"/>
                  </a:lnTo>
                  <a:lnTo>
                    <a:pt x="3274" y="524"/>
                  </a:lnTo>
                  <a:lnTo>
                    <a:pt x="3300" y="624"/>
                  </a:lnTo>
                  <a:lnTo>
                    <a:pt x="3374" y="624"/>
                  </a:lnTo>
                  <a:lnTo>
                    <a:pt x="3400" y="724"/>
                  </a:lnTo>
                  <a:lnTo>
                    <a:pt x="3500" y="750"/>
                  </a:lnTo>
                  <a:lnTo>
                    <a:pt x="3474" y="800"/>
                  </a:lnTo>
                  <a:lnTo>
                    <a:pt x="3400" y="800"/>
                  </a:lnTo>
                  <a:lnTo>
                    <a:pt x="3400" y="924"/>
                  </a:lnTo>
                  <a:lnTo>
                    <a:pt x="3524" y="924"/>
                  </a:lnTo>
                  <a:lnTo>
                    <a:pt x="3524" y="850"/>
                  </a:lnTo>
                  <a:lnTo>
                    <a:pt x="3624" y="824"/>
                  </a:lnTo>
                  <a:lnTo>
                    <a:pt x="3624" y="700"/>
                  </a:lnTo>
                  <a:lnTo>
                    <a:pt x="3550" y="700"/>
                  </a:lnTo>
                  <a:lnTo>
                    <a:pt x="3524" y="600"/>
                  </a:lnTo>
                  <a:lnTo>
                    <a:pt x="3450" y="600"/>
                  </a:lnTo>
                  <a:lnTo>
                    <a:pt x="3424" y="500"/>
                  </a:lnTo>
                  <a:lnTo>
                    <a:pt x="3324" y="474"/>
                  </a:lnTo>
                  <a:lnTo>
                    <a:pt x="3324" y="400"/>
                  </a:lnTo>
                  <a:lnTo>
                    <a:pt x="3050" y="400"/>
                  </a:lnTo>
                  <a:lnTo>
                    <a:pt x="3024" y="300"/>
                  </a:lnTo>
                  <a:close/>
                  <a:moveTo>
                    <a:pt x="2500" y="100"/>
                  </a:moveTo>
                  <a:lnTo>
                    <a:pt x="2500" y="224"/>
                  </a:lnTo>
                  <a:lnTo>
                    <a:pt x="2574" y="224"/>
                  </a:lnTo>
                  <a:lnTo>
                    <a:pt x="2600" y="324"/>
                  </a:lnTo>
                  <a:lnTo>
                    <a:pt x="2724" y="324"/>
                  </a:lnTo>
                  <a:lnTo>
                    <a:pt x="2724" y="200"/>
                  </a:lnTo>
                  <a:lnTo>
                    <a:pt x="2650" y="200"/>
                  </a:lnTo>
                  <a:lnTo>
                    <a:pt x="2624" y="100"/>
                  </a:lnTo>
                  <a:close/>
                  <a:moveTo>
                    <a:pt x="1900" y="100"/>
                  </a:moveTo>
                  <a:lnTo>
                    <a:pt x="1900" y="224"/>
                  </a:lnTo>
                  <a:lnTo>
                    <a:pt x="2124" y="224"/>
                  </a:lnTo>
                  <a:lnTo>
                    <a:pt x="2124" y="100"/>
                  </a:lnTo>
                  <a:close/>
                  <a:moveTo>
                    <a:pt x="1824" y="0"/>
                  </a:moveTo>
                  <a:lnTo>
                    <a:pt x="1700" y="0"/>
                  </a:lnTo>
                  <a:lnTo>
                    <a:pt x="1700" y="74"/>
                  </a:lnTo>
                  <a:lnTo>
                    <a:pt x="1600" y="100"/>
                  </a:lnTo>
                  <a:lnTo>
                    <a:pt x="1574" y="200"/>
                  </a:lnTo>
                  <a:lnTo>
                    <a:pt x="1524" y="174"/>
                  </a:lnTo>
                  <a:lnTo>
                    <a:pt x="1524" y="100"/>
                  </a:lnTo>
                  <a:lnTo>
                    <a:pt x="1400" y="100"/>
                  </a:lnTo>
                  <a:lnTo>
                    <a:pt x="1400" y="224"/>
                  </a:lnTo>
                  <a:lnTo>
                    <a:pt x="1474" y="224"/>
                  </a:lnTo>
                  <a:lnTo>
                    <a:pt x="1500" y="324"/>
                  </a:lnTo>
                  <a:lnTo>
                    <a:pt x="1624" y="324"/>
                  </a:lnTo>
                  <a:lnTo>
                    <a:pt x="1624" y="250"/>
                  </a:lnTo>
                  <a:lnTo>
                    <a:pt x="1724" y="224"/>
                  </a:lnTo>
                  <a:lnTo>
                    <a:pt x="1750" y="124"/>
                  </a:lnTo>
                  <a:lnTo>
                    <a:pt x="1824" y="124"/>
                  </a:lnTo>
                  <a:close/>
                </a:path>
              </a:pathLst>
            </a:custGeom>
            <a:solidFill>
              <a:srgbClr val="453F3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0" name="Efficiency reward illustration color 22"/>
            <p:cNvSpPr/>
            <p:nvPr/>
          </p:nvSpPr>
          <p:spPr>
            <a:xfrm>
              <a:off x="13874923" y="7528987"/>
              <a:ext cx="377099" cy="605699"/>
            </a:xfrm>
            <a:custGeom>
              <a:avLst/>
              <a:gdLst/>
              <a:ahLst/>
              <a:cxnLst/>
              <a:rect l="l" t="t" r="r" b="b"/>
              <a:pathLst>
                <a:path w="4124" h="6624">
                  <a:moveTo>
                    <a:pt x="2500" y="6500"/>
                  </a:moveTo>
                  <a:lnTo>
                    <a:pt x="2500" y="6624"/>
                  </a:lnTo>
                  <a:lnTo>
                    <a:pt x="2624" y="6624"/>
                  </a:lnTo>
                  <a:lnTo>
                    <a:pt x="2624" y="6500"/>
                  </a:lnTo>
                  <a:close/>
                  <a:moveTo>
                    <a:pt x="1700" y="6300"/>
                  </a:moveTo>
                  <a:lnTo>
                    <a:pt x="1700" y="6424"/>
                  </a:lnTo>
                  <a:lnTo>
                    <a:pt x="1824" y="6424"/>
                  </a:lnTo>
                  <a:lnTo>
                    <a:pt x="1824" y="6300"/>
                  </a:lnTo>
                  <a:close/>
                  <a:moveTo>
                    <a:pt x="1300" y="6200"/>
                  </a:moveTo>
                  <a:lnTo>
                    <a:pt x="1300" y="6324"/>
                  </a:lnTo>
                  <a:lnTo>
                    <a:pt x="1424" y="6324"/>
                  </a:lnTo>
                  <a:lnTo>
                    <a:pt x="1424" y="6200"/>
                  </a:lnTo>
                  <a:close/>
                  <a:moveTo>
                    <a:pt x="800" y="6200"/>
                  </a:moveTo>
                  <a:lnTo>
                    <a:pt x="800" y="6324"/>
                  </a:lnTo>
                  <a:lnTo>
                    <a:pt x="924" y="6324"/>
                  </a:lnTo>
                  <a:lnTo>
                    <a:pt x="924" y="6200"/>
                  </a:lnTo>
                  <a:close/>
                  <a:moveTo>
                    <a:pt x="3324" y="6100"/>
                  </a:moveTo>
                  <a:lnTo>
                    <a:pt x="3200" y="6100"/>
                  </a:lnTo>
                  <a:lnTo>
                    <a:pt x="3200" y="6174"/>
                  </a:lnTo>
                  <a:lnTo>
                    <a:pt x="3100" y="6200"/>
                  </a:lnTo>
                  <a:lnTo>
                    <a:pt x="3100" y="6324"/>
                  </a:lnTo>
                  <a:lnTo>
                    <a:pt x="3224" y="6324"/>
                  </a:lnTo>
                  <a:lnTo>
                    <a:pt x="3224" y="6250"/>
                  </a:lnTo>
                  <a:lnTo>
                    <a:pt x="3324" y="6224"/>
                  </a:lnTo>
                  <a:close/>
                  <a:moveTo>
                    <a:pt x="1100" y="6100"/>
                  </a:moveTo>
                  <a:lnTo>
                    <a:pt x="1100" y="6224"/>
                  </a:lnTo>
                  <a:lnTo>
                    <a:pt x="1224" y="6224"/>
                  </a:lnTo>
                  <a:lnTo>
                    <a:pt x="1224" y="6100"/>
                  </a:lnTo>
                  <a:close/>
                  <a:moveTo>
                    <a:pt x="3000" y="6000"/>
                  </a:moveTo>
                  <a:lnTo>
                    <a:pt x="3000" y="6124"/>
                  </a:lnTo>
                  <a:lnTo>
                    <a:pt x="3124" y="6124"/>
                  </a:lnTo>
                  <a:lnTo>
                    <a:pt x="3124" y="6000"/>
                  </a:lnTo>
                  <a:close/>
                  <a:moveTo>
                    <a:pt x="3400" y="5900"/>
                  </a:moveTo>
                  <a:lnTo>
                    <a:pt x="3400" y="6024"/>
                  </a:lnTo>
                  <a:lnTo>
                    <a:pt x="3524" y="6024"/>
                  </a:lnTo>
                  <a:lnTo>
                    <a:pt x="3524" y="5900"/>
                  </a:lnTo>
                  <a:close/>
                  <a:moveTo>
                    <a:pt x="500" y="5900"/>
                  </a:moveTo>
                  <a:lnTo>
                    <a:pt x="500" y="6024"/>
                  </a:lnTo>
                  <a:lnTo>
                    <a:pt x="624" y="6024"/>
                  </a:lnTo>
                  <a:lnTo>
                    <a:pt x="624" y="5900"/>
                  </a:lnTo>
                  <a:close/>
                  <a:moveTo>
                    <a:pt x="3000" y="5700"/>
                  </a:moveTo>
                  <a:lnTo>
                    <a:pt x="3000" y="5824"/>
                  </a:lnTo>
                  <a:lnTo>
                    <a:pt x="3124" y="5824"/>
                  </a:lnTo>
                  <a:lnTo>
                    <a:pt x="3124" y="5700"/>
                  </a:lnTo>
                  <a:close/>
                  <a:moveTo>
                    <a:pt x="300" y="5600"/>
                  </a:moveTo>
                  <a:lnTo>
                    <a:pt x="300" y="5724"/>
                  </a:lnTo>
                  <a:lnTo>
                    <a:pt x="424" y="5724"/>
                  </a:lnTo>
                  <a:lnTo>
                    <a:pt x="424" y="5600"/>
                  </a:lnTo>
                  <a:close/>
                  <a:moveTo>
                    <a:pt x="2900" y="5500"/>
                  </a:moveTo>
                  <a:lnTo>
                    <a:pt x="2900" y="5624"/>
                  </a:lnTo>
                  <a:lnTo>
                    <a:pt x="3024" y="5624"/>
                  </a:lnTo>
                  <a:lnTo>
                    <a:pt x="3024" y="5500"/>
                  </a:lnTo>
                  <a:close/>
                  <a:moveTo>
                    <a:pt x="1700" y="5500"/>
                  </a:moveTo>
                  <a:lnTo>
                    <a:pt x="1700" y="5624"/>
                  </a:lnTo>
                  <a:lnTo>
                    <a:pt x="1824" y="5624"/>
                  </a:lnTo>
                  <a:lnTo>
                    <a:pt x="1824" y="5500"/>
                  </a:lnTo>
                  <a:close/>
                  <a:moveTo>
                    <a:pt x="800" y="5500"/>
                  </a:moveTo>
                  <a:lnTo>
                    <a:pt x="800" y="5624"/>
                  </a:lnTo>
                  <a:lnTo>
                    <a:pt x="924" y="5624"/>
                  </a:lnTo>
                  <a:lnTo>
                    <a:pt x="924" y="5500"/>
                  </a:lnTo>
                  <a:close/>
                  <a:moveTo>
                    <a:pt x="500" y="5500"/>
                  </a:moveTo>
                  <a:lnTo>
                    <a:pt x="500" y="5624"/>
                  </a:lnTo>
                  <a:lnTo>
                    <a:pt x="624" y="5624"/>
                  </a:lnTo>
                  <a:lnTo>
                    <a:pt x="624" y="5500"/>
                  </a:lnTo>
                  <a:close/>
                  <a:moveTo>
                    <a:pt x="200" y="5400"/>
                  </a:moveTo>
                  <a:lnTo>
                    <a:pt x="200" y="5524"/>
                  </a:lnTo>
                  <a:lnTo>
                    <a:pt x="324" y="5524"/>
                  </a:lnTo>
                  <a:lnTo>
                    <a:pt x="324" y="5400"/>
                  </a:lnTo>
                  <a:close/>
                  <a:moveTo>
                    <a:pt x="400" y="5300"/>
                  </a:moveTo>
                  <a:lnTo>
                    <a:pt x="400" y="5424"/>
                  </a:lnTo>
                  <a:lnTo>
                    <a:pt x="524" y="5424"/>
                  </a:lnTo>
                  <a:lnTo>
                    <a:pt x="524" y="5300"/>
                  </a:lnTo>
                  <a:close/>
                  <a:moveTo>
                    <a:pt x="2000" y="5100"/>
                  </a:moveTo>
                  <a:lnTo>
                    <a:pt x="2000" y="5224"/>
                  </a:lnTo>
                  <a:lnTo>
                    <a:pt x="2124" y="5224"/>
                  </a:lnTo>
                  <a:lnTo>
                    <a:pt x="2124" y="5100"/>
                  </a:lnTo>
                  <a:close/>
                  <a:moveTo>
                    <a:pt x="100" y="5100"/>
                  </a:moveTo>
                  <a:lnTo>
                    <a:pt x="100" y="5224"/>
                  </a:lnTo>
                  <a:lnTo>
                    <a:pt x="224" y="5224"/>
                  </a:lnTo>
                  <a:lnTo>
                    <a:pt x="224" y="5100"/>
                  </a:lnTo>
                  <a:close/>
                  <a:moveTo>
                    <a:pt x="3600" y="5000"/>
                  </a:moveTo>
                  <a:lnTo>
                    <a:pt x="3600" y="5124"/>
                  </a:lnTo>
                  <a:lnTo>
                    <a:pt x="3724" y="5124"/>
                  </a:lnTo>
                  <a:lnTo>
                    <a:pt x="3724" y="5000"/>
                  </a:lnTo>
                  <a:close/>
                  <a:moveTo>
                    <a:pt x="300" y="5000"/>
                  </a:moveTo>
                  <a:lnTo>
                    <a:pt x="300" y="5124"/>
                  </a:lnTo>
                  <a:lnTo>
                    <a:pt x="424" y="5124"/>
                  </a:lnTo>
                  <a:lnTo>
                    <a:pt x="424" y="5000"/>
                  </a:lnTo>
                  <a:close/>
                  <a:moveTo>
                    <a:pt x="2024" y="4900"/>
                  </a:moveTo>
                  <a:lnTo>
                    <a:pt x="1900" y="4900"/>
                  </a:lnTo>
                  <a:lnTo>
                    <a:pt x="1900" y="4974"/>
                  </a:lnTo>
                  <a:lnTo>
                    <a:pt x="1800" y="5000"/>
                  </a:lnTo>
                  <a:lnTo>
                    <a:pt x="1800" y="5124"/>
                  </a:lnTo>
                  <a:lnTo>
                    <a:pt x="1924" y="5124"/>
                  </a:lnTo>
                  <a:lnTo>
                    <a:pt x="1924" y="5050"/>
                  </a:lnTo>
                  <a:lnTo>
                    <a:pt x="2024" y="5024"/>
                  </a:lnTo>
                  <a:close/>
                  <a:moveTo>
                    <a:pt x="2700" y="4800"/>
                  </a:moveTo>
                  <a:lnTo>
                    <a:pt x="2700" y="4924"/>
                  </a:lnTo>
                  <a:lnTo>
                    <a:pt x="2824" y="4924"/>
                  </a:lnTo>
                  <a:lnTo>
                    <a:pt x="2824" y="4800"/>
                  </a:lnTo>
                  <a:close/>
                  <a:moveTo>
                    <a:pt x="2900" y="4700"/>
                  </a:moveTo>
                  <a:lnTo>
                    <a:pt x="2900" y="4824"/>
                  </a:lnTo>
                  <a:lnTo>
                    <a:pt x="3124" y="4824"/>
                  </a:lnTo>
                  <a:lnTo>
                    <a:pt x="3124" y="4700"/>
                  </a:lnTo>
                  <a:close/>
                  <a:moveTo>
                    <a:pt x="3900" y="4600"/>
                  </a:moveTo>
                  <a:lnTo>
                    <a:pt x="3900" y="4724"/>
                  </a:lnTo>
                  <a:lnTo>
                    <a:pt x="4024" y="4724"/>
                  </a:lnTo>
                  <a:lnTo>
                    <a:pt x="4024" y="4600"/>
                  </a:lnTo>
                  <a:close/>
                  <a:moveTo>
                    <a:pt x="0" y="4600"/>
                  </a:moveTo>
                  <a:lnTo>
                    <a:pt x="0" y="4724"/>
                  </a:lnTo>
                  <a:lnTo>
                    <a:pt x="124" y="4724"/>
                  </a:lnTo>
                  <a:lnTo>
                    <a:pt x="124" y="4600"/>
                  </a:lnTo>
                  <a:close/>
                  <a:moveTo>
                    <a:pt x="3000" y="4400"/>
                  </a:moveTo>
                  <a:lnTo>
                    <a:pt x="3000" y="4524"/>
                  </a:lnTo>
                  <a:lnTo>
                    <a:pt x="3124" y="4524"/>
                  </a:lnTo>
                  <a:lnTo>
                    <a:pt x="3124" y="4400"/>
                  </a:lnTo>
                  <a:close/>
                  <a:moveTo>
                    <a:pt x="2300" y="4400"/>
                  </a:moveTo>
                  <a:lnTo>
                    <a:pt x="2300" y="4524"/>
                  </a:lnTo>
                  <a:lnTo>
                    <a:pt x="2424" y="4524"/>
                  </a:lnTo>
                  <a:lnTo>
                    <a:pt x="2424" y="4400"/>
                  </a:lnTo>
                  <a:close/>
                  <a:moveTo>
                    <a:pt x="3000" y="4200"/>
                  </a:moveTo>
                  <a:lnTo>
                    <a:pt x="3000" y="4324"/>
                  </a:lnTo>
                  <a:lnTo>
                    <a:pt x="3124" y="4324"/>
                  </a:lnTo>
                  <a:lnTo>
                    <a:pt x="3124" y="4200"/>
                  </a:lnTo>
                  <a:close/>
                  <a:moveTo>
                    <a:pt x="3000" y="4000"/>
                  </a:moveTo>
                  <a:lnTo>
                    <a:pt x="3000" y="4124"/>
                  </a:lnTo>
                  <a:lnTo>
                    <a:pt x="3124" y="4124"/>
                  </a:lnTo>
                  <a:lnTo>
                    <a:pt x="3124" y="4000"/>
                  </a:lnTo>
                  <a:close/>
                  <a:moveTo>
                    <a:pt x="2000" y="4000"/>
                  </a:moveTo>
                  <a:lnTo>
                    <a:pt x="2000" y="4124"/>
                  </a:lnTo>
                  <a:lnTo>
                    <a:pt x="2124" y="4124"/>
                  </a:lnTo>
                  <a:lnTo>
                    <a:pt x="2124" y="4000"/>
                  </a:lnTo>
                  <a:close/>
                  <a:moveTo>
                    <a:pt x="4000" y="3800"/>
                  </a:moveTo>
                  <a:lnTo>
                    <a:pt x="4000" y="4024"/>
                  </a:lnTo>
                  <a:lnTo>
                    <a:pt x="4124" y="4024"/>
                  </a:lnTo>
                  <a:lnTo>
                    <a:pt x="4124" y="3800"/>
                  </a:lnTo>
                  <a:close/>
                  <a:moveTo>
                    <a:pt x="3800" y="3800"/>
                  </a:moveTo>
                  <a:lnTo>
                    <a:pt x="3800" y="4024"/>
                  </a:lnTo>
                  <a:lnTo>
                    <a:pt x="3924" y="4024"/>
                  </a:lnTo>
                  <a:lnTo>
                    <a:pt x="3924" y="3800"/>
                  </a:lnTo>
                  <a:close/>
                  <a:moveTo>
                    <a:pt x="3000" y="3700"/>
                  </a:moveTo>
                  <a:lnTo>
                    <a:pt x="3000" y="3924"/>
                  </a:lnTo>
                  <a:lnTo>
                    <a:pt x="3124" y="3924"/>
                  </a:lnTo>
                  <a:lnTo>
                    <a:pt x="3124" y="3700"/>
                  </a:lnTo>
                  <a:close/>
                  <a:moveTo>
                    <a:pt x="1000" y="3600"/>
                  </a:moveTo>
                  <a:lnTo>
                    <a:pt x="1000" y="3724"/>
                  </a:lnTo>
                  <a:lnTo>
                    <a:pt x="1124" y="3724"/>
                  </a:lnTo>
                  <a:lnTo>
                    <a:pt x="1124" y="3600"/>
                  </a:lnTo>
                  <a:close/>
                  <a:moveTo>
                    <a:pt x="800" y="3600"/>
                  </a:moveTo>
                  <a:lnTo>
                    <a:pt x="800" y="3724"/>
                  </a:lnTo>
                  <a:lnTo>
                    <a:pt x="924" y="3724"/>
                  </a:lnTo>
                  <a:lnTo>
                    <a:pt x="924" y="3600"/>
                  </a:lnTo>
                  <a:close/>
                  <a:moveTo>
                    <a:pt x="1000" y="3400"/>
                  </a:moveTo>
                  <a:lnTo>
                    <a:pt x="1000" y="3524"/>
                  </a:lnTo>
                  <a:lnTo>
                    <a:pt x="1124" y="3524"/>
                  </a:lnTo>
                  <a:lnTo>
                    <a:pt x="1124" y="3400"/>
                  </a:lnTo>
                  <a:close/>
                  <a:moveTo>
                    <a:pt x="1700" y="2800"/>
                  </a:moveTo>
                  <a:lnTo>
                    <a:pt x="1700" y="2924"/>
                  </a:lnTo>
                  <a:lnTo>
                    <a:pt x="1824" y="2924"/>
                  </a:lnTo>
                  <a:lnTo>
                    <a:pt x="1824" y="2800"/>
                  </a:lnTo>
                  <a:close/>
                  <a:moveTo>
                    <a:pt x="1400" y="2800"/>
                  </a:moveTo>
                  <a:lnTo>
                    <a:pt x="1400" y="2924"/>
                  </a:lnTo>
                  <a:lnTo>
                    <a:pt x="1524" y="2924"/>
                  </a:lnTo>
                  <a:lnTo>
                    <a:pt x="1524" y="2800"/>
                  </a:lnTo>
                  <a:close/>
                  <a:moveTo>
                    <a:pt x="3800" y="2500"/>
                  </a:moveTo>
                  <a:lnTo>
                    <a:pt x="3800" y="2624"/>
                  </a:lnTo>
                  <a:lnTo>
                    <a:pt x="3924" y="2624"/>
                  </a:lnTo>
                  <a:lnTo>
                    <a:pt x="3924" y="2500"/>
                  </a:lnTo>
                  <a:close/>
                  <a:moveTo>
                    <a:pt x="800" y="2500"/>
                  </a:moveTo>
                  <a:lnTo>
                    <a:pt x="800" y="2924"/>
                  </a:lnTo>
                  <a:lnTo>
                    <a:pt x="924" y="2924"/>
                  </a:lnTo>
                  <a:lnTo>
                    <a:pt x="924" y="2500"/>
                  </a:lnTo>
                  <a:close/>
                  <a:moveTo>
                    <a:pt x="4000" y="2400"/>
                  </a:moveTo>
                  <a:lnTo>
                    <a:pt x="4000" y="2724"/>
                  </a:lnTo>
                  <a:lnTo>
                    <a:pt x="4124" y="2724"/>
                  </a:lnTo>
                  <a:lnTo>
                    <a:pt x="4124" y="2400"/>
                  </a:lnTo>
                  <a:close/>
                  <a:moveTo>
                    <a:pt x="2224" y="2300"/>
                  </a:moveTo>
                  <a:lnTo>
                    <a:pt x="2100" y="2300"/>
                  </a:lnTo>
                  <a:lnTo>
                    <a:pt x="2100" y="2374"/>
                  </a:lnTo>
                  <a:lnTo>
                    <a:pt x="2000" y="2400"/>
                  </a:lnTo>
                  <a:lnTo>
                    <a:pt x="2000" y="2524"/>
                  </a:lnTo>
                  <a:lnTo>
                    <a:pt x="2124" y="2524"/>
                  </a:lnTo>
                  <a:lnTo>
                    <a:pt x="2124" y="2450"/>
                  </a:lnTo>
                  <a:lnTo>
                    <a:pt x="2224" y="2424"/>
                  </a:lnTo>
                  <a:close/>
                  <a:moveTo>
                    <a:pt x="1800" y="2300"/>
                  </a:moveTo>
                  <a:lnTo>
                    <a:pt x="1800" y="2424"/>
                  </a:lnTo>
                  <a:lnTo>
                    <a:pt x="1924" y="2424"/>
                  </a:lnTo>
                  <a:lnTo>
                    <a:pt x="1924" y="2300"/>
                  </a:lnTo>
                  <a:close/>
                  <a:moveTo>
                    <a:pt x="200" y="2200"/>
                  </a:moveTo>
                  <a:lnTo>
                    <a:pt x="200" y="2324"/>
                  </a:lnTo>
                  <a:lnTo>
                    <a:pt x="324" y="2324"/>
                  </a:lnTo>
                  <a:lnTo>
                    <a:pt x="324" y="2200"/>
                  </a:lnTo>
                  <a:close/>
                  <a:moveTo>
                    <a:pt x="0" y="2100"/>
                  </a:moveTo>
                  <a:lnTo>
                    <a:pt x="0" y="2224"/>
                  </a:lnTo>
                  <a:lnTo>
                    <a:pt x="124" y="2224"/>
                  </a:lnTo>
                  <a:lnTo>
                    <a:pt x="124" y="2100"/>
                  </a:lnTo>
                  <a:close/>
                  <a:moveTo>
                    <a:pt x="2900" y="2000"/>
                  </a:moveTo>
                  <a:lnTo>
                    <a:pt x="2900" y="2124"/>
                  </a:lnTo>
                  <a:lnTo>
                    <a:pt x="3024" y="2124"/>
                  </a:lnTo>
                  <a:lnTo>
                    <a:pt x="3024" y="2000"/>
                  </a:lnTo>
                  <a:close/>
                  <a:moveTo>
                    <a:pt x="2400" y="1900"/>
                  </a:moveTo>
                  <a:lnTo>
                    <a:pt x="2400" y="2024"/>
                  </a:lnTo>
                  <a:lnTo>
                    <a:pt x="2524" y="2024"/>
                  </a:lnTo>
                  <a:lnTo>
                    <a:pt x="2524" y="1900"/>
                  </a:lnTo>
                  <a:close/>
                  <a:moveTo>
                    <a:pt x="3900" y="1700"/>
                  </a:moveTo>
                  <a:lnTo>
                    <a:pt x="3900" y="1824"/>
                  </a:lnTo>
                  <a:lnTo>
                    <a:pt x="4024" y="1824"/>
                  </a:lnTo>
                  <a:lnTo>
                    <a:pt x="4024" y="1700"/>
                  </a:lnTo>
                  <a:close/>
                  <a:moveTo>
                    <a:pt x="3700" y="1700"/>
                  </a:moveTo>
                  <a:lnTo>
                    <a:pt x="3700" y="1824"/>
                  </a:lnTo>
                  <a:lnTo>
                    <a:pt x="3824" y="1824"/>
                  </a:lnTo>
                  <a:lnTo>
                    <a:pt x="3824" y="1700"/>
                  </a:lnTo>
                  <a:close/>
                  <a:moveTo>
                    <a:pt x="800" y="1700"/>
                  </a:moveTo>
                  <a:lnTo>
                    <a:pt x="800" y="1824"/>
                  </a:lnTo>
                  <a:lnTo>
                    <a:pt x="924" y="1824"/>
                  </a:lnTo>
                  <a:lnTo>
                    <a:pt x="924" y="1700"/>
                  </a:lnTo>
                  <a:close/>
                  <a:moveTo>
                    <a:pt x="300" y="1700"/>
                  </a:moveTo>
                  <a:lnTo>
                    <a:pt x="300" y="1824"/>
                  </a:lnTo>
                  <a:lnTo>
                    <a:pt x="424" y="1824"/>
                  </a:lnTo>
                  <a:lnTo>
                    <a:pt x="424" y="1700"/>
                  </a:lnTo>
                  <a:close/>
                  <a:moveTo>
                    <a:pt x="2524" y="1600"/>
                  </a:moveTo>
                  <a:lnTo>
                    <a:pt x="2400" y="1600"/>
                  </a:lnTo>
                  <a:lnTo>
                    <a:pt x="2400" y="1674"/>
                  </a:lnTo>
                  <a:lnTo>
                    <a:pt x="2300" y="1700"/>
                  </a:lnTo>
                  <a:lnTo>
                    <a:pt x="2300" y="1824"/>
                  </a:lnTo>
                  <a:lnTo>
                    <a:pt x="2424" y="1824"/>
                  </a:lnTo>
                  <a:lnTo>
                    <a:pt x="2424" y="1750"/>
                  </a:lnTo>
                  <a:lnTo>
                    <a:pt x="2524" y="1724"/>
                  </a:lnTo>
                  <a:close/>
                  <a:moveTo>
                    <a:pt x="3800" y="1300"/>
                  </a:moveTo>
                  <a:lnTo>
                    <a:pt x="3800" y="1424"/>
                  </a:lnTo>
                  <a:lnTo>
                    <a:pt x="3924" y="1424"/>
                  </a:lnTo>
                  <a:lnTo>
                    <a:pt x="3924" y="1300"/>
                  </a:lnTo>
                  <a:close/>
                  <a:moveTo>
                    <a:pt x="1400" y="1200"/>
                  </a:moveTo>
                  <a:lnTo>
                    <a:pt x="1400" y="1324"/>
                  </a:lnTo>
                  <a:lnTo>
                    <a:pt x="1524" y="1324"/>
                  </a:lnTo>
                  <a:lnTo>
                    <a:pt x="1524" y="1200"/>
                  </a:lnTo>
                  <a:close/>
                  <a:moveTo>
                    <a:pt x="1700" y="1100"/>
                  </a:moveTo>
                  <a:lnTo>
                    <a:pt x="1700" y="1224"/>
                  </a:lnTo>
                  <a:lnTo>
                    <a:pt x="1824" y="1224"/>
                  </a:lnTo>
                  <a:lnTo>
                    <a:pt x="1824" y="1100"/>
                  </a:lnTo>
                  <a:close/>
                  <a:moveTo>
                    <a:pt x="500" y="1100"/>
                  </a:moveTo>
                  <a:lnTo>
                    <a:pt x="500" y="1224"/>
                  </a:lnTo>
                  <a:lnTo>
                    <a:pt x="624" y="1224"/>
                  </a:lnTo>
                  <a:lnTo>
                    <a:pt x="624" y="1100"/>
                  </a:lnTo>
                  <a:close/>
                  <a:moveTo>
                    <a:pt x="3700" y="1000"/>
                  </a:moveTo>
                  <a:lnTo>
                    <a:pt x="3700" y="1124"/>
                  </a:lnTo>
                  <a:lnTo>
                    <a:pt x="3824" y="1124"/>
                  </a:lnTo>
                  <a:lnTo>
                    <a:pt x="3824" y="1000"/>
                  </a:lnTo>
                  <a:close/>
                  <a:moveTo>
                    <a:pt x="800" y="1000"/>
                  </a:moveTo>
                  <a:lnTo>
                    <a:pt x="800" y="1624"/>
                  </a:lnTo>
                  <a:lnTo>
                    <a:pt x="924" y="1624"/>
                  </a:lnTo>
                  <a:lnTo>
                    <a:pt x="924" y="1000"/>
                  </a:lnTo>
                  <a:close/>
                  <a:moveTo>
                    <a:pt x="300" y="1000"/>
                  </a:moveTo>
                  <a:lnTo>
                    <a:pt x="300" y="1124"/>
                  </a:lnTo>
                  <a:lnTo>
                    <a:pt x="424" y="1124"/>
                  </a:lnTo>
                  <a:lnTo>
                    <a:pt x="424" y="1000"/>
                  </a:lnTo>
                  <a:close/>
                  <a:moveTo>
                    <a:pt x="3600" y="800"/>
                  </a:moveTo>
                  <a:lnTo>
                    <a:pt x="3600" y="924"/>
                  </a:lnTo>
                  <a:lnTo>
                    <a:pt x="3724" y="924"/>
                  </a:lnTo>
                  <a:lnTo>
                    <a:pt x="3724" y="800"/>
                  </a:lnTo>
                  <a:close/>
                  <a:moveTo>
                    <a:pt x="400" y="800"/>
                  </a:moveTo>
                  <a:lnTo>
                    <a:pt x="400" y="924"/>
                  </a:lnTo>
                  <a:lnTo>
                    <a:pt x="524" y="924"/>
                  </a:lnTo>
                  <a:lnTo>
                    <a:pt x="524" y="800"/>
                  </a:lnTo>
                  <a:close/>
                  <a:moveTo>
                    <a:pt x="2900" y="700"/>
                  </a:moveTo>
                  <a:lnTo>
                    <a:pt x="2900" y="824"/>
                  </a:lnTo>
                  <a:lnTo>
                    <a:pt x="3024" y="824"/>
                  </a:lnTo>
                  <a:lnTo>
                    <a:pt x="3024" y="700"/>
                  </a:lnTo>
                  <a:close/>
                  <a:moveTo>
                    <a:pt x="2500" y="700"/>
                  </a:moveTo>
                  <a:lnTo>
                    <a:pt x="2500" y="824"/>
                  </a:lnTo>
                  <a:lnTo>
                    <a:pt x="2824" y="824"/>
                  </a:lnTo>
                  <a:lnTo>
                    <a:pt x="2824" y="700"/>
                  </a:lnTo>
                  <a:close/>
                  <a:moveTo>
                    <a:pt x="2100" y="700"/>
                  </a:moveTo>
                  <a:lnTo>
                    <a:pt x="2100" y="824"/>
                  </a:lnTo>
                  <a:lnTo>
                    <a:pt x="2424" y="824"/>
                  </a:lnTo>
                  <a:lnTo>
                    <a:pt x="2424" y="700"/>
                  </a:lnTo>
                  <a:close/>
                  <a:moveTo>
                    <a:pt x="1600" y="700"/>
                  </a:moveTo>
                  <a:lnTo>
                    <a:pt x="1600" y="824"/>
                  </a:lnTo>
                  <a:lnTo>
                    <a:pt x="2024" y="824"/>
                  </a:lnTo>
                  <a:lnTo>
                    <a:pt x="2024" y="700"/>
                  </a:lnTo>
                  <a:close/>
                  <a:moveTo>
                    <a:pt x="1300" y="700"/>
                  </a:moveTo>
                  <a:lnTo>
                    <a:pt x="1300" y="824"/>
                  </a:lnTo>
                  <a:lnTo>
                    <a:pt x="1524" y="824"/>
                  </a:lnTo>
                  <a:lnTo>
                    <a:pt x="1524" y="700"/>
                  </a:lnTo>
                  <a:close/>
                  <a:moveTo>
                    <a:pt x="1100" y="700"/>
                  </a:moveTo>
                  <a:lnTo>
                    <a:pt x="1100" y="824"/>
                  </a:lnTo>
                  <a:lnTo>
                    <a:pt x="1224" y="824"/>
                  </a:lnTo>
                  <a:lnTo>
                    <a:pt x="1224" y="700"/>
                  </a:lnTo>
                  <a:close/>
                  <a:moveTo>
                    <a:pt x="2400" y="200"/>
                  </a:moveTo>
                  <a:lnTo>
                    <a:pt x="2400" y="324"/>
                  </a:lnTo>
                  <a:lnTo>
                    <a:pt x="2524" y="324"/>
                  </a:lnTo>
                  <a:lnTo>
                    <a:pt x="2524" y="200"/>
                  </a:lnTo>
                  <a:close/>
                  <a:moveTo>
                    <a:pt x="1700" y="200"/>
                  </a:moveTo>
                  <a:lnTo>
                    <a:pt x="1700" y="324"/>
                  </a:lnTo>
                  <a:lnTo>
                    <a:pt x="1824" y="324"/>
                  </a:lnTo>
                  <a:lnTo>
                    <a:pt x="1824" y="200"/>
                  </a:lnTo>
                  <a:close/>
                  <a:moveTo>
                    <a:pt x="1500" y="0"/>
                  </a:moveTo>
                  <a:lnTo>
                    <a:pt x="1500" y="124"/>
                  </a:lnTo>
                  <a:lnTo>
                    <a:pt x="1624" y="124"/>
                  </a:lnTo>
                  <a:lnTo>
                    <a:pt x="1624" y="0"/>
                  </a:lnTo>
                  <a:close/>
                </a:path>
              </a:pathLst>
            </a:custGeom>
            <a:solidFill>
              <a:srgbClr val="6C71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61" name="Reward frame"/>
          <p:cNvSpPr/>
          <p:nvPr/>
        </p:nvSpPr>
        <p:spPr>
          <a:xfrm>
            <a:off x="15197328" y="6775704"/>
            <a:ext cx="731520" cy="1673352"/>
          </a:xfrm>
          <a:prstGeom prst="rect">
            <a:avLst/>
          </a:prstGeom>
          <a:noFill/>
          <a:ln w="32004">
            <a:solidFill>
              <a:srgbClr val="7878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2" name="Reward 1"/>
          <p:cNvSpPr/>
          <p:nvPr/>
        </p:nvSpPr>
        <p:spPr>
          <a:xfrm>
            <a:off x="15261336" y="6867144"/>
            <a:ext cx="576072" cy="329184"/>
          </a:xfrm>
          <a:prstGeom prst="roundRect">
            <a:avLst>
              <a:gd name="adj" fmla="val 19444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3" name="r"/>
          <p:cNvSpPr txBox="1"/>
          <p:nvPr/>
        </p:nvSpPr>
        <p:spPr>
          <a:xfrm>
            <a:off x="15444216" y="6848856"/>
            <a:ext cx="15247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r</a:t>
            </a:r>
          </a:p>
        </p:txBody>
      </p:sp>
      <p:sp>
        <p:nvSpPr>
          <p:cNvPr id="864" name="1"/>
          <p:cNvSpPr txBox="1"/>
          <p:nvPr/>
        </p:nvSpPr>
        <p:spPr>
          <a:xfrm>
            <a:off x="15541828" y="6966814"/>
            <a:ext cx="1554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sp>
        <p:nvSpPr>
          <p:cNvPr id="865" name="Reward 2"/>
          <p:cNvSpPr/>
          <p:nvPr/>
        </p:nvSpPr>
        <p:spPr>
          <a:xfrm>
            <a:off x="15261336" y="7296912"/>
            <a:ext cx="576072" cy="329184"/>
          </a:xfrm>
          <a:prstGeom prst="roundRect">
            <a:avLst>
              <a:gd name="adj" fmla="val 19444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6" name="r"/>
          <p:cNvSpPr txBox="1"/>
          <p:nvPr/>
        </p:nvSpPr>
        <p:spPr>
          <a:xfrm>
            <a:off x="15444216" y="7278624"/>
            <a:ext cx="15247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r</a:t>
            </a:r>
          </a:p>
        </p:txBody>
      </p:sp>
      <p:sp>
        <p:nvSpPr>
          <p:cNvPr id="867" name="2"/>
          <p:cNvSpPr txBox="1"/>
          <p:nvPr/>
        </p:nvSpPr>
        <p:spPr>
          <a:xfrm>
            <a:off x="15541828" y="7396582"/>
            <a:ext cx="155448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868" name="Reward G"/>
          <p:cNvSpPr/>
          <p:nvPr/>
        </p:nvSpPr>
        <p:spPr>
          <a:xfrm>
            <a:off x="15261336" y="8001000"/>
            <a:ext cx="576072" cy="329184"/>
          </a:xfrm>
          <a:prstGeom prst="roundRect">
            <a:avLst>
              <a:gd name="adj" fmla="val 19444"/>
            </a:avLst>
          </a:prstGeom>
          <a:solidFill>
            <a:srgbClr val="F6F6F6"/>
          </a:solidFill>
          <a:ln w="27432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9" name="r"/>
          <p:cNvSpPr txBox="1"/>
          <p:nvPr/>
        </p:nvSpPr>
        <p:spPr>
          <a:xfrm>
            <a:off x="15444216" y="7982712"/>
            <a:ext cx="152476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1">
                <a:solidFill>
                  <a:srgbClr val="000000"/>
                </a:solidFill>
                <a:latin typeface="Times New Roman"/>
              </a:rPr>
              <a:t>r</a:t>
            </a:r>
          </a:p>
        </p:txBody>
      </p:sp>
      <p:sp>
        <p:nvSpPr>
          <p:cNvPr id="870" name="G"/>
          <p:cNvSpPr txBox="1"/>
          <p:nvPr/>
        </p:nvSpPr>
        <p:spPr>
          <a:xfrm>
            <a:off x="15541828" y="8100670"/>
            <a:ext cx="204211" cy="28090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00000"/>
                </a:solidFill>
                <a:latin typeface="Times New Roman"/>
              </a:rPr>
              <a:t>G</a:t>
            </a:r>
          </a:p>
        </p:txBody>
      </p:sp>
      <p:sp>
        <p:nvSpPr>
          <p:cNvPr id="871" name="Ellipsis dot"/>
          <p:cNvSpPr/>
          <p:nvPr/>
        </p:nvSpPr>
        <p:spPr>
          <a:xfrm>
            <a:off x="15416784" y="7792974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2" name="Ellipsis dot"/>
          <p:cNvSpPr/>
          <p:nvPr/>
        </p:nvSpPr>
        <p:spPr>
          <a:xfrm>
            <a:off x="15541142" y="7792974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3" name="Ellipsis dot"/>
          <p:cNvSpPr/>
          <p:nvPr/>
        </p:nvSpPr>
        <p:spPr>
          <a:xfrm>
            <a:off x="15665501" y="7792974"/>
            <a:ext cx="50292" cy="5029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4" name="Reward"/>
          <p:cNvSpPr txBox="1"/>
          <p:nvPr/>
        </p:nvSpPr>
        <p:spPr>
          <a:xfrm>
            <a:off x="15105888" y="8476488"/>
            <a:ext cx="914400" cy="3043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72" b="0" i="0">
                <a:solidFill>
                  <a:srgbClr val="000000"/>
                </a:solidFill>
                <a:latin typeface="Arial"/>
              </a:rPr>
              <a:t>Reward</a:t>
            </a:r>
          </a:p>
        </p:txBody>
      </p:sp>
      <p:sp>
        <p:nvSpPr>
          <p:cNvPr id="875" name="GRPO optimizer"/>
          <p:cNvSpPr/>
          <p:nvPr/>
        </p:nvSpPr>
        <p:spPr>
          <a:xfrm>
            <a:off x="16194024" y="7242048"/>
            <a:ext cx="914400" cy="676656"/>
          </a:xfrm>
          <a:prstGeom prst="roundRect">
            <a:avLst>
              <a:gd name="adj" fmla="val 18918"/>
            </a:avLst>
          </a:prstGeom>
          <a:solidFill>
            <a:srgbClr val="ACDEE8"/>
          </a:solidFill>
          <a:ln w="27432">
            <a:solidFill>
              <a:srgbClr val="0A2D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GRPO"/>
          <p:cNvSpPr txBox="1"/>
          <p:nvPr/>
        </p:nvSpPr>
        <p:spPr>
          <a:xfrm>
            <a:off x="16194024" y="7397496"/>
            <a:ext cx="914400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GRPO</a:t>
            </a:r>
          </a:p>
        </p:txBody>
      </p:sp>
      <p:sp>
        <p:nvSpPr>
          <p:cNvPr id="877" name="Optimize"/>
          <p:cNvSpPr txBox="1"/>
          <p:nvPr/>
        </p:nvSpPr>
        <p:spPr>
          <a:xfrm>
            <a:off x="12701016" y="8531352"/>
            <a:ext cx="1127998" cy="35113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000000"/>
                </a:solidFill>
                <a:latin typeface="Arial"/>
              </a:rPr>
              <a:t>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Retrv-R1 A Reasoning-Driven MLLM Framework for Universal and Efficient Multimodal Retrieval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748504" cy="90891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Retrv-R1 — Architecture and Training Process</dc:title>
  <dc:subject>Editable reconstruction of the supplied reference diagram</dc:subject>
  <dc:creator>OpenAI</dc:creator>
  <cp:keywords>Retrv-R1, multimodal retrieval, editable diagram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